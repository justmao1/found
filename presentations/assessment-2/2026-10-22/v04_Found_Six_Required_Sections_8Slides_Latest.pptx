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b573988ca44f78" /><Relationship Type="http://schemas.openxmlformats.org/officeDocument/2006/relationships/extended-properties" Target="/docProps/app.xml" Id="R4dd1e3b800ae495f" /><Relationship Type="http://schemas.openxmlformats.org/officeDocument/2006/relationships/officeDocument" Target="/ppt/presentation.xml" Id="Rda79e86b85e14570" /></Relationships>
</file>

<file path=ppt/presentation.xml><?xml version="1.0" encoding="utf-8"?>
<p:presentation xmlns:p="http://schemas.openxmlformats.org/presentationml/2006/main">
  <p:sldMasterIdLst>
    <p:sldMasterId xmlns:r="http://schemas.openxmlformats.org/officeDocument/2006/relationships" id="2147483648" r:id="Rf832b71ba07e4381"/>
  </p:sldMasterIdLst>
  <p:notesMasterIdLst>
    <p:notesMasterId xmlns:r="http://schemas.openxmlformats.org/officeDocument/2006/relationships" r:id="R4e218cc47e434c36"/>
  </p:notesMasterIdLst>
  <p:sldIdLst>
    <p:sldId xmlns:r="http://schemas.openxmlformats.org/officeDocument/2006/relationships" id="256" r:id="R59d6530d2a374e6c"/>
    <p:sldId xmlns:r="http://schemas.openxmlformats.org/officeDocument/2006/relationships" id="257" r:id="R74b648f9daf6445e"/>
    <p:sldId xmlns:r="http://schemas.openxmlformats.org/officeDocument/2006/relationships" id="258" r:id="R3e9f90ddb99e4c88"/>
    <p:sldId xmlns:r="http://schemas.openxmlformats.org/officeDocument/2006/relationships" id="259" r:id="R7ffdbaf0438b4810"/>
    <p:sldId xmlns:r="http://schemas.openxmlformats.org/officeDocument/2006/relationships" id="260" r:id="Rf21dc8e42f664601"/>
    <p:sldId xmlns:r="http://schemas.openxmlformats.org/officeDocument/2006/relationships" id="261" r:id="R1230882a4a3f4e48"/>
    <p:sldId xmlns:r="http://schemas.openxmlformats.org/officeDocument/2006/relationships" id="262" r:id="R3ca1c7a92f6d47f2"/>
    <p:sldId xmlns:r="http://schemas.openxmlformats.org/officeDocument/2006/relationships" id="263" r:id="R1d4ea54b23384e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3ef34918ec496c" /><Relationship Type="http://schemas.openxmlformats.org/officeDocument/2006/relationships/slideMaster" Target="/ppt/slideMasters/slideMaster1.xml" Id="Rf832b71ba07e4381" /><Relationship Type="http://schemas.openxmlformats.org/officeDocument/2006/relationships/notesMaster" Target="/ppt/notesMasters/notesMaster1.xml" Id="R4e218cc47e434c36" /><Relationship Type="http://schemas.openxmlformats.org/officeDocument/2006/relationships/presProps" Target="/ppt/presProps.xml" Id="Rb77d2c1533ee4b10" /><Relationship Type="http://schemas.openxmlformats.org/officeDocument/2006/relationships/tableStyles" Target="/ppt/tableStyles.xml" Id="Ra559f8c0fb2e40f6" /><Relationship Type="http://schemas.openxmlformats.org/officeDocument/2006/relationships/slide" Target="/ppt/slides/slide1.xml" Id="R59d6530d2a374e6c" /><Relationship Type="http://schemas.openxmlformats.org/officeDocument/2006/relationships/slide" Target="/ppt/slides/slide2.xml" Id="R74b648f9daf6445e" /><Relationship Type="http://schemas.openxmlformats.org/officeDocument/2006/relationships/slide" Target="/ppt/slides/slide3.xml" Id="R3e9f90ddb99e4c88" /><Relationship Type="http://schemas.openxmlformats.org/officeDocument/2006/relationships/slide" Target="/ppt/slides/slide4.xml" Id="R7ffdbaf0438b4810" /><Relationship Type="http://schemas.openxmlformats.org/officeDocument/2006/relationships/slide" Target="/ppt/slides/slide5.xml" Id="Rf21dc8e42f664601" /><Relationship Type="http://schemas.openxmlformats.org/officeDocument/2006/relationships/slide" Target="/ppt/slides/slide6.xml" Id="R1230882a4a3f4e48" /><Relationship Type="http://schemas.openxmlformats.org/officeDocument/2006/relationships/slide" Target="/ppt/slides/slide7.xml" Id="R3ca1c7a92f6d47f2" /><Relationship Type="http://schemas.openxmlformats.org/officeDocument/2006/relationships/slide" Target="/ppt/slides/slide8.xml" Id="R1d4ea54b23384e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a6a13fb7c845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6eec4ec3ac4cd3" /><Relationship Type="http://schemas.openxmlformats.org/officeDocument/2006/relationships/notesMaster" Target="/ppt/notesMasters/notesMaster1.xml" Id="Rf66cf4d4903d43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8687f6080744b40" /><Relationship Type="http://schemas.openxmlformats.org/officeDocument/2006/relationships/notesMaster" Target="/ppt/notesMasters/notesMaster1.xml" Id="R39fe8984c3594f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6d4cfb84c94d7e" /><Relationship Type="http://schemas.openxmlformats.org/officeDocument/2006/relationships/notesMaster" Target="/ppt/notesMasters/notesMaster1.xml" Id="Rc32afc41ef2040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0a3ef5ed0b46bc" /><Relationship Type="http://schemas.openxmlformats.org/officeDocument/2006/relationships/notesMaster" Target="/ppt/notesMasters/notesMaster1.xml" Id="R0c12623675ed4a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2b835970554748" /><Relationship Type="http://schemas.openxmlformats.org/officeDocument/2006/relationships/notesMaster" Target="/ppt/notesMasters/notesMaster1.xml" Id="R4b60e0247af143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5e65eb3a8d4dab" /><Relationship Type="http://schemas.openxmlformats.org/officeDocument/2006/relationships/notesMaster" Target="/ppt/notesMasters/notesMaster1.xml" Id="R9162f5f0dae9408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f92174868844f3" /><Relationship Type="http://schemas.openxmlformats.org/officeDocument/2006/relationships/notesMaster" Target="/ppt/notesMasters/notesMaster1.xml" Id="Re6a78668160543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c51fd317f348b9" /><Relationship Type="http://schemas.openxmlformats.org/officeDocument/2006/relationships/notesMaster" Target="/ppt/notesMasters/notesMaster1.xml" Id="R7d83e9b927614a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 slides 1–2: 90 seconds. Slide 1: 20 seconds.</a:t>
            </a:r>
          </a:p>
          <a:p xmlns:a="http://schemas.openxmlformats.org/drawingml/2006/main">
            <a:r>
              <a:t>English script: Found is a shared campus lost-and-found station. A finder registers a photograph, and an owner describes and compares an item before retrieval. Our prototype links an iPad and cloud AI to a Raspberry Pi and four storage compartments. We focus on a clear digital record and a consistent physical handover.</a:t>
            </a:r>
          </a:p>
          <a:p xmlns:a="http://schemas.openxmlformats.org/drawingml/2006/main">
            <a:r>
              <a:t>封面是概念图，不是实物照片。六个要求的对应：1简介=第1页；2文献与动机=第2页；3研究设计=第3–5页；4数据与分析=第6页；5结论及6局限与未来=第7页；第8页演示及问答。</a:t>
            </a:r>
          </a:p>
          <a:p xmlns:a="http://schemas.openxmlformats.org/drawingml/2006/main">
            <a:r>
              <a:t/>
            </a:r>
          </a:p>
          <a:p xmlns:a="http://schemas.openxmlformats.org/drawingml/2006/main">
            <a:r>
              <a:t>Sources: https://github.com/Justmao1/Found/blob/main/README.md</a:t>
            </a:r>
          </a:p>
          <a:p xmlns:a="http://schemas.openxmlformats.org/drawingml/2006/main">
            <a:r>
              <a:t>Assessment Two Brief-3(1)(2).pdf. This version follows the latest team instruction: 10 minutes total for four members. Allocation: 6 minutes talk + 3 minutes demo + 1 minute Q&amp;A. The earlier written brief used 15 minutes. A genuine backup video remains compulsory. Counts are repository-reported software tests, not newly rerun or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 Slide 2: 70 seconds.</a:t>
            </a:r>
          </a:p>
          <a:p xmlns:a="http://schemas.openxmlformats.org/drawingml/2006/main">
            <a:r>
              <a:t>English script: Two strands of research shaped the project. Said and colleagues describe a campus lost-and-found system using QR records, Arduino-controlled compartments and visual status feedback. It shows the value of linking a record to physical storage. Radford and colleagues show that image–text learning can associate natural-language concepts with visual content. That supports descriptive search as a design direction. Our question is whether a shared station can connect appearance-based lookup to a consistent handover. The finder should not need to write a full description, and the owner should be able to compare photos before confirming. The literature informs these choices. It does not prove the performance of our prototype.</a:t>
            </a:r>
          </a:p>
          <a:p xmlns:a="http://schemas.openxmlformats.org/drawingml/2006/main">
            <a:r>
              <a:t>[1] Said, M. A. M., Misran, M. H., Othman, M. A., Shairi, N. A., Zabri, S. N., Ruslan, E., Salleh, A., &amp; Idris, M. Z. (2026). IoT Enhanced Lost and Found System in FTKEK Using QR Code Technology. International Journal of Research and Innovation in Social Science, 10(3), 3882–3893. https://doi.org/10.47772/IJRISS.2026.100300289 . Primary author institution copy: https://eprints.utem.edu.my/id/eprint/29938/ .</a:t>
            </a:r>
          </a:p>
          <a:p xmlns:a="http://schemas.openxmlformats.org/drawingml/2006/main">
            <a:r>
              <a:t>[2] Radford, A. et al. (2021). Learning Transferable Visual Models From Natural Language Supervision. ICML, PMLR 139, 8748–8763. https://proceedings.mlr.press/v139/radford21a.html .</a:t>
            </a:r>
          </a:p>
          <a:p xmlns:a="http://schemas.openxmlformats.org/drawingml/2006/main">
            <a:r>
              <a:t>Interpretation boundary: the research question is our inference and project scope, not an assertion that prior papers lack all these features. CLIP is conceptual background; Found implements documented server-side Qwen APIs, not a CLIP embedding index. No external performance percentages are transferred into this project.</a:t>
            </a:r>
          </a:p>
          <a:p xmlns:a="http://schemas.openxmlformats.org/drawingml/2006/main">
            <a:r>
              <a:t/>
            </a:r>
          </a:p>
          <a:p xmlns:a="http://schemas.openxmlformats.org/drawingml/2006/main">
            <a:r>
              <a:t>Sources: https://github.com/Justmao1/Found/blob/main/README.md</a:t>
            </a:r>
          </a:p>
          <a:p xmlns:a="http://schemas.openxmlformats.org/drawingml/2006/main">
            <a:r>
              <a:t>Assessment Two Brief-3(1)(2).pdf. This version follows the latest team instruction: 10 minutes total for four members. Allocation: 6 minutes talk + 3 minutes demo + 1 minute Q&amp;A. The earlier written brief used 15 minutes. A genuine backup video remains compulsory. Counts are repository-reported software tests, not newly rerun or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 slides 3–4: 90 seconds. Slide 3: 50 seconds.</a:t>
            </a:r>
          </a:p>
          <a:p xmlns:a="http://schemas.openxmlformats.org/drawingml/2006/main">
            <a:r>
              <a:t>English script: We reuse the iPad camera and microphone as input devices, with SwiftUI as the visitor interface. The Raspberry Pi combines the Python API, SQLite storage and GPIO control, so one controller manages the local state. The iPad uses Wi-Fi, HTTPS and JSON. The Pi calls cloud vision, semantic search and speech transcription over HTTPS. This avoids running the large models locally, while keeping credentials on the server. GPIO reaches the locks through S8050 drivers and the relay module. We currently have no door or item sensor, so the visitor confirms physical completion.</a:t>
            </a:r>
          </a:p>
          <a:p xmlns:a="http://schemas.openxmlformats.org/drawingml/2006/main">
            <a:r>
              <a:t>Hardware justification: iPad supplies existing capture peripherals and a large shared interface; Pi 4B supplies local compute, persistent storage and GPIO; four relay channels map to four slots; S8050 inverts the control for active-LOW relay inputs. Current backend is a Python standard-library service, not an unimplemented FastAPI deployment. Cloud AI defaults are qwen3-vl-plus and qwen3-asr-flash. Photos, tags and inventory stay in local SQLite. Search submits labels/notes rather than retransmitting inventory photos.</a:t>
            </a:r>
          </a:p>
          <a:p xmlns:a="http://schemas.openxmlformats.org/drawingml/2006/main">
            <a:r>
              <a:t/>
            </a:r>
          </a:p>
          <a:p xmlns:a="http://schemas.openxmlformats.org/drawingml/2006/main">
            <a:r>
              <a:t>Sources: https://github.com/Justmao1/Found/blob/main/lost-found-box/README.md</a:t>
            </a:r>
          </a:p>
          <a:p xmlns:a="http://schemas.openxmlformats.org/drawingml/2006/main">
            <a:r>
              <a:t>Assessment Two Brief-3(1)(2).pdf. This version follows the latest team instruction: 10 minutes total for four members. Allocation: 6 minutes talk + 3 minutes demo + 1 minute Q&amp;A. The earlier written brief used 15 minutes. A genuine backup video remains compulsory. Counts are repository-reported software tests, not newly rerun or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 Slide 4: 40 seconds.</a:t>
            </a:r>
          </a:p>
          <a:p xmlns:a="http://schemas.openxmlformats.org/drawingml/2006/main">
            <a:r>
              <a:t>English script: On the control side, a one-kilohm resistor feeds the S8050 base. A ten-kilohm base-to-emitter pull-down gives a defined idle input. The collector pulls the active-LOW relay input low during a half-second GPIO HIGH pulse. The control grounds are shared. On the load side, the relay COM and normally open contact switch the rated supply to a power-to-unlock lock. That contact path repeats four times. Lock current comes from the load supply, while GPIO supplies the control signal.</a:t>
            </a:r>
          </a:p>
          <a:p xmlns:a="http://schemas.openxmlformats.org/drawingml/2006/main">
            <a:r>
              <a:t>Editable functional diagram, not a transistor package pinout or verified as-built wiring plan. Each lock branch is in parallel: positive supply to COM, NO to lock positive, lock negative back to the supply. Relay module DC+/DC− separately requires its own correctly rated supply connection. Do not assume relay module and lock have the same voltage. Supply values, current limits and suppression components are not supplied and are not invented. Check package B/C/E order and actual component ratings.</a:t>
            </a:r>
          </a:p>
          <a:p xmlns:a="http://schemas.openxmlformats.org/drawingml/2006/main">
            <a:r>
              <a:t>Project sources specify GPIO17 through 1 kΩ to S8050 B; B–E 10 kΩ, E shared ground, C relay IN. GPIO idle LOW, 0.5-second HIGH pulse, 30-second cooldown. Official GPIO reference: https://www.raspberrypi.com/documentation/computers/raspberry-pi.html (3.3 V HIGH). Door feedback is absent. No physical actuation success follows solely from software state.</a:t>
            </a:r>
          </a:p>
          <a:p xmlns:a="http://schemas.openxmlformats.org/drawingml/2006/main">
            <a:r>
              <a:t/>
            </a:r>
          </a:p>
          <a:p xmlns:a="http://schemas.openxmlformats.org/drawingml/2006/main">
            <a:r>
              <a:t>Sources: https://github.com/Justmao1/Found/blob/main/lost-found-box/VERIFICATION.md</a:t>
            </a:r>
          </a:p>
          <a:p xmlns:a="http://schemas.openxmlformats.org/drawingml/2006/main">
            <a:r>
              <a:t>Assessment Two Brief-3(1)(2).pdf. This version follows the latest team instruction: 10 minutes total for four members. Allocation: 6 minutes talk + 3 minutes demo + 1 minute Q&amp;A. The earlier written brief used 15 minutes. A genuine backup video remains compulsory. Counts are repository-reported software tests, not newly rerun or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 slides 5–6: 90 seconds. Slide 5: 40 seconds.</a:t>
            </a:r>
          </a:p>
          <a:p xmlns:a="http://schemas.openxmlformats.org/drawingml/2006/main">
            <a:r>
              <a:t>English script: We developed four stages. First, reliable photo records with duplicate-safe retries. Second, short AI tags and description-based search. Third, the native station with separate visitor sessions. Fourth, compartment reservation, single unlock requests and recovery after interruption. The protocols match each link: HTTPS and JSON over Wi-Fi between iPad and Pi, HTTPS to the cloud, and direct BCM GPIO to the relay driver. Voice input uses a short WAV recording. SQLite transactions persist state locally. MQTT is not part of this implementation.</a:t>
            </a:r>
          </a:p>
          <a:p xmlns:a="http://schemas.openxmlformats.org/drawingml/2006/main">
            <a:r>
              <a:t>Dates in the verification record: early photo/cloud path on 13–14 October, native iteration on 20–21 October, four-compartment workflow on 22 October. The state progresses from registration through stored to collected only after explicit physical-completion confirmation. Same request IDs do not replay the pulse. Four compartments map to BCM17/26/13/5. GPIO model tests are simulated. Protocols described here reflect the repository, not an earlier unimplemented proposal.</a:t>
            </a:r>
          </a:p>
          <a:p xmlns:a="http://schemas.openxmlformats.org/drawingml/2006/main">
            <a:r>
              <a:t/>
            </a:r>
          </a:p>
          <a:p xmlns:a="http://schemas.openxmlformats.org/drawingml/2006/main">
            <a:r>
              <a:t>Sources: https://github.com/Justmao1/Found/blob/main/README.md</a:t>
            </a:r>
          </a:p>
          <a:p xmlns:a="http://schemas.openxmlformats.org/drawingml/2006/main">
            <a:r>
              <a:t>Assessment Two Brief-3(1)(2).pdf. This version follows the latest team instruction: 10 minutes total for four members. Allocation: 6 minutes talk + 3 minutes demo + 1 minute Q&amp;A. The earlier written brief used 15 minutes. A genuine backup video remains compulsory. Counts are repository-reported software tests, not newly rerun or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 Slide 6: 50 seconds.</a:t>
            </a:r>
          </a:p>
          <a:p xmlns:a="http://schemas.openxmlformats.org/drawingml/2006/main">
            <a:r>
              <a:t>English script: The supplied evidence includes three live cloud searches from fourteen October against four records. A cup description returned the cup, a toy description returned the toy, and an absent phone returned no candidate. These examples support descriptive lookup, but do not establish accuracy. Search depends on the stored tags and notes, so missing features can hide an item. The required continuous one-week field dataset has not been supplied. We must collect real dates, targets, candidate rankings, outcomes and staff interventions, then calculate recall, completion and timing. This page labels that gap rather than substituting simulated data.</a:t>
            </a:r>
          </a:p>
          <a:p xmlns:a="http://schemas.openxmlformats.org/drawingml/2006/main">
            <a:r>
              <a:t>ASS2 REQUIREMENT NOT YET SATISFIED: there is no genuine continuous 7-day operating log in the supplied materials. The system code and test history span multiple dates but that is not a one-week field study. Do not present this evaluation plan as results. The three pilot examples are qualitative, not a 100% success rate, and are not representative.</a:t>
            </a:r>
          </a:p>
          <a:p xmlns:a="http://schemas.openxmlformats.org/drawingml/2006/main">
            <a:r>
              <a:t>Suggested real-session fields: anonymous session ID; UTC timestamps; device/model versions; query and known target; ranked candidate IDs; task start/end; manual observed deposit/collection; slot; failure stage; retries; staff intervention. Use labelled target-present queries for top-k recall, and report target-absent queries separately. State sample size, completed and interrupted sessions and day coverage. Median and p95 latency require measured samples. The present hardware cannot infer physical movement from GPIO readback.</a:t>
            </a:r>
          </a:p>
          <a:p xmlns:a="http://schemas.openxmlformats.org/drawingml/2006/main">
            <a:r>
              <a:t>Historical pilot source: https://github.com/Justmao1/Found/blob/main/lost-found-box/VERIFICATION.md .</a:t>
            </a:r>
          </a:p>
          <a:p xmlns:a="http://schemas.openxmlformats.org/drawingml/2006/main">
            <a:r>
              <a:t/>
            </a:r>
          </a:p>
          <a:p xmlns:a="http://schemas.openxmlformats.org/drawingml/2006/main">
            <a:r>
              <a:t>Sources: https://github.com/Justmao1/Found/blob/main/lost-found-box/VERIFICATION.md</a:t>
            </a:r>
          </a:p>
          <a:p xmlns:a="http://schemas.openxmlformats.org/drawingml/2006/main">
            <a:r>
              <a:t>Assessment Two Brief-3(1)(2).pdf. This version follows the latest team instruction: 10 minutes total for four members. Allocation: 6 minutes talk + 3 minutes demo + 1 minute Q&amp;A. The earlier written brief used 15 minutes. A genuine backup video remains compulsory. Counts are repository-reported software tests, not newly rerun or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 slides 7–8: 90 seconds of talk, then the shared demo. Slide 7: 70 seconds.</a:t>
            </a:r>
          </a:p>
          <a:p xmlns:a="http://schemas.openxmlformats.org/drawingml/2006/main">
            <a:r>
              <a:t>English script: We implemented the software path from a saved photo and short tags to descriptive search and persistent compartment operations. The shared station gives visitors visible actions, editable speech input and a reset for the next person. The conclusion is bounded: the software checks support the workflow logic, while physical acceptance and sustained field outcomes still need evidence. We currently rely on manual completion because there is no door sensor. Ownership remains a visitor assertion, so a staff-assisted claim step is needed. Backend access also needs stronger authentication beyond a trusted LAN and device staff tools. Finally, the one-week study must measure real visitor outcomes before we claim better recovery or shorter task times.</a:t>
            </a:r>
          </a:p>
          <a:p xmlns:a="http://schemas.openxmlformats.org/drawingml/2006/main">
            <a:r>
              <a:t>Repository-reported test suites: 99 Python backend, 42 Swift core, 51 native iOS and 10 locker HTTP integration checks, using simulated GPIO for lock workflows. These are validation evidence, not one-week data or a claim of physical lock operation.</a:t>
            </a:r>
          </a:p>
          <a:p xmlns:a="http://schemas.openxmlformats.org/drawingml/2006/main">
            <a:r>
              <a:t>User safeguards already implemented: capacity-aware deposit blocking, saved-photo tagging retry, editable voice/typing, stable command IDs, conservative uncertain-state recovery and visitor task reset. Limitations include no deletion/retention policy, no backend roles, no verified ownership and no independent door feedback. Keep scope appropriate to a trusted classroom prototype.</a:t>
            </a:r>
          </a:p>
          <a:p xmlns:a="http://schemas.openxmlformats.org/drawingml/2006/main">
            <a:r>
              <a:t/>
            </a:r>
          </a:p>
          <a:p xmlns:a="http://schemas.openxmlformats.org/drawingml/2006/main">
            <a:r>
              <a:t>Sources: https://github.com/Justmao1/Found/blob/main/verification/README.md</a:t>
            </a:r>
          </a:p>
          <a:p xmlns:a="http://schemas.openxmlformats.org/drawingml/2006/main">
            <a:r>
              <a:t>Assessment Two Brief-3(1)(2).pdf. This version follows the latest team instruction: 10 minutes total for four members. Allocation: 6 minutes talk + 3 minutes demo + 1 minute Q&amp;A. The earlier written brief used 15 minutes. A genuine backup video remains compulsory. Counts are repository-reported software tests, not newly rerun or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 Slide 8: 20 seconds of introduction. Then start a 3-minute full-cycle demo and finish with 1 minute Q&amp;A.</a:t>
            </a:r>
          </a:p>
          <a:p xmlns:a="http://schemas.openxmlformats.org/drawingml/2006/main">
            <a:r>
              <a:t>English introduction: We will now show the same user journey from registration to collection. Each member leads one stage. We have a genuine backup recording ready if the prototype cannot continue.</a:t>
            </a:r>
          </a:p>
          <a:p xmlns:a="http://schemas.openxmlformats.org/drawingml/2006/main">
            <a:r>
              <a:t>Timing: member1 slide1 20s + slide2 70s =90s; member2 slide3 50s + slide4 40s =90s; member3 slide5 40s + slide6 50s =90s; member4 slide7 70s + slide8 intro20s =90s. Talks360s + demo180s + Q&amp;A60s =600s. Each member additionally leads 45s of the demo.</a:t>
            </a:r>
          </a:p>
          <a:p xmlns:a="http://schemas.openxmlformats.org/drawingml/2006/main">
            <a:r>
              <a:t>Demo: member1 availability/photo/review; member2 tags/deposit/closure; member3 description/comparison/retrieval request; member4 collection/closure/free slot. Rehearse the 30-second lock cooldown. Verify actual four-door movement before presenting. A real full-cycle backup video is compulsory and is not included in this deck. Never use the generated concept image as prototype evidence.</a:t>
            </a:r>
          </a:p>
          <a:p xmlns:a="http://schemas.openxmlformats.org/drawingml/2006/main">
            <a:r>
              <a:t>Q&amp;A: data requirement is still pending until genuine 7-day logs are available; software testing is not field data; manual confirmation is not a sensor; AI suggestion is not proof of ownership; uncertain commands retain slots.</a:t>
            </a:r>
          </a:p>
          <a:p xmlns:a="http://schemas.openxmlformats.org/drawingml/2006/main">
            <a:r>
              <a:t>Generated pictorial icons remain raster assets. Native labels, tables, circuit diagrams and connectors remain editable. Sources for this deck include the repository, the Ass2 brief and the primary research citations in slide2 notes.</a:t>
            </a:r>
          </a:p>
          <a:p xmlns:a="http://schemas.openxmlformats.org/drawingml/2006/main">
            <a:r>
              <a:t/>
            </a:r>
          </a:p>
          <a:p xmlns:a="http://schemas.openxmlformats.org/drawingml/2006/main">
            <a:r>
              <a:t>Sources: https://github.com/Justmao1/Found/blob/main/docs/locker-flow.md</a:t>
            </a:r>
          </a:p>
          <a:p xmlns:a="http://schemas.openxmlformats.org/drawingml/2006/main">
            <a:r>
              <a:t>Assessment Two Brief-3(1)(2).pdf. This version follows the latest team instruction: 10 minutes total for four members. Allocation: 6 minutes talk + 3 minutes demo + 1 minute Q&amp;A. The earlier written brief used 15 minutes. A genuine backup video remains compulsory. Counts are repository-reported software tests, not newly rerun or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5cc7f198d0463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005605b4d9463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3ad67fa5fc42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e97cca2ec564e7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eefb32178f5465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7794350eafb49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74A810-6BC0-42C9-B81B-66A0865D3E1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E914A10-AA75-4239-A007-F79F3A27F20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D1E195B-0F39-424D-A44E-7C7AE190BB5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9832A1-0660-4AEC-BF57-053D7F38B5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763A965-AB8B-4FD7-B249-1A86EBA630C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4CCB079-AAE9-4763-9708-E285A64EE5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0783FE-3A29-4F64-AE21-A31E81D075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1B26F7A-F141-4BE9-9C73-26F58C17483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D5B3E5-088D-44E4-880B-E300FBDB5C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2FD02A-6C87-427B-9A68-BC202E39D1F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34ce207b4b460d" /><Relationship Type="http://schemas.openxmlformats.org/officeDocument/2006/relationships/slideLayout" Target="/ppt/slideLayouts/slideLayout1.xml" Id="R4aea4e745e3544e3" /><Relationship Type="http://schemas.openxmlformats.org/officeDocument/2006/relationships/slideLayout" Target="/ppt/slideLayouts/slideLayout2.xml" Id="R19a306941f6448f6" /><Relationship Type="http://schemas.openxmlformats.org/officeDocument/2006/relationships/slideLayout" Target="/ppt/slideLayouts/slideLayout3.xml" Id="R468f51b585b246a0" /><Relationship Type="http://schemas.openxmlformats.org/officeDocument/2006/relationships/slideLayout" Target="/ppt/slideLayouts/slideLayout4.xml" Id="Rc74aea41194640c4" /><Relationship Type="http://schemas.openxmlformats.org/officeDocument/2006/relationships/slideLayout" Target="/ppt/slideLayouts/slideLayout5.xml" Id="R02514d9c1f0f4b20" /><Relationship Type="http://schemas.openxmlformats.org/officeDocument/2006/relationships/slideLayout" Target="/ppt/slideLayouts/slideLayout6.xml" Id="Rd458eb73306148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ea4e745e3544e3"/>
    <p:sldLayoutId xmlns:r="http://schemas.openxmlformats.org/officeDocument/2006/relationships" id="2147483650" r:id="R19a306941f6448f6"/>
    <p:sldLayoutId xmlns:r="http://schemas.openxmlformats.org/officeDocument/2006/relationships" id="2147483651" r:id="R468f51b585b246a0"/>
    <p:sldLayoutId xmlns:r="http://schemas.openxmlformats.org/officeDocument/2006/relationships" id="2147483652" r:id="Rc74aea41194640c4"/>
    <p:sldLayoutId xmlns:r="http://schemas.openxmlformats.org/officeDocument/2006/relationships" id="2147483653" r:id="R02514d9c1f0f4b20"/>
    <p:sldLayoutId xmlns:r="http://schemas.openxmlformats.org/officeDocument/2006/relationships" id="2147483654" r:id="Rd458eb73306148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d82185bf11f475b" /><Relationship Type="http://schemas.openxmlformats.org/officeDocument/2006/relationships/image" Target="/ppt/media/image.png" Id="R79b8564124e348e7" /><Relationship Type="http://schemas.openxmlformats.org/officeDocument/2006/relationships/notesSlide" Target="/ppt/notesSlides/notesSlide1.xml" Id="R9c4fb69114434d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79e5f6ae1404f94" /><Relationship Type="http://schemas.openxmlformats.org/officeDocument/2006/relationships/notesSlide" Target="/ppt/notesSlides/notesSlide2.xml" Id="R143951f26de143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afaca69371046cf" /><Relationship Type="http://schemas.openxmlformats.org/officeDocument/2006/relationships/image" Target="/ppt/media/image2.png" Id="R6da28ebbcec942ca" /><Relationship Type="http://schemas.openxmlformats.org/officeDocument/2006/relationships/image" Target="/ppt/media/image3.png" Id="R1f8e23501d534038" /><Relationship Type="http://schemas.openxmlformats.org/officeDocument/2006/relationships/image" Target="/ppt/media/image4.png" Id="R3a82afc167d24239" /><Relationship Type="http://schemas.openxmlformats.org/officeDocument/2006/relationships/image" Target="/ppt/media/image5.png" Id="Rd711dffac5e64d6f" /><Relationship Type="http://schemas.openxmlformats.org/officeDocument/2006/relationships/notesSlide" Target="/ppt/notesSlides/notesSlide3.xml" Id="R9ea4e5c488f349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08f5b511a41462a" /><Relationship Type="http://schemas.openxmlformats.org/officeDocument/2006/relationships/notesSlide" Target="/ppt/notesSlides/notesSlide4.xml" Id="R9447dd2f911746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eca312e459e4867" /><Relationship Type="http://schemas.openxmlformats.org/officeDocument/2006/relationships/notesSlide" Target="/ppt/notesSlides/notesSlide5.xml" Id="R5bf1d31ab7e34f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818e14dcce547bd" /><Relationship Type="http://schemas.openxmlformats.org/officeDocument/2006/relationships/notesSlide" Target="/ppt/notesSlides/notesSlide6.xml" Id="R6729c3779b4d4b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f4341d7050146fd" /><Relationship Type="http://schemas.openxmlformats.org/officeDocument/2006/relationships/notesSlide" Target="/ppt/notesSlides/notesSlide7.xml" Id="R17c68dda650749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eb718460ef94027" /><Relationship Type="http://schemas.openxmlformats.org/officeDocument/2006/relationships/notesSlide" Target="/ppt/notesSlides/notesSlide8.xml" Id="R6aec3a6cfdca4145" /></Relationships>
</file>

<file path=ppt/slides/slide1.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B0B22BA-0C95-4B9B-8894-D7D1DE42531B}"/>
              </a:ext>
            </a:extLst>
          </p:cNvPr>
          <p:cNvPicPr>
            <a:picLocks xmlns:a="http://schemas.openxmlformats.org/drawingml/2006/main" noChangeAspect="1"/>
          </p:cNvPicPr>
          <p:nvPr/>
        </p:nvPicPr>
        <p:blipFill>
          <a:blip xmlns:r="http://schemas.openxmlformats.org/officeDocument/2006/relationships" xmlns:a="http://schemas.openxmlformats.org/drawingml/2006/main" r:embed="R79b8564124e348e7"/>
          <a:srcRect xmlns:a="http://schemas.openxmlformats.org/drawingml/2006/main" l="20688" t="0" r="20688" b="0"/>
          <a:stretch xmlns:a="http://schemas.openxmlformats.org/drawingml/2006/main">
            <a:fillRect l="0" t="0" r="0" b="0"/>
          </a:stretch>
        </p:blipFill>
        <p:spPr>
          <a:xfrm xmlns:a="http://schemas.openxmlformats.org/drawingml/2006/main">
            <a:off x="5048250" y="0"/>
            <a:ext cx="7143750" cy="6858000"/>
          </a:xfrm>
          <a:prstGeom xmlns:a="http://schemas.openxmlformats.org/drawingml/2006/main" prst="rect">
            <a:avLst/>
          </a:prstGeom>
        </p:spPr>
      </p:pic>
      <p:sp>
        <p:nvSpPr>
          <p:cNvPr id="2" name="Found">
            <a:extLst xmlns:a="http://schemas.openxmlformats.org/drawingml/2006/main">
              <a:ext uri="{FF2B5EF4-FFF2-40B4-BE49-F238E27FC236}">
                <a16:creationId xmlns:a16="http://schemas.microsoft.com/office/drawing/2014/main" id="{593FCB7A-F764-4F0C-A8AE-711E7316424A}"/>
              </a:ext>
            </a:extLst>
          </p:cNvPr>
          <p:cNvSpPr>
            <a:spLocks xmlns:a="http://schemas.openxmlformats.org/drawingml/2006/main" noGrp="1"/>
          </p:cNvSpPr>
          <p:nvPr/>
        </p:nvSpPr>
        <p:spPr>
          <a:xfrm xmlns:a="http://schemas.openxmlformats.org/drawingml/2006/main">
            <a:off x="609600" y="1504950"/>
            <a:ext cx="4286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6600" b="1">
                <a:solidFill>
                  <a:srgbClr val="153D33"/>
                </a:solidFill>
                <a:latin typeface="Nimbus Sans"/>
                <a:ea typeface="Nimbus Sans"/>
                <a:cs typeface="Nimbus Sans"/>
              </a:defRPr>
            </a:defPPr>
            <a:lvl1pPr algn="l">
              <a:buNone/>
              <a:defRPr sz="6600" b="1">
                <a:solidFill>
                  <a:srgbClr val="153D33"/>
                </a:solidFill>
                <a:latin typeface="Nimbus Sans"/>
                <a:ea typeface="Nimbus Sans"/>
                <a:cs typeface="Nimbus Sans"/>
              </a:defRPr>
            </a:lvl1pPr>
            <a:lvl2pPr algn="l">
              <a:buNone/>
              <a:defRPr sz="6600" b="1">
                <a:solidFill>
                  <a:srgbClr val="153D33"/>
                </a:solidFill>
                <a:latin typeface="Nimbus Sans"/>
                <a:ea typeface="Nimbus Sans"/>
                <a:cs typeface="Nimbus Sans"/>
              </a:defRPr>
            </a:lvl2pPr>
            <a:lvl3pPr algn="l">
              <a:buNone/>
              <a:defRPr sz="6600" b="1">
                <a:solidFill>
                  <a:srgbClr val="153D33"/>
                </a:solidFill>
                <a:latin typeface="Nimbus Sans"/>
                <a:ea typeface="Nimbus Sans"/>
                <a:cs typeface="Nimbus Sans"/>
              </a:defRPr>
            </a:lvl3pPr>
            <a:lvl4pPr algn="l">
              <a:buNone/>
              <a:defRPr sz="6600" b="1">
                <a:solidFill>
                  <a:srgbClr val="153D33"/>
                </a:solidFill>
                <a:latin typeface="Nimbus Sans"/>
                <a:ea typeface="Nimbus Sans"/>
                <a:cs typeface="Nimbus Sans"/>
              </a:defRPr>
            </a:lvl4pPr>
            <a:lvl5pPr algn="l">
              <a:buNone/>
              <a:defRPr sz="6600" b="1">
                <a:solidFill>
                  <a:srgbClr val="153D33"/>
                </a:solidFill>
                <a:latin typeface="Nimbus Sans"/>
                <a:ea typeface="Nimbus Sans"/>
                <a:cs typeface="Nimbus Sans"/>
              </a:defRPr>
            </a:lvl5pPr>
            <a:lvl6pPr algn="l">
              <a:buNone/>
              <a:defRPr sz="6600" b="1">
                <a:solidFill>
                  <a:srgbClr val="153D33"/>
                </a:solidFill>
                <a:latin typeface="Nimbus Sans"/>
                <a:ea typeface="Nimbus Sans"/>
                <a:cs typeface="Nimbus Sans"/>
              </a:defRPr>
            </a:lvl6pPr>
            <a:lvl7pPr algn="l">
              <a:buNone/>
              <a:defRPr sz="6600" b="1">
                <a:solidFill>
                  <a:srgbClr val="153D33"/>
                </a:solidFill>
                <a:latin typeface="Nimbus Sans"/>
                <a:ea typeface="Nimbus Sans"/>
                <a:cs typeface="Nimbus Sans"/>
              </a:defRPr>
            </a:lvl7pPr>
            <a:lvl8pPr algn="l">
              <a:buNone/>
              <a:defRPr sz="6600" b="1">
                <a:solidFill>
                  <a:srgbClr val="153D33"/>
                </a:solidFill>
                <a:latin typeface="Nimbus Sans"/>
                <a:ea typeface="Nimbus Sans"/>
                <a:cs typeface="Nimbus Sans"/>
              </a:defRPr>
            </a:lvl8pPr>
            <a:lvl9pPr algn="l">
              <a:buNone/>
              <a:defRPr sz="6600" b="1">
                <a:solidFill>
                  <a:srgbClr val="153D33"/>
                </a:solidFill>
                <a:latin typeface="Nimbus Sans"/>
                <a:ea typeface="Nimbus Sans"/>
                <a:cs typeface="Nimbus Sans"/>
              </a:defRPr>
            </a:lvl9pPr>
          </a:lstStyle>
          <a:p xmlns:a="http://schemas.openxmlformats.org/drawingml/2006/main">
            <a:pPr algn="l">
              <a:buNone/>
              <a:defRPr sz="6600" b="1">
                <a:solidFill>
                  <a:srgbClr val="153D33"/>
                </a:solidFill>
                <a:latin typeface="Nimbus Sans"/>
                <a:ea typeface="Nimbus Sans"/>
                <a:cs typeface="Nimbus Sans"/>
              </a:defRPr>
            </a:pPr>
            <a:r>
              <a:rPr sz="6600" b="1">
                <a:solidFill>
                  <a:srgbClr val="153D33"/>
                </a:solidFill>
                <a:latin typeface="Nimbus Sans"/>
                <a:ea typeface="Nimbus Sans"/>
                <a:cs typeface="Nimbus Sans"/>
              </a:rPr>
              <a:t>Found</a:t>
            </a:r>
          </a:p>
        </p:txBody>
      </p:sp>
      <p:sp>
        <p:nvSpPr>
          <p:cNvPr id="3" name="AI-assisted campus&#10;lost and found">
            <a:extLst xmlns:a="http://schemas.openxmlformats.org/drawingml/2006/main">
              <a:ext uri="{FF2B5EF4-FFF2-40B4-BE49-F238E27FC236}">
                <a16:creationId xmlns:a16="http://schemas.microsoft.com/office/drawing/2014/main" id="{9E5E7C66-E9E0-4396-9F9C-4BFA90FBC9A6}"/>
              </a:ext>
            </a:extLst>
          </p:cNvPr>
          <p:cNvSpPr>
            <a:spLocks xmlns:a="http://schemas.openxmlformats.org/drawingml/2006/main" noGrp="1"/>
          </p:cNvSpPr>
          <p:nvPr/>
        </p:nvSpPr>
        <p:spPr>
          <a:xfrm xmlns:a="http://schemas.openxmlformats.org/drawingml/2006/main">
            <a:off x="647700" y="2705100"/>
            <a:ext cx="4095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00" b="1">
                <a:solidFill>
                  <a:srgbClr val="153D33"/>
                </a:solidFill>
                <a:latin typeface="Nimbus Sans"/>
                <a:ea typeface="Nimbus Sans"/>
                <a:cs typeface="Nimbus Sans"/>
              </a:defRPr>
            </a:defPPr>
            <a:lvl1pPr algn="l">
              <a:buNone/>
              <a:defRPr sz="3000" b="1">
                <a:solidFill>
                  <a:srgbClr val="153D33"/>
                </a:solidFill>
                <a:latin typeface="Nimbus Sans"/>
                <a:ea typeface="Nimbus Sans"/>
                <a:cs typeface="Nimbus Sans"/>
              </a:defRPr>
            </a:lvl1pPr>
            <a:lvl2pPr algn="l">
              <a:buNone/>
              <a:defRPr sz="3000" b="1">
                <a:solidFill>
                  <a:srgbClr val="153D33"/>
                </a:solidFill>
                <a:latin typeface="Nimbus Sans"/>
                <a:ea typeface="Nimbus Sans"/>
                <a:cs typeface="Nimbus Sans"/>
              </a:defRPr>
            </a:lvl2pPr>
            <a:lvl3pPr algn="l">
              <a:buNone/>
              <a:defRPr sz="3000" b="1">
                <a:solidFill>
                  <a:srgbClr val="153D33"/>
                </a:solidFill>
                <a:latin typeface="Nimbus Sans"/>
                <a:ea typeface="Nimbus Sans"/>
                <a:cs typeface="Nimbus Sans"/>
              </a:defRPr>
            </a:lvl3pPr>
            <a:lvl4pPr algn="l">
              <a:buNone/>
              <a:defRPr sz="3000" b="1">
                <a:solidFill>
                  <a:srgbClr val="153D33"/>
                </a:solidFill>
                <a:latin typeface="Nimbus Sans"/>
                <a:ea typeface="Nimbus Sans"/>
                <a:cs typeface="Nimbus Sans"/>
              </a:defRPr>
            </a:lvl4pPr>
            <a:lvl5pPr algn="l">
              <a:buNone/>
              <a:defRPr sz="3000" b="1">
                <a:solidFill>
                  <a:srgbClr val="153D33"/>
                </a:solidFill>
                <a:latin typeface="Nimbus Sans"/>
                <a:ea typeface="Nimbus Sans"/>
                <a:cs typeface="Nimbus Sans"/>
              </a:defRPr>
            </a:lvl5pPr>
            <a:lvl6pPr algn="l">
              <a:buNone/>
              <a:defRPr sz="3000" b="1">
                <a:solidFill>
                  <a:srgbClr val="153D33"/>
                </a:solidFill>
                <a:latin typeface="Nimbus Sans"/>
                <a:ea typeface="Nimbus Sans"/>
                <a:cs typeface="Nimbus Sans"/>
              </a:defRPr>
            </a:lvl6pPr>
            <a:lvl7pPr algn="l">
              <a:buNone/>
              <a:defRPr sz="3000" b="1">
                <a:solidFill>
                  <a:srgbClr val="153D33"/>
                </a:solidFill>
                <a:latin typeface="Nimbus Sans"/>
                <a:ea typeface="Nimbus Sans"/>
                <a:cs typeface="Nimbus Sans"/>
              </a:defRPr>
            </a:lvl7pPr>
            <a:lvl8pPr algn="l">
              <a:buNone/>
              <a:defRPr sz="3000" b="1">
                <a:solidFill>
                  <a:srgbClr val="153D33"/>
                </a:solidFill>
                <a:latin typeface="Nimbus Sans"/>
                <a:ea typeface="Nimbus Sans"/>
                <a:cs typeface="Nimbus Sans"/>
              </a:defRPr>
            </a:lvl8pPr>
            <a:lvl9pPr algn="l">
              <a:buNone/>
              <a:defRPr sz="3000" b="1">
                <a:solidFill>
                  <a:srgbClr val="153D33"/>
                </a:solidFill>
                <a:latin typeface="Nimbus Sans"/>
                <a:ea typeface="Nimbus Sans"/>
                <a:cs typeface="Nimbus Sans"/>
              </a:defRPr>
            </a:lvl9pPr>
          </a:lstStyle>
          <a:p xmlns:a="http://schemas.openxmlformats.org/drawingml/2006/main">
            <a:pPr algn="l">
              <a:buNone/>
              <a:defRPr sz="3000" b="1">
                <a:solidFill>
                  <a:srgbClr val="153D33"/>
                </a:solidFill>
                <a:latin typeface="Nimbus Sans"/>
                <a:ea typeface="Nimbus Sans"/>
                <a:cs typeface="Nimbus Sans"/>
              </a:defRPr>
            </a:pPr>
            <a:r>
              <a:rPr sz="3000" b="1">
                <a:solidFill>
                  <a:srgbClr val="153D33"/>
                </a:solidFill>
                <a:latin typeface="Nimbus Sans"/>
                <a:ea typeface="Nimbus Sans"/>
                <a:cs typeface="Nimbus Sans"/>
              </a:rPr>
              <a:t>AI-assisted campus</a:t>
            </a:r>
          </a:p>
          <a:p xmlns:a="http://schemas.openxmlformats.org/drawingml/2006/main">
            <a:pPr algn="l">
              <a:buNone/>
              <a:defRPr sz="3000" b="1">
                <a:solidFill>
                  <a:srgbClr val="153D33"/>
                </a:solidFill>
                <a:latin typeface="Nimbus Sans"/>
                <a:ea typeface="Nimbus Sans"/>
                <a:cs typeface="Nimbus Sans"/>
              </a:defRPr>
            </a:pPr>
            <a:r>
              <a:rPr sz="3000" b="1">
                <a:solidFill>
                  <a:srgbClr val="153D33"/>
                </a:solidFill>
                <a:latin typeface="Nimbus Sans"/>
                <a:ea typeface="Nimbus Sans"/>
                <a:cs typeface="Nimbus Sans"/>
              </a:rPr>
              <a:t>lost and found</a:t>
            </a:r>
          </a:p>
        </p:txBody>
      </p:sp>
      <p:sp>
        <p:nvSpPr>
          <p:cNvPr id="4" name="iPad terminal, Raspberry Pi&#10;and four storage c">
            <a:extLst xmlns:a="http://schemas.openxmlformats.org/drawingml/2006/main">
              <a:ext uri="{FF2B5EF4-FFF2-40B4-BE49-F238E27FC236}">
                <a16:creationId xmlns:a16="http://schemas.microsoft.com/office/drawing/2014/main" id="{57250BDA-1C4B-4CD2-8E03-B3CFB29E494F}"/>
              </a:ext>
            </a:extLst>
          </p:cNvPr>
          <p:cNvSpPr>
            <a:spLocks xmlns:a="http://schemas.openxmlformats.org/drawingml/2006/main" noGrp="1"/>
          </p:cNvSpPr>
          <p:nvPr/>
        </p:nvSpPr>
        <p:spPr>
          <a:xfrm xmlns:a="http://schemas.openxmlformats.org/drawingml/2006/main">
            <a:off x="647700" y="4048125"/>
            <a:ext cx="400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5E7168"/>
                </a:solidFill>
                <a:latin typeface="Nimbus Sans"/>
                <a:ea typeface="Nimbus Sans"/>
                <a:cs typeface="Nimbus Sans"/>
              </a:defRPr>
            </a:defPPr>
            <a:lvl1pPr algn="l">
              <a:buNone/>
              <a:defRPr sz="2025" b="0">
                <a:solidFill>
                  <a:srgbClr val="5E7168"/>
                </a:solidFill>
                <a:latin typeface="Nimbus Sans"/>
                <a:ea typeface="Nimbus Sans"/>
                <a:cs typeface="Nimbus Sans"/>
              </a:defRPr>
            </a:lvl1pPr>
            <a:lvl2pPr algn="l">
              <a:buNone/>
              <a:defRPr sz="2025" b="0">
                <a:solidFill>
                  <a:srgbClr val="5E7168"/>
                </a:solidFill>
                <a:latin typeface="Nimbus Sans"/>
                <a:ea typeface="Nimbus Sans"/>
                <a:cs typeface="Nimbus Sans"/>
              </a:defRPr>
            </a:lvl2pPr>
            <a:lvl3pPr algn="l">
              <a:buNone/>
              <a:defRPr sz="2025" b="0">
                <a:solidFill>
                  <a:srgbClr val="5E7168"/>
                </a:solidFill>
                <a:latin typeface="Nimbus Sans"/>
                <a:ea typeface="Nimbus Sans"/>
                <a:cs typeface="Nimbus Sans"/>
              </a:defRPr>
            </a:lvl3pPr>
            <a:lvl4pPr algn="l">
              <a:buNone/>
              <a:defRPr sz="2025" b="0">
                <a:solidFill>
                  <a:srgbClr val="5E7168"/>
                </a:solidFill>
                <a:latin typeface="Nimbus Sans"/>
                <a:ea typeface="Nimbus Sans"/>
                <a:cs typeface="Nimbus Sans"/>
              </a:defRPr>
            </a:lvl4pPr>
            <a:lvl5pPr algn="l">
              <a:buNone/>
              <a:defRPr sz="2025" b="0">
                <a:solidFill>
                  <a:srgbClr val="5E7168"/>
                </a:solidFill>
                <a:latin typeface="Nimbus Sans"/>
                <a:ea typeface="Nimbus Sans"/>
                <a:cs typeface="Nimbus Sans"/>
              </a:defRPr>
            </a:lvl5pPr>
            <a:lvl6pPr algn="l">
              <a:buNone/>
              <a:defRPr sz="2025" b="0">
                <a:solidFill>
                  <a:srgbClr val="5E7168"/>
                </a:solidFill>
                <a:latin typeface="Nimbus Sans"/>
                <a:ea typeface="Nimbus Sans"/>
                <a:cs typeface="Nimbus Sans"/>
              </a:defRPr>
            </a:lvl6pPr>
            <a:lvl7pPr algn="l">
              <a:buNone/>
              <a:defRPr sz="2025" b="0">
                <a:solidFill>
                  <a:srgbClr val="5E7168"/>
                </a:solidFill>
                <a:latin typeface="Nimbus Sans"/>
                <a:ea typeface="Nimbus Sans"/>
                <a:cs typeface="Nimbus Sans"/>
              </a:defRPr>
            </a:lvl7pPr>
            <a:lvl8pPr algn="l">
              <a:buNone/>
              <a:defRPr sz="2025" b="0">
                <a:solidFill>
                  <a:srgbClr val="5E7168"/>
                </a:solidFill>
                <a:latin typeface="Nimbus Sans"/>
                <a:ea typeface="Nimbus Sans"/>
                <a:cs typeface="Nimbus Sans"/>
              </a:defRPr>
            </a:lvl8pPr>
            <a:lvl9pPr algn="l">
              <a:buNone/>
              <a:defRPr sz="2025" b="0">
                <a:solidFill>
                  <a:srgbClr val="5E7168"/>
                </a:solidFill>
                <a:latin typeface="Nimbus Sans"/>
                <a:ea typeface="Nimbus Sans"/>
                <a:cs typeface="Nimbus Sans"/>
              </a:defRPr>
            </a:lvl9pPr>
          </a:lstStyle>
          <a:p xmlns:a="http://schemas.openxmlformats.org/drawingml/2006/main">
            <a:pPr algn="l">
              <a:buNone/>
              <a:defRPr sz="2025" b="0">
                <a:solidFill>
                  <a:srgbClr val="5E7168"/>
                </a:solidFill>
                <a:latin typeface="Nimbus Sans"/>
                <a:ea typeface="Nimbus Sans"/>
                <a:cs typeface="Nimbus Sans"/>
              </a:defRPr>
            </a:pPr>
            <a:r>
              <a:rPr sz="2025" b="0">
                <a:solidFill>
                  <a:srgbClr val="5E7168"/>
                </a:solidFill>
                <a:latin typeface="Nimbus Sans"/>
                <a:ea typeface="Nimbus Sans"/>
                <a:cs typeface="Nimbus Sans"/>
              </a:rPr>
              <a:t>iPad terminal, Raspberry Pi</a:t>
            </a:r>
          </a:p>
          <a:p xmlns:a="http://schemas.openxmlformats.org/drawingml/2006/main">
            <a:pPr algn="l">
              <a:buNone/>
              <a:defRPr sz="2025" b="0">
                <a:solidFill>
                  <a:srgbClr val="5E7168"/>
                </a:solidFill>
                <a:latin typeface="Nimbus Sans"/>
                <a:ea typeface="Nimbus Sans"/>
                <a:cs typeface="Nimbus Sans"/>
              </a:defRPr>
            </a:pPr>
            <a:r>
              <a:rPr sz="2025" b="0">
                <a:solidFill>
                  <a:srgbClr val="5E7168"/>
                </a:solidFill>
                <a:latin typeface="Nimbus Sans"/>
                <a:ea typeface="Nimbus Sans"/>
                <a:cs typeface="Nimbus Sans"/>
              </a:rPr>
              <a:t>and four storage compartments</a:t>
            </a:r>
          </a:p>
        </p:txBody>
      </p:sp>
      <p:sp>
        <p:nvSpPr>
          <p:cNvPr id="5" name="COMP728 · Assessment 2&#10;Final project presentat">
            <a:extLst xmlns:a="http://schemas.openxmlformats.org/drawingml/2006/main">
              <a:ext uri="{FF2B5EF4-FFF2-40B4-BE49-F238E27FC236}">
                <a16:creationId xmlns:a16="http://schemas.microsoft.com/office/drawing/2014/main" id="{0ED018F7-FC7B-46D4-8DDD-11F2958DA597}"/>
              </a:ext>
            </a:extLst>
          </p:cNvPr>
          <p:cNvSpPr>
            <a:spLocks xmlns:a="http://schemas.openxmlformats.org/drawingml/2006/main" noGrp="1"/>
          </p:cNvSpPr>
          <p:nvPr/>
        </p:nvSpPr>
        <p:spPr>
          <a:xfrm xmlns:a="http://schemas.openxmlformats.org/drawingml/2006/main">
            <a:off x="647700" y="5743575"/>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5E7168"/>
                </a:solidFill>
                <a:latin typeface="Nimbus Sans"/>
                <a:ea typeface="Nimbus Sans"/>
                <a:cs typeface="Nimbus Sans"/>
              </a:defRPr>
            </a:defPPr>
            <a:lvl1pPr algn="l">
              <a:buNone/>
              <a:defRPr sz="1425" b="0">
                <a:solidFill>
                  <a:srgbClr val="5E7168"/>
                </a:solidFill>
                <a:latin typeface="Nimbus Sans"/>
                <a:ea typeface="Nimbus Sans"/>
                <a:cs typeface="Nimbus Sans"/>
              </a:defRPr>
            </a:lvl1pPr>
            <a:lvl2pPr algn="l">
              <a:buNone/>
              <a:defRPr sz="1425" b="0">
                <a:solidFill>
                  <a:srgbClr val="5E7168"/>
                </a:solidFill>
                <a:latin typeface="Nimbus Sans"/>
                <a:ea typeface="Nimbus Sans"/>
                <a:cs typeface="Nimbus Sans"/>
              </a:defRPr>
            </a:lvl2pPr>
            <a:lvl3pPr algn="l">
              <a:buNone/>
              <a:defRPr sz="1425" b="0">
                <a:solidFill>
                  <a:srgbClr val="5E7168"/>
                </a:solidFill>
                <a:latin typeface="Nimbus Sans"/>
                <a:ea typeface="Nimbus Sans"/>
                <a:cs typeface="Nimbus Sans"/>
              </a:defRPr>
            </a:lvl3pPr>
            <a:lvl4pPr algn="l">
              <a:buNone/>
              <a:defRPr sz="1425" b="0">
                <a:solidFill>
                  <a:srgbClr val="5E7168"/>
                </a:solidFill>
                <a:latin typeface="Nimbus Sans"/>
                <a:ea typeface="Nimbus Sans"/>
                <a:cs typeface="Nimbus Sans"/>
              </a:defRPr>
            </a:lvl4pPr>
            <a:lvl5pPr algn="l">
              <a:buNone/>
              <a:defRPr sz="1425" b="0">
                <a:solidFill>
                  <a:srgbClr val="5E7168"/>
                </a:solidFill>
                <a:latin typeface="Nimbus Sans"/>
                <a:ea typeface="Nimbus Sans"/>
                <a:cs typeface="Nimbus Sans"/>
              </a:defRPr>
            </a:lvl5pPr>
            <a:lvl6pPr algn="l">
              <a:buNone/>
              <a:defRPr sz="1425" b="0">
                <a:solidFill>
                  <a:srgbClr val="5E7168"/>
                </a:solidFill>
                <a:latin typeface="Nimbus Sans"/>
                <a:ea typeface="Nimbus Sans"/>
                <a:cs typeface="Nimbus Sans"/>
              </a:defRPr>
            </a:lvl6pPr>
            <a:lvl7pPr algn="l">
              <a:buNone/>
              <a:defRPr sz="1425" b="0">
                <a:solidFill>
                  <a:srgbClr val="5E7168"/>
                </a:solidFill>
                <a:latin typeface="Nimbus Sans"/>
                <a:ea typeface="Nimbus Sans"/>
                <a:cs typeface="Nimbus Sans"/>
              </a:defRPr>
            </a:lvl7pPr>
            <a:lvl8pPr algn="l">
              <a:buNone/>
              <a:defRPr sz="1425" b="0">
                <a:solidFill>
                  <a:srgbClr val="5E7168"/>
                </a:solidFill>
                <a:latin typeface="Nimbus Sans"/>
                <a:ea typeface="Nimbus Sans"/>
                <a:cs typeface="Nimbus Sans"/>
              </a:defRPr>
            </a:lvl8pPr>
            <a:lvl9pPr algn="l">
              <a:buNone/>
              <a:defRPr sz="1425" b="0">
                <a:solidFill>
                  <a:srgbClr val="5E7168"/>
                </a:solidFill>
                <a:latin typeface="Nimbus Sans"/>
                <a:ea typeface="Nimbus Sans"/>
                <a:cs typeface="Nimbus Sans"/>
              </a:defRPr>
            </a:lvl9pPr>
          </a:lstStyle>
          <a:p xmlns:a="http://schemas.openxmlformats.org/drawingml/2006/main">
            <a:pPr algn="l">
              <a:buNone/>
              <a:defRPr sz="1425" b="0">
                <a:solidFill>
                  <a:srgbClr val="5E7168"/>
                </a:solidFill>
                <a:latin typeface="Nimbus Sans"/>
                <a:ea typeface="Nimbus Sans"/>
                <a:cs typeface="Nimbus Sans"/>
              </a:defRPr>
            </a:pPr>
            <a:r>
              <a:rPr sz="1425" b="0">
                <a:solidFill>
                  <a:srgbClr val="5E7168"/>
                </a:solidFill>
                <a:latin typeface="Nimbus Sans"/>
                <a:ea typeface="Nimbus Sans"/>
                <a:cs typeface="Nimbus Sans"/>
              </a:rPr>
              <a:t>COMP728 · Assessment 2</a:t>
            </a:r>
          </a:p>
          <a:p xmlns:a="http://schemas.openxmlformats.org/drawingml/2006/main">
            <a:pPr algn="l">
              <a:buNone/>
              <a:defRPr sz="1425" b="0">
                <a:solidFill>
                  <a:srgbClr val="5E7168"/>
                </a:solidFill>
                <a:latin typeface="Nimbus Sans"/>
                <a:ea typeface="Nimbus Sans"/>
                <a:cs typeface="Nimbus Sans"/>
              </a:defRPr>
            </a:pPr>
            <a:r>
              <a:rPr sz="1425" b="0">
                <a:solidFill>
                  <a:srgbClr val="5E7168"/>
                </a:solidFill>
                <a:latin typeface="Nimbus Sans"/>
                <a:ea typeface="Nimbus Sans"/>
                <a:cs typeface="Nimbus Sans"/>
              </a:rPr>
              <a:t>Final project presentation · October 2026</a:t>
            </a:r>
          </a:p>
        </p:txBody>
      </p:sp>
      <p:sp>
        <p:nvSpPr>
          <p:cNvPr id="6" name="AI-generated concept illustration">
            <a:extLst xmlns:a="http://schemas.openxmlformats.org/drawingml/2006/main">
              <a:ext uri="{FF2B5EF4-FFF2-40B4-BE49-F238E27FC236}">
                <a16:creationId xmlns:a16="http://schemas.microsoft.com/office/drawing/2014/main" id="{27675855-6F81-4FAA-A0D1-526F424CE8E0}"/>
              </a:ext>
            </a:extLst>
          </p:cNvPr>
          <p:cNvSpPr>
            <a:spLocks xmlns:a="http://schemas.openxmlformats.org/drawingml/2006/main" noGrp="1"/>
          </p:cNvSpPr>
          <p:nvPr/>
        </p:nvSpPr>
        <p:spPr>
          <a:xfrm xmlns:a="http://schemas.openxmlformats.org/drawingml/2006/main">
            <a:off x="7477125" y="6448425"/>
            <a:ext cx="419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125" b="0">
                <a:solidFill>
                  <a:srgbClr val="FFFFFF"/>
                </a:solidFill>
                <a:latin typeface="Nimbus Sans"/>
                <a:ea typeface="Nimbus Sans"/>
                <a:cs typeface="Nimbus Sans"/>
              </a:defRPr>
            </a:defPPr>
            <a:lvl1pPr algn="r">
              <a:buNone/>
              <a:defRPr sz="1125" b="0">
                <a:solidFill>
                  <a:srgbClr val="FFFFFF"/>
                </a:solidFill>
                <a:latin typeface="Nimbus Sans"/>
                <a:ea typeface="Nimbus Sans"/>
                <a:cs typeface="Nimbus Sans"/>
              </a:defRPr>
            </a:lvl1pPr>
            <a:lvl2pPr algn="r">
              <a:buNone/>
              <a:defRPr sz="1125" b="0">
                <a:solidFill>
                  <a:srgbClr val="FFFFFF"/>
                </a:solidFill>
                <a:latin typeface="Nimbus Sans"/>
                <a:ea typeface="Nimbus Sans"/>
                <a:cs typeface="Nimbus Sans"/>
              </a:defRPr>
            </a:lvl2pPr>
            <a:lvl3pPr algn="r">
              <a:buNone/>
              <a:defRPr sz="1125" b="0">
                <a:solidFill>
                  <a:srgbClr val="FFFFFF"/>
                </a:solidFill>
                <a:latin typeface="Nimbus Sans"/>
                <a:ea typeface="Nimbus Sans"/>
                <a:cs typeface="Nimbus Sans"/>
              </a:defRPr>
            </a:lvl3pPr>
            <a:lvl4pPr algn="r">
              <a:buNone/>
              <a:defRPr sz="1125" b="0">
                <a:solidFill>
                  <a:srgbClr val="FFFFFF"/>
                </a:solidFill>
                <a:latin typeface="Nimbus Sans"/>
                <a:ea typeface="Nimbus Sans"/>
                <a:cs typeface="Nimbus Sans"/>
              </a:defRPr>
            </a:lvl4pPr>
            <a:lvl5pPr algn="r">
              <a:buNone/>
              <a:defRPr sz="1125" b="0">
                <a:solidFill>
                  <a:srgbClr val="FFFFFF"/>
                </a:solidFill>
                <a:latin typeface="Nimbus Sans"/>
                <a:ea typeface="Nimbus Sans"/>
                <a:cs typeface="Nimbus Sans"/>
              </a:defRPr>
            </a:lvl5pPr>
            <a:lvl6pPr algn="r">
              <a:buNone/>
              <a:defRPr sz="1125" b="0">
                <a:solidFill>
                  <a:srgbClr val="FFFFFF"/>
                </a:solidFill>
                <a:latin typeface="Nimbus Sans"/>
                <a:ea typeface="Nimbus Sans"/>
                <a:cs typeface="Nimbus Sans"/>
              </a:defRPr>
            </a:lvl6pPr>
            <a:lvl7pPr algn="r">
              <a:buNone/>
              <a:defRPr sz="1125" b="0">
                <a:solidFill>
                  <a:srgbClr val="FFFFFF"/>
                </a:solidFill>
                <a:latin typeface="Nimbus Sans"/>
                <a:ea typeface="Nimbus Sans"/>
                <a:cs typeface="Nimbus Sans"/>
              </a:defRPr>
            </a:lvl7pPr>
            <a:lvl8pPr algn="r">
              <a:buNone/>
              <a:defRPr sz="1125" b="0">
                <a:solidFill>
                  <a:srgbClr val="FFFFFF"/>
                </a:solidFill>
                <a:latin typeface="Nimbus Sans"/>
                <a:ea typeface="Nimbus Sans"/>
                <a:cs typeface="Nimbus Sans"/>
              </a:defRPr>
            </a:lvl8pPr>
            <a:lvl9pPr algn="r">
              <a:buNone/>
              <a:defRPr sz="1125" b="0">
                <a:solidFill>
                  <a:srgbClr val="FFFFFF"/>
                </a:solidFill>
                <a:latin typeface="Nimbus Sans"/>
                <a:ea typeface="Nimbus Sans"/>
                <a:cs typeface="Nimbus Sans"/>
              </a:defRPr>
            </a:lvl9pPr>
          </a:lstStyle>
          <a:p xmlns:a="http://schemas.openxmlformats.org/drawingml/2006/main">
            <a:pPr algn="r">
              <a:buNone/>
              <a:defRPr sz="1125" b="0">
                <a:solidFill>
                  <a:srgbClr val="FFFFFF"/>
                </a:solidFill>
                <a:latin typeface="Nimbus Sans"/>
                <a:ea typeface="Nimbus Sans"/>
                <a:cs typeface="Nimbus Sans"/>
              </a:defRPr>
            </a:pPr>
            <a:r>
              <a:rPr sz="1125" b="0">
                <a:solidFill>
                  <a:srgbClr val="FFFFFF"/>
                </a:solidFill>
                <a:latin typeface="Nimbus Sans"/>
                <a:ea typeface="Nimbus Sans"/>
                <a:cs typeface="Nimbus Sans"/>
              </a:rPr>
              <a:t>AI-generated concept illustration</a:t>
            </a:r>
          </a:p>
        </p:txBody>
      </p:sp>
      <p:sp>
        <p:nvSpPr>
          <p:cNvPr id="8" name="1. Introduction">
            <a:extLst xmlns:a="http://schemas.openxmlformats.org/drawingml/2006/main">
              <a:ext uri="{FF2B5EF4-FFF2-40B4-BE49-F238E27FC236}">
                <a16:creationId xmlns:a16="http://schemas.microsoft.com/office/drawing/2014/main" id="{4E0C4720-80AB-42E8-92F9-E34BADF6667F}"/>
              </a:ext>
            </a:extLst>
          </p:cNvPr>
          <p:cNvSpPr>
            <a:spLocks xmlns:a="http://schemas.openxmlformats.org/drawingml/2006/main" noGrp="1"/>
          </p:cNvSpPr>
          <p:nvPr/>
        </p:nvSpPr>
        <p:spPr>
          <a:xfrm xmlns:a="http://schemas.openxmlformats.org/drawingml/2006/main">
            <a:off x="647700" y="8191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1">
                <a:solidFill>
                  <a:srgbClr val="24745B"/>
                </a:solidFill>
                <a:latin typeface="Nimbus Sans"/>
                <a:ea typeface="Nimbus Sans"/>
                <a:cs typeface="Nimbus Sans"/>
              </a:defRPr>
            </a:defPPr>
            <a:lvl1pPr algn="l">
              <a:defRPr sz="1725" b="1">
                <a:solidFill>
                  <a:srgbClr val="24745B"/>
                </a:solidFill>
                <a:latin typeface="Nimbus Sans"/>
                <a:ea typeface="Nimbus Sans"/>
                <a:cs typeface="Nimbus Sans"/>
              </a:defRPr>
            </a:lvl1pPr>
            <a:lvl2pPr algn="l">
              <a:defRPr sz="1725" b="1">
                <a:solidFill>
                  <a:srgbClr val="24745B"/>
                </a:solidFill>
                <a:latin typeface="Nimbus Sans"/>
                <a:ea typeface="Nimbus Sans"/>
                <a:cs typeface="Nimbus Sans"/>
              </a:defRPr>
            </a:lvl2pPr>
            <a:lvl3pPr algn="l">
              <a:defRPr sz="1725" b="1">
                <a:solidFill>
                  <a:srgbClr val="24745B"/>
                </a:solidFill>
                <a:latin typeface="Nimbus Sans"/>
                <a:ea typeface="Nimbus Sans"/>
                <a:cs typeface="Nimbus Sans"/>
              </a:defRPr>
            </a:lvl3pPr>
            <a:lvl4pPr algn="l">
              <a:defRPr sz="1725" b="1">
                <a:solidFill>
                  <a:srgbClr val="24745B"/>
                </a:solidFill>
                <a:latin typeface="Nimbus Sans"/>
                <a:ea typeface="Nimbus Sans"/>
                <a:cs typeface="Nimbus Sans"/>
              </a:defRPr>
            </a:lvl4pPr>
            <a:lvl5pPr algn="l">
              <a:defRPr sz="1725" b="1">
                <a:solidFill>
                  <a:srgbClr val="24745B"/>
                </a:solidFill>
                <a:latin typeface="Nimbus Sans"/>
                <a:ea typeface="Nimbus Sans"/>
                <a:cs typeface="Nimbus Sans"/>
              </a:defRPr>
            </a:lvl5pPr>
            <a:lvl6pPr algn="l">
              <a:defRPr sz="1725" b="1">
                <a:solidFill>
                  <a:srgbClr val="24745B"/>
                </a:solidFill>
                <a:latin typeface="Nimbus Sans"/>
                <a:ea typeface="Nimbus Sans"/>
                <a:cs typeface="Nimbus Sans"/>
              </a:defRPr>
            </a:lvl6pPr>
            <a:lvl7pPr algn="l">
              <a:defRPr sz="1725" b="1">
                <a:solidFill>
                  <a:srgbClr val="24745B"/>
                </a:solidFill>
                <a:latin typeface="Nimbus Sans"/>
                <a:ea typeface="Nimbus Sans"/>
                <a:cs typeface="Nimbus Sans"/>
              </a:defRPr>
            </a:lvl7pPr>
            <a:lvl8pPr algn="l">
              <a:defRPr sz="1725" b="1">
                <a:solidFill>
                  <a:srgbClr val="24745B"/>
                </a:solidFill>
                <a:latin typeface="Nimbus Sans"/>
                <a:ea typeface="Nimbus Sans"/>
                <a:cs typeface="Nimbus Sans"/>
              </a:defRPr>
            </a:lvl8pPr>
            <a:lvl9pPr algn="l">
              <a:defRPr sz="1725" b="1">
                <a:solidFill>
                  <a:srgbClr val="24745B"/>
                </a:solidFill>
                <a:latin typeface="Nimbus Sans"/>
                <a:ea typeface="Nimbus Sans"/>
                <a:cs typeface="Nimbus Sans"/>
              </a:defRPr>
            </a:lvl9pPr>
          </a:lstStyle>
          <a:p xmlns:a="http://schemas.openxmlformats.org/drawingml/2006/main">
            <a:pPr algn="l">
              <a:defRPr sz="1725" b="1">
                <a:solidFill>
                  <a:srgbClr val="24745B"/>
                </a:solidFill>
                <a:latin typeface="Nimbus Sans"/>
                <a:ea typeface="Nimbus Sans"/>
                <a:cs typeface="Nimbus Sans"/>
              </a:defRPr>
            </a:pPr>
            <a:r>
              <a:rPr sz="1725" b="1">
                <a:solidFill>
                  <a:srgbClr val="24745B"/>
                </a:solidFill>
                <a:latin typeface="Nimbus Sans"/>
                <a:ea typeface="Nimbus Sans"/>
                <a:cs typeface="Nimbus Sans"/>
              </a:rPr>
              <a:t>1. Introduction</a:t>
            </a:r>
          </a:p>
        </p:txBody>
      </p:sp>
      <p:sp>
        <p:nvSpPr>
          <p:cNvPr id="9" name="Register, search and retrieve">
            <a:extLst xmlns:a="http://schemas.openxmlformats.org/drawingml/2006/main">
              <a:ext uri="{FF2B5EF4-FFF2-40B4-BE49-F238E27FC236}">
                <a16:creationId xmlns:a16="http://schemas.microsoft.com/office/drawing/2014/main" id="{2B2DC75A-2B6E-4AE3-8059-9472BF2F978B}"/>
              </a:ext>
            </a:extLst>
          </p:cNvPr>
          <p:cNvSpPr>
            <a:spLocks xmlns:a="http://schemas.openxmlformats.org/drawingml/2006/main" noGrp="1"/>
          </p:cNvSpPr>
          <p:nvPr/>
        </p:nvSpPr>
        <p:spPr>
          <a:xfrm xmlns:a="http://schemas.openxmlformats.org/drawingml/2006/main">
            <a:off x="647700" y="5095875"/>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a:solidFill>
                  <a:srgbClr val="24745B"/>
                </a:solidFill>
                <a:latin typeface="Nimbus Sans"/>
                <a:ea typeface="Nimbus Sans"/>
                <a:cs typeface="Nimbus Sans"/>
              </a:defRPr>
            </a:defPPr>
            <a:lvl1pPr algn="l">
              <a:defRPr sz="1875" b="1">
                <a:solidFill>
                  <a:srgbClr val="24745B"/>
                </a:solidFill>
                <a:latin typeface="Nimbus Sans"/>
                <a:ea typeface="Nimbus Sans"/>
                <a:cs typeface="Nimbus Sans"/>
              </a:defRPr>
            </a:lvl1pPr>
            <a:lvl2pPr algn="l">
              <a:defRPr sz="1875" b="1">
                <a:solidFill>
                  <a:srgbClr val="24745B"/>
                </a:solidFill>
                <a:latin typeface="Nimbus Sans"/>
                <a:ea typeface="Nimbus Sans"/>
                <a:cs typeface="Nimbus Sans"/>
              </a:defRPr>
            </a:lvl2pPr>
            <a:lvl3pPr algn="l">
              <a:defRPr sz="1875" b="1">
                <a:solidFill>
                  <a:srgbClr val="24745B"/>
                </a:solidFill>
                <a:latin typeface="Nimbus Sans"/>
                <a:ea typeface="Nimbus Sans"/>
                <a:cs typeface="Nimbus Sans"/>
              </a:defRPr>
            </a:lvl3pPr>
            <a:lvl4pPr algn="l">
              <a:defRPr sz="1875" b="1">
                <a:solidFill>
                  <a:srgbClr val="24745B"/>
                </a:solidFill>
                <a:latin typeface="Nimbus Sans"/>
                <a:ea typeface="Nimbus Sans"/>
                <a:cs typeface="Nimbus Sans"/>
              </a:defRPr>
            </a:lvl4pPr>
            <a:lvl5pPr algn="l">
              <a:defRPr sz="1875" b="1">
                <a:solidFill>
                  <a:srgbClr val="24745B"/>
                </a:solidFill>
                <a:latin typeface="Nimbus Sans"/>
                <a:ea typeface="Nimbus Sans"/>
                <a:cs typeface="Nimbus Sans"/>
              </a:defRPr>
            </a:lvl5pPr>
            <a:lvl6pPr algn="l">
              <a:defRPr sz="1875" b="1">
                <a:solidFill>
                  <a:srgbClr val="24745B"/>
                </a:solidFill>
                <a:latin typeface="Nimbus Sans"/>
                <a:ea typeface="Nimbus Sans"/>
                <a:cs typeface="Nimbus Sans"/>
              </a:defRPr>
            </a:lvl6pPr>
            <a:lvl7pPr algn="l">
              <a:defRPr sz="1875" b="1">
                <a:solidFill>
                  <a:srgbClr val="24745B"/>
                </a:solidFill>
                <a:latin typeface="Nimbus Sans"/>
                <a:ea typeface="Nimbus Sans"/>
                <a:cs typeface="Nimbus Sans"/>
              </a:defRPr>
            </a:lvl7pPr>
            <a:lvl8pPr algn="l">
              <a:defRPr sz="1875" b="1">
                <a:solidFill>
                  <a:srgbClr val="24745B"/>
                </a:solidFill>
                <a:latin typeface="Nimbus Sans"/>
                <a:ea typeface="Nimbus Sans"/>
                <a:cs typeface="Nimbus Sans"/>
              </a:defRPr>
            </a:lvl8pPr>
            <a:lvl9pPr algn="l">
              <a:defRPr sz="1875" b="1">
                <a:solidFill>
                  <a:srgbClr val="24745B"/>
                </a:solidFill>
                <a:latin typeface="Nimbus Sans"/>
                <a:ea typeface="Nimbus Sans"/>
                <a:cs typeface="Nimbus Sans"/>
              </a:defRPr>
            </a:lvl9pPr>
          </a:lstStyle>
          <a:p xmlns:a="http://schemas.openxmlformats.org/drawingml/2006/main">
            <a:pPr algn="l">
              <a:defRPr sz="1875" b="1">
                <a:solidFill>
                  <a:srgbClr val="24745B"/>
                </a:solidFill>
                <a:latin typeface="Nimbus Sans"/>
                <a:ea typeface="Nimbus Sans"/>
                <a:cs typeface="Nimbus Sans"/>
              </a:defRPr>
            </a:pPr>
            <a:r>
              <a:rPr sz="1875" b="1">
                <a:solidFill>
                  <a:srgbClr val="24745B"/>
                </a:solidFill>
                <a:latin typeface="Nimbus Sans"/>
                <a:ea typeface="Nimbus Sans"/>
                <a:cs typeface="Nimbus Sans"/>
              </a:rPr>
              <a:t>Register, search and retrieve</a:t>
            </a:r>
          </a:p>
        </p:txBody>
      </p:sp>
    </p:spTree>
    <p:extLst>
      <p:ext uri="{BB962C8B-B14F-4D97-AF65-F5344CB8AC3E}">
        <p14:creationId xmlns:p14="http://schemas.microsoft.com/office/powerpoint/2010/main" val="1356404594"/>
      </p:ext>
    </p:extLst>
  </p:cSld>
</p:sld>
</file>

<file path=ppt/slides/slide2.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8" name="2. Literature survey and motivation">
            <a:extLst xmlns:a="http://schemas.openxmlformats.org/drawingml/2006/main">
              <a:ext uri="{FF2B5EF4-FFF2-40B4-BE49-F238E27FC236}">
                <a16:creationId xmlns:a16="http://schemas.microsoft.com/office/drawing/2014/main" id="{0E0DCED8-5196-461C-B7EB-F46905B21040}"/>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2. Literature survey and motivation</a:t>
            </a:r>
          </a:p>
        </p:txBody>
      </p:sp>
      <p:sp>
        <p:nvSpPr>
          <p:cNvPr id="2" name="Prior work informs the link between item desc">
            <a:extLst xmlns:a="http://schemas.openxmlformats.org/drawingml/2006/main">
              <a:ext uri="{FF2B5EF4-FFF2-40B4-BE49-F238E27FC236}">
                <a16:creationId xmlns:a16="http://schemas.microsoft.com/office/drawing/2014/main" id="{F8AB9D3D-6F8D-4F95-82D0-E413A48D2117}"/>
              </a:ext>
            </a:extLst>
          </p:cNvPr>
          <p:cNvSpPr>
            <a:spLocks xmlns:a="http://schemas.openxmlformats.org/drawingml/2006/main" noGrp="1"/>
          </p:cNvSpPr>
          <p:nvPr/>
        </p:nvSpPr>
        <p:spPr>
          <a:xfrm xmlns:a="http://schemas.openxmlformats.org/drawingml/2006/main">
            <a:off x="609600" y="120015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Prior work informs the link between item descriptions, records and physical storage</a:t>
            </a:r>
          </a:p>
        </p:txBody>
      </p:sp>
      <p:sp>
        <p:nvSpPr>
          <p:cNvPr id="3" name="02">
            <a:extLst xmlns:a="http://schemas.openxmlformats.org/drawingml/2006/main">
              <a:ext uri="{FF2B5EF4-FFF2-40B4-BE49-F238E27FC236}">
                <a16:creationId xmlns:a16="http://schemas.microsoft.com/office/drawing/2014/main" id="{DAE43C48-3F66-4113-88BF-2EF5B87DBC64}"/>
              </a:ext>
            </a:extLst>
          </p:cNvPr>
          <p:cNvSpPr>
            <a:spLocks xmlns:a="http://schemas.openxmlformats.org/drawingml/2006/main" noGrp="1"/>
          </p:cNvSpPr>
          <p:nvPr/>
        </p:nvSpPr>
        <p:spPr>
          <a:xfrm xmlns:a="http://schemas.openxmlformats.org/drawingml/2006/main">
            <a:off x="11239500" y="64198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02</a:t>
            </a:r>
          </a:p>
        </p:txBody>
      </p:sp>
      <p:graphicFrame>
        <p:nvGraphicFramePr>
          <p:cNvPr id="4" name="">
            <a:extLst xmlns:a="http://schemas.openxmlformats.org/drawingml/2006/main">
              <a:ext uri="{FF2B5EF4-FFF2-40B4-BE49-F238E27FC236}">
                <a16:creationId xmlns:a16="http://schemas.microsoft.com/office/drawing/2014/main" id="{A7332890-78EB-4DD0-BA82-E9BD1B050E7D}"/>
              </a:ext>
            </a:extLst>
          </p:cNvPr>
          <p:cNvGraphicFramePr/>
          <p:nvPr/>
        </p:nvGraphicFramePr>
        <p:xfrm>
          <a:off xmlns:a="http://schemas.openxmlformats.org/drawingml/2006/main" x="609600" y="1866900"/>
          <a:ext xmlns:a="http://schemas.openxmlformats.org/drawingml/2006/main" cx="10972800" cy="2495550"/>
        </p:xfrm>
        <a:graphic xmlns:a="http://schemas.openxmlformats.org/drawingml/2006/main">
          <a:graphicData uri="http://schemas.openxmlformats.org/drawingml/2006/table">
            <a:tbl>
              <a:tblPr/>
              <a:tblGrid>
                <a:gridCol w="3238500"/>
                <a:gridCol w="4000500"/>
                <a:gridCol w="3733800"/>
              </a:tblGrid>
              <a:tr h="831850">
                <a:tc>
                  <a:txBody>
                    <a:bodyPr lIns="95250" tIns="95250" rIns="95250" bIns="95250"/>
                    <a:lstStyle/>
                    <a:p>
                      <a:r>
                        <a:rPr sz="1800" b="1">
                          <a:solidFill>
                            <a:srgbClr val="FFFFFF"/>
                          </a:solidFill>
                          <a:latin typeface="Nimbus Sans"/>
                          <a:ea typeface="Nimbus Sans"/>
                          <a:cs typeface="Nimbus Sans"/>
                        </a:rPr>
                        <a:t>Research</a:t>
                      </a:r>
                    </a:p>
                  </a:txBody>
                  <a:tcPr marL="91440" marR="91440" marT="45720" marB="45720" anchor="ctr">
                    <a:lnL w="9525">
                      <a:solidFill>
                        <a:srgbClr val="CDD8CE"/>
                      </a:solidFill>
                      <a:prstDash val="solid"/>
                    </a:lnL>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95250" tIns="95250" rIns="95250" bIns="95250"/>
                    <a:lstStyle/>
                    <a:p>
                      <a:r>
                        <a:rPr sz="1800" b="1">
                          <a:solidFill>
                            <a:srgbClr val="FFFFFF"/>
                          </a:solidFill>
                          <a:latin typeface="Nimbus Sans"/>
                          <a:ea typeface="Nimbus Sans"/>
                          <a:cs typeface="Nimbus Sans"/>
                        </a:rPr>
                        <a:t>What it contributes</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95250" tIns="95250" rIns="95250" bIns="95250"/>
                    <a:lstStyle/>
                    <a:p>
                      <a:r>
                        <a:rPr sz="1800" b="1">
                          <a:solidFill>
                            <a:srgbClr val="FFFFFF"/>
                          </a:solidFill>
                          <a:latin typeface="Nimbus Sans"/>
                          <a:ea typeface="Nimbus Sans"/>
                          <a:cs typeface="Nimbus Sans"/>
                        </a:rPr>
                        <a:t>Implication for Found</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r>
              <a:tr h="831850">
                <a:tc>
                  <a:txBody>
                    <a:bodyPr lIns="95250" tIns="95250" rIns="95250" bIns="95250"/>
                    <a:lstStyle/>
                    <a:p>
                      <a:r>
                        <a:rPr sz="1800" b="0">
                          <a:solidFill>
                            <a:srgbClr val="153D33"/>
                          </a:solidFill>
                          <a:latin typeface="Nimbus Sans"/>
                          <a:ea typeface="Nimbus Sans"/>
                          <a:cs typeface="Nimbus Sans"/>
                        </a:rPr>
                        <a:t>Said et al. (2026) [1]</a:t>
                      </a:r>
                    </a:p>
                    <a:p>
                      <a:r>
                        <a:rPr sz="1800" b="0">
                          <a:solidFill>
                            <a:srgbClr val="153D33"/>
                          </a:solidFill>
                          <a:latin typeface="Nimbus Sans"/>
                          <a:ea typeface="Nimbus Sans"/>
                          <a:cs typeface="Nimbus Sans"/>
                        </a:rPr>
                        <a:t>QR-enabled lost and found</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QR records, Arduino-controlled lockers and status LEDs</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Connect the digital record to a physical compartment</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831850">
                <a:tc>
                  <a:txBody>
                    <a:bodyPr lIns="95250" tIns="95250" rIns="95250" bIns="95250"/>
                    <a:lstStyle/>
                    <a:p>
                      <a:r>
                        <a:rPr sz="1800" b="0">
                          <a:solidFill>
                            <a:srgbClr val="153D33"/>
                          </a:solidFill>
                          <a:latin typeface="Nimbus Sans"/>
                          <a:ea typeface="Nimbus Sans"/>
                          <a:cs typeface="Nimbus Sans"/>
                        </a:rPr>
                        <a:t>Radford et al. (2021) [2]</a:t>
                      </a:r>
                    </a:p>
                    <a:p>
                      <a:r>
                        <a:rPr sz="1800" b="0">
                          <a:solidFill>
                            <a:srgbClr val="153D33"/>
                          </a:solidFill>
                          <a:latin typeface="Nimbus Sans"/>
                          <a:ea typeface="Nimbus Sans"/>
                          <a:cs typeface="Nimbus Sans"/>
                        </a:rPr>
                        <a:t>Vision–language learning</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Visual concepts learned from paired images and text</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Explore descriptive lookup using appearance</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bl>
          </a:graphicData>
        </a:graphic>
      </p:graphicFrame>
      <p:sp>
        <p:nvSpPr>
          <p:cNvPr id="5" name="Our research question">
            <a:extLst xmlns:a="http://schemas.openxmlformats.org/drawingml/2006/main">
              <a:ext uri="{FF2B5EF4-FFF2-40B4-BE49-F238E27FC236}">
                <a16:creationId xmlns:a16="http://schemas.microsoft.com/office/drawing/2014/main" id="{C02E2303-EB17-4915-A9A4-C013304311E2}"/>
              </a:ext>
            </a:extLst>
          </p:cNvPr>
          <p:cNvSpPr>
            <a:spLocks xmlns:a="http://schemas.openxmlformats.org/drawingml/2006/main" noGrp="1"/>
          </p:cNvSpPr>
          <p:nvPr/>
        </p:nvSpPr>
        <p:spPr>
          <a:xfrm xmlns:a="http://schemas.openxmlformats.org/drawingml/2006/main">
            <a:off x="609600" y="4695825"/>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24745B"/>
                </a:solidFill>
                <a:latin typeface="Nimbus Sans"/>
                <a:ea typeface="Nimbus Sans"/>
                <a:cs typeface="Nimbus Sans"/>
              </a:defRPr>
            </a:defPPr>
            <a:lvl1pPr algn="l">
              <a:defRPr sz="2250" b="1">
                <a:solidFill>
                  <a:srgbClr val="24745B"/>
                </a:solidFill>
                <a:latin typeface="Nimbus Sans"/>
                <a:ea typeface="Nimbus Sans"/>
                <a:cs typeface="Nimbus Sans"/>
              </a:defRPr>
            </a:lvl1pPr>
            <a:lvl2pPr algn="l">
              <a:defRPr sz="2250" b="1">
                <a:solidFill>
                  <a:srgbClr val="24745B"/>
                </a:solidFill>
                <a:latin typeface="Nimbus Sans"/>
                <a:ea typeface="Nimbus Sans"/>
                <a:cs typeface="Nimbus Sans"/>
              </a:defRPr>
            </a:lvl2pPr>
            <a:lvl3pPr algn="l">
              <a:defRPr sz="2250" b="1">
                <a:solidFill>
                  <a:srgbClr val="24745B"/>
                </a:solidFill>
                <a:latin typeface="Nimbus Sans"/>
                <a:ea typeface="Nimbus Sans"/>
                <a:cs typeface="Nimbus Sans"/>
              </a:defRPr>
            </a:lvl3pPr>
            <a:lvl4pPr algn="l">
              <a:defRPr sz="2250" b="1">
                <a:solidFill>
                  <a:srgbClr val="24745B"/>
                </a:solidFill>
                <a:latin typeface="Nimbus Sans"/>
                <a:ea typeface="Nimbus Sans"/>
                <a:cs typeface="Nimbus Sans"/>
              </a:defRPr>
            </a:lvl4pPr>
            <a:lvl5pPr algn="l">
              <a:defRPr sz="2250" b="1">
                <a:solidFill>
                  <a:srgbClr val="24745B"/>
                </a:solidFill>
                <a:latin typeface="Nimbus Sans"/>
                <a:ea typeface="Nimbus Sans"/>
                <a:cs typeface="Nimbus Sans"/>
              </a:defRPr>
            </a:lvl5pPr>
            <a:lvl6pPr algn="l">
              <a:defRPr sz="2250" b="1">
                <a:solidFill>
                  <a:srgbClr val="24745B"/>
                </a:solidFill>
                <a:latin typeface="Nimbus Sans"/>
                <a:ea typeface="Nimbus Sans"/>
                <a:cs typeface="Nimbus Sans"/>
              </a:defRPr>
            </a:lvl6pPr>
            <a:lvl7pPr algn="l">
              <a:defRPr sz="2250" b="1">
                <a:solidFill>
                  <a:srgbClr val="24745B"/>
                </a:solidFill>
                <a:latin typeface="Nimbus Sans"/>
                <a:ea typeface="Nimbus Sans"/>
                <a:cs typeface="Nimbus Sans"/>
              </a:defRPr>
            </a:lvl7pPr>
            <a:lvl8pPr algn="l">
              <a:defRPr sz="2250" b="1">
                <a:solidFill>
                  <a:srgbClr val="24745B"/>
                </a:solidFill>
                <a:latin typeface="Nimbus Sans"/>
                <a:ea typeface="Nimbus Sans"/>
                <a:cs typeface="Nimbus Sans"/>
              </a:defRPr>
            </a:lvl8pPr>
            <a:lvl9pPr algn="l">
              <a:defRPr sz="2250" b="1">
                <a:solidFill>
                  <a:srgbClr val="24745B"/>
                </a:solidFill>
                <a:latin typeface="Nimbus Sans"/>
                <a:ea typeface="Nimbus Sans"/>
                <a:cs typeface="Nimbus Sans"/>
              </a:defRPr>
            </a:lvl9pPr>
          </a:lstStyle>
          <a:p xmlns:a="http://schemas.openxmlformats.org/drawingml/2006/main">
            <a:pPr algn="l">
              <a:defRPr sz="2250" b="1">
                <a:solidFill>
                  <a:srgbClr val="24745B"/>
                </a:solidFill>
                <a:latin typeface="Nimbus Sans"/>
                <a:ea typeface="Nimbus Sans"/>
                <a:cs typeface="Nimbus Sans"/>
              </a:defRPr>
            </a:pPr>
            <a:r>
              <a:rPr sz="2250" b="1">
                <a:solidFill>
                  <a:srgbClr val="24745B"/>
                </a:solidFill>
                <a:latin typeface="Nimbus Sans"/>
                <a:ea typeface="Nimbus Sans"/>
                <a:cs typeface="Nimbus Sans"/>
              </a:rPr>
              <a:t>Our research question</a:t>
            </a:r>
          </a:p>
        </p:txBody>
      </p:sp>
      <p:sp>
        <p:nvSpPr>
          <p:cNvPr id="6" name="Can one shared station connect appearance-bas">
            <a:extLst xmlns:a="http://schemas.openxmlformats.org/drawingml/2006/main">
              <a:ext uri="{FF2B5EF4-FFF2-40B4-BE49-F238E27FC236}">
                <a16:creationId xmlns:a16="http://schemas.microsoft.com/office/drawing/2014/main" id="{D01D654E-1433-4C18-A6C0-C845C5742856}"/>
              </a:ext>
            </a:extLst>
          </p:cNvPr>
          <p:cNvSpPr>
            <a:spLocks xmlns:a="http://schemas.openxmlformats.org/drawingml/2006/main" noGrp="1"/>
          </p:cNvSpPr>
          <p:nvPr/>
        </p:nvSpPr>
        <p:spPr>
          <a:xfrm xmlns:a="http://schemas.openxmlformats.org/drawingml/2006/main">
            <a:off x="609600" y="5191125"/>
            <a:ext cx="108108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25" b="1">
                <a:solidFill>
                  <a:srgbClr val="153D33"/>
                </a:solidFill>
                <a:latin typeface="Nimbus Sans"/>
                <a:ea typeface="Nimbus Sans"/>
                <a:cs typeface="Nimbus Sans"/>
              </a:defRPr>
            </a:defPPr>
            <a:lvl1pPr algn="l">
              <a:defRPr sz="2325" b="1">
                <a:solidFill>
                  <a:srgbClr val="153D33"/>
                </a:solidFill>
                <a:latin typeface="Nimbus Sans"/>
                <a:ea typeface="Nimbus Sans"/>
                <a:cs typeface="Nimbus Sans"/>
              </a:defRPr>
            </a:lvl1pPr>
            <a:lvl2pPr algn="l">
              <a:defRPr sz="2325" b="1">
                <a:solidFill>
                  <a:srgbClr val="153D33"/>
                </a:solidFill>
                <a:latin typeface="Nimbus Sans"/>
                <a:ea typeface="Nimbus Sans"/>
                <a:cs typeface="Nimbus Sans"/>
              </a:defRPr>
            </a:lvl2pPr>
            <a:lvl3pPr algn="l">
              <a:defRPr sz="2325" b="1">
                <a:solidFill>
                  <a:srgbClr val="153D33"/>
                </a:solidFill>
                <a:latin typeface="Nimbus Sans"/>
                <a:ea typeface="Nimbus Sans"/>
                <a:cs typeface="Nimbus Sans"/>
              </a:defRPr>
            </a:lvl3pPr>
            <a:lvl4pPr algn="l">
              <a:defRPr sz="2325" b="1">
                <a:solidFill>
                  <a:srgbClr val="153D33"/>
                </a:solidFill>
                <a:latin typeface="Nimbus Sans"/>
                <a:ea typeface="Nimbus Sans"/>
                <a:cs typeface="Nimbus Sans"/>
              </a:defRPr>
            </a:lvl4pPr>
            <a:lvl5pPr algn="l">
              <a:defRPr sz="2325" b="1">
                <a:solidFill>
                  <a:srgbClr val="153D33"/>
                </a:solidFill>
                <a:latin typeface="Nimbus Sans"/>
                <a:ea typeface="Nimbus Sans"/>
                <a:cs typeface="Nimbus Sans"/>
              </a:defRPr>
            </a:lvl5pPr>
            <a:lvl6pPr algn="l">
              <a:defRPr sz="2325" b="1">
                <a:solidFill>
                  <a:srgbClr val="153D33"/>
                </a:solidFill>
                <a:latin typeface="Nimbus Sans"/>
                <a:ea typeface="Nimbus Sans"/>
                <a:cs typeface="Nimbus Sans"/>
              </a:defRPr>
            </a:lvl6pPr>
            <a:lvl7pPr algn="l">
              <a:defRPr sz="2325" b="1">
                <a:solidFill>
                  <a:srgbClr val="153D33"/>
                </a:solidFill>
                <a:latin typeface="Nimbus Sans"/>
                <a:ea typeface="Nimbus Sans"/>
                <a:cs typeface="Nimbus Sans"/>
              </a:defRPr>
            </a:lvl7pPr>
            <a:lvl8pPr algn="l">
              <a:defRPr sz="2325" b="1">
                <a:solidFill>
                  <a:srgbClr val="153D33"/>
                </a:solidFill>
                <a:latin typeface="Nimbus Sans"/>
                <a:ea typeface="Nimbus Sans"/>
                <a:cs typeface="Nimbus Sans"/>
              </a:defRPr>
            </a:lvl8pPr>
            <a:lvl9pPr algn="l">
              <a:defRPr sz="2325" b="1">
                <a:solidFill>
                  <a:srgbClr val="153D33"/>
                </a:solidFill>
                <a:latin typeface="Nimbus Sans"/>
                <a:ea typeface="Nimbus Sans"/>
                <a:cs typeface="Nimbus Sans"/>
              </a:defRPr>
            </a:lvl9pPr>
          </a:lstStyle>
          <a:p xmlns:a="http://schemas.openxmlformats.org/drawingml/2006/main">
            <a:pPr algn="l">
              <a:defRPr sz="2325" b="1">
                <a:solidFill>
                  <a:srgbClr val="153D33"/>
                </a:solidFill>
                <a:latin typeface="Nimbus Sans"/>
                <a:ea typeface="Nimbus Sans"/>
                <a:cs typeface="Nimbus Sans"/>
              </a:defRPr>
            </a:pPr>
            <a:r>
              <a:rPr sz="2325" b="1">
                <a:solidFill>
                  <a:srgbClr val="153D33"/>
                </a:solidFill>
                <a:latin typeface="Nimbus Sans"/>
                <a:ea typeface="Nimbus Sans"/>
                <a:cs typeface="Nimbus Sans"/>
              </a:rPr>
              <a:t>Can one shared station connect appearance-based search to a consistent four-compartment handover?</a:t>
            </a:r>
          </a:p>
        </p:txBody>
      </p:sp>
      <p:sp>
        <p:nvSpPr>
          <p:cNvPr id="7" name="[1] IJRISS 10(3), 3882–3893    [2] ICML 2021,">
            <a:extLst xmlns:a="http://schemas.openxmlformats.org/drawingml/2006/main">
              <a:ext uri="{FF2B5EF4-FFF2-40B4-BE49-F238E27FC236}">
                <a16:creationId xmlns:a16="http://schemas.microsoft.com/office/drawing/2014/main" id="{4561138D-5934-4F35-8F5E-F78EA4BB8B23}"/>
              </a:ext>
            </a:extLst>
          </p:cNvPr>
          <p:cNvSpPr>
            <a:spLocks xmlns:a="http://schemas.openxmlformats.org/drawingml/2006/main" noGrp="1"/>
          </p:cNvSpPr>
          <p:nvPr/>
        </p:nvSpPr>
        <p:spPr>
          <a:xfrm xmlns:a="http://schemas.openxmlformats.org/drawingml/2006/main">
            <a:off x="609600" y="62103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50" b="0">
                <a:solidFill>
                  <a:srgbClr val="5E7168"/>
                </a:solidFill>
                <a:latin typeface="Nimbus Sans"/>
                <a:ea typeface="Nimbus Sans"/>
                <a:cs typeface="Nimbus Sans"/>
              </a:defRPr>
            </a:defPPr>
            <a:lvl1pPr algn="l">
              <a:defRPr sz="1350" b="0">
                <a:solidFill>
                  <a:srgbClr val="5E7168"/>
                </a:solidFill>
                <a:latin typeface="Nimbus Sans"/>
                <a:ea typeface="Nimbus Sans"/>
                <a:cs typeface="Nimbus Sans"/>
              </a:defRPr>
            </a:lvl1pPr>
            <a:lvl2pPr algn="l">
              <a:defRPr sz="1350" b="0">
                <a:solidFill>
                  <a:srgbClr val="5E7168"/>
                </a:solidFill>
                <a:latin typeface="Nimbus Sans"/>
                <a:ea typeface="Nimbus Sans"/>
                <a:cs typeface="Nimbus Sans"/>
              </a:defRPr>
            </a:lvl2pPr>
            <a:lvl3pPr algn="l">
              <a:defRPr sz="1350" b="0">
                <a:solidFill>
                  <a:srgbClr val="5E7168"/>
                </a:solidFill>
                <a:latin typeface="Nimbus Sans"/>
                <a:ea typeface="Nimbus Sans"/>
                <a:cs typeface="Nimbus Sans"/>
              </a:defRPr>
            </a:lvl3pPr>
            <a:lvl4pPr algn="l">
              <a:defRPr sz="1350" b="0">
                <a:solidFill>
                  <a:srgbClr val="5E7168"/>
                </a:solidFill>
                <a:latin typeface="Nimbus Sans"/>
                <a:ea typeface="Nimbus Sans"/>
                <a:cs typeface="Nimbus Sans"/>
              </a:defRPr>
            </a:lvl4pPr>
            <a:lvl5pPr algn="l">
              <a:defRPr sz="1350" b="0">
                <a:solidFill>
                  <a:srgbClr val="5E7168"/>
                </a:solidFill>
                <a:latin typeface="Nimbus Sans"/>
                <a:ea typeface="Nimbus Sans"/>
                <a:cs typeface="Nimbus Sans"/>
              </a:defRPr>
            </a:lvl5pPr>
            <a:lvl6pPr algn="l">
              <a:defRPr sz="1350" b="0">
                <a:solidFill>
                  <a:srgbClr val="5E7168"/>
                </a:solidFill>
                <a:latin typeface="Nimbus Sans"/>
                <a:ea typeface="Nimbus Sans"/>
                <a:cs typeface="Nimbus Sans"/>
              </a:defRPr>
            </a:lvl6pPr>
            <a:lvl7pPr algn="l">
              <a:defRPr sz="1350" b="0">
                <a:solidFill>
                  <a:srgbClr val="5E7168"/>
                </a:solidFill>
                <a:latin typeface="Nimbus Sans"/>
                <a:ea typeface="Nimbus Sans"/>
                <a:cs typeface="Nimbus Sans"/>
              </a:defRPr>
            </a:lvl7pPr>
            <a:lvl8pPr algn="l">
              <a:defRPr sz="1350" b="0">
                <a:solidFill>
                  <a:srgbClr val="5E7168"/>
                </a:solidFill>
                <a:latin typeface="Nimbus Sans"/>
                <a:ea typeface="Nimbus Sans"/>
                <a:cs typeface="Nimbus Sans"/>
              </a:defRPr>
            </a:lvl8pPr>
            <a:lvl9pPr algn="l">
              <a:defRPr sz="1350" b="0">
                <a:solidFill>
                  <a:srgbClr val="5E7168"/>
                </a:solidFill>
                <a:latin typeface="Nimbus Sans"/>
                <a:ea typeface="Nimbus Sans"/>
                <a:cs typeface="Nimbus Sans"/>
              </a:defRPr>
            </a:lvl9pPr>
          </a:lstStyle>
          <a:p xmlns:a="http://schemas.openxmlformats.org/drawingml/2006/main">
            <a:pPr algn="l">
              <a:defRPr sz="1350" b="0">
                <a:solidFill>
                  <a:srgbClr val="5E7168"/>
                </a:solidFill>
                <a:latin typeface="Nimbus Sans"/>
                <a:ea typeface="Nimbus Sans"/>
                <a:cs typeface="Nimbus Sans"/>
              </a:defRPr>
            </a:pPr>
            <a:r>
              <a:rPr sz="1350" b="0">
                <a:solidFill>
                  <a:srgbClr val="5E7168"/>
                </a:solidFill>
                <a:latin typeface="Nimbus Sans"/>
                <a:ea typeface="Nimbus Sans"/>
                <a:cs typeface="Nimbus Sans"/>
              </a:rPr>
              <a:t>[1] IJRISS 10(3), 3882–3893    [2] ICML 2021, PMLR 139, 8748–8763</a:t>
            </a:r>
          </a:p>
        </p:txBody>
      </p:sp>
    </p:spTree>
    <p:extLst>
      <p:ext uri="{BB962C8B-B14F-4D97-AF65-F5344CB8AC3E}">
        <p14:creationId xmlns:p14="http://schemas.microsoft.com/office/powerpoint/2010/main" val="1243300382"/>
      </p:ext>
    </p:extLst>
  </p:cSld>
</p:sld>
</file>

<file path=ppt/slides/slide3.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26" name="System architecture and data flow">
            <a:extLst xmlns:a="http://schemas.openxmlformats.org/drawingml/2006/main">
              <a:ext uri="{FF2B5EF4-FFF2-40B4-BE49-F238E27FC236}">
                <a16:creationId xmlns:a16="http://schemas.microsoft.com/office/drawing/2014/main" id="{F8367C20-3125-4DD7-9968-8E6AB91166AC}"/>
              </a:ext>
            </a:extLst>
          </p:cNvPr>
          <p:cNvSpPr>
            <a:spLocks xmlns:a="http://schemas.openxmlformats.org/drawingml/2006/main" noGrp="1"/>
          </p:cNvSpPr>
          <p:nvPr/>
        </p:nvSpPr>
        <p:spPr>
          <a:xfrm xmlns:a="http://schemas.openxmlformats.org/drawingml/2006/main">
            <a:off x="609600" y="4953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buNone/>
              <a:defRPr sz="3225" b="1">
                <a:solidFill>
                  <a:srgbClr val="153D33"/>
                </a:solidFill>
                <a:latin typeface="Nimbus Sans"/>
                <a:ea typeface="Nimbus Sans"/>
                <a:cs typeface="Nimbus Sans"/>
              </a:defRPr>
            </a:lvl1pPr>
            <a:lvl2pPr algn="l">
              <a:buNone/>
              <a:defRPr sz="3225" b="1">
                <a:solidFill>
                  <a:srgbClr val="153D33"/>
                </a:solidFill>
                <a:latin typeface="Nimbus Sans"/>
                <a:ea typeface="Nimbus Sans"/>
                <a:cs typeface="Nimbus Sans"/>
              </a:defRPr>
            </a:lvl2pPr>
            <a:lvl3pPr algn="l">
              <a:buNone/>
              <a:defRPr sz="3225" b="1">
                <a:solidFill>
                  <a:srgbClr val="153D33"/>
                </a:solidFill>
                <a:latin typeface="Nimbus Sans"/>
                <a:ea typeface="Nimbus Sans"/>
                <a:cs typeface="Nimbus Sans"/>
              </a:defRPr>
            </a:lvl3pPr>
            <a:lvl4pPr algn="l">
              <a:buNone/>
              <a:defRPr sz="3225" b="1">
                <a:solidFill>
                  <a:srgbClr val="153D33"/>
                </a:solidFill>
                <a:latin typeface="Nimbus Sans"/>
                <a:ea typeface="Nimbus Sans"/>
                <a:cs typeface="Nimbus Sans"/>
              </a:defRPr>
            </a:lvl4pPr>
            <a:lvl5pPr algn="l">
              <a:buNone/>
              <a:defRPr sz="3225" b="1">
                <a:solidFill>
                  <a:srgbClr val="153D33"/>
                </a:solidFill>
                <a:latin typeface="Nimbus Sans"/>
                <a:ea typeface="Nimbus Sans"/>
                <a:cs typeface="Nimbus Sans"/>
              </a:defRPr>
            </a:lvl5pPr>
            <a:lvl6pPr algn="l">
              <a:buNone/>
              <a:defRPr sz="3225" b="1">
                <a:solidFill>
                  <a:srgbClr val="153D33"/>
                </a:solidFill>
                <a:latin typeface="Nimbus Sans"/>
                <a:ea typeface="Nimbus Sans"/>
                <a:cs typeface="Nimbus Sans"/>
              </a:defRPr>
            </a:lvl6pPr>
            <a:lvl7pPr algn="l">
              <a:buNone/>
              <a:defRPr sz="3225" b="1">
                <a:solidFill>
                  <a:srgbClr val="153D33"/>
                </a:solidFill>
                <a:latin typeface="Nimbus Sans"/>
                <a:ea typeface="Nimbus Sans"/>
                <a:cs typeface="Nimbus Sans"/>
              </a:defRPr>
            </a:lvl7pPr>
            <a:lvl8pPr algn="l">
              <a:buNone/>
              <a:defRPr sz="3225" b="1">
                <a:solidFill>
                  <a:srgbClr val="153D33"/>
                </a:solidFill>
                <a:latin typeface="Nimbus Sans"/>
                <a:ea typeface="Nimbus Sans"/>
                <a:cs typeface="Nimbus Sans"/>
              </a:defRPr>
            </a:lvl8pPr>
            <a:lvl9pPr algn="l">
              <a:buNone/>
              <a:defRPr sz="3225" b="1">
                <a:solidFill>
                  <a:srgbClr val="153D33"/>
                </a:solidFill>
                <a:latin typeface="Nimbus Sans"/>
                <a:ea typeface="Nimbus Sans"/>
                <a:cs typeface="Nimbus Sans"/>
              </a:defRPr>
            </a:lvl9pPr>
          </a:lstStyle>
          <a:p xmlns:a="http://schemas.openxmlformats.org/drawingml/2006/main">
            <a:pPr algn="l">
              <a:buNone/>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3. Research design: architecture</a:t>
            </a:r>
          </a:p>
        </p:txBody>
      </p:sp>
      <p:sp>
        <p:nvSpPr>
          <p:cNvPr id="2" name="A shared iPad connects to local control and c">
            <a:extLst xmlns:a="http://schemas.openxmlformats.org/drawingml/2006/main">
              <a:ext uri="{FF2B5EF4-FFF2-40B4-BE49-F238E27FC236}">
                <a16:creationId xmlns:a16="http://schemas.microsoft.com/office/drawing/2014/main" id="{41703F7E-6CDD-42B5-B090-07DAAEF9E13D}"/>
              </a:ext>
            </a:extLst>
          </p:cNvPr>
          <p:cNvSpPr>
            <a:spLocks xmlns:a="http://schemas.openxmlformats.org/drawingml/2006/main" noGrp="1"/>
          </p:cNvSpPr>
          <p:nvPr/>
        </p:nvSpPr>
        <p:spPr>
          <a:xfrm xmlns:a="http://schemas.openxmlformats.org/drawingml/2006/main">
            <a:off x="609600" y="1238250"/>
            <a:ext cx="1085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buNone/>
              <a:defRPr sz="1650" b="0">
                <a:solidFill>
                  <a:srgbClr val="5E7168"/>
                </a:solidFill>
                <a:latin typeface="Nimbus Sans"/>
                <a:ea typeface="Nimbus Sans"/>
                <a:cs typeface="Nimbus Sans"/>
              </a:defRPr>
            </a:lvl1pPr>
            <a:lvl2pPr algn="l">
              <a:buNone/>
              <a:defRPr sz="1650" b="0">
                <a:solidFill>
                  <a:srgbClr val="5E7168"/>
                </a:solidFill>
                <a:latin typeface="Nimbus Sans"/>
                <a:ea typeface="Nimbus Sans"/>
                <a:cs typeface="Nimbus Sans"/>
              </a:defRPr>
            </a:lvl2pPr>
            <a:lvl3pPr algn="l">
              <a:buNone/>
              <a:defRPr sz="1650" b="0">
                <a:solidFill>
                  <a:srgbClr val="5E7168"/>
                </a:solidFill>
                <a:latin typeface="Nimbus Sans"/>
                <a:ea typeface="Nimbus Sans"/>
                <a:cs typeface="Nimbus Sans"/>
              </a:defRPr>
            </a:lvl3pPr>
            <a:lvl4pPr algn="l">
              <a:buNone/>
              <a:defRPr sz="1650" b="0">
                <a:solidFill>
                  <a:srgbClr val="5E7168"/>
                </a:solidFill>
                <a:latin typeface="Nimbus Sans"/>
                <a:ea typeface="Nimbus Sans"/>
                <a:cs typeface="Nimbus Sans"/>
              </a:defRPr>
            </a:lvl4pPr>
            <a:lvl5pPr algn="l">
              <a:buNone/>
              <a:defRPr sz="1650" b="0">
                <a:solidFill>
                  <a:srgbClr val="5E7168"/>
                </a:solidFill>
                <a:latin typeface="Nimbus Sans"/>
                <a:ea typeface="Nimbus Sans"/>
                <a:cs typeface="Nimbus Sans"/>
              </a:defRPr>
            </a:lvl5pPr>
            <a:lvl6pPr algn="l">
              <a:buNone/>
              <a:defRPr sz="1650" b="0">
                <a:solidFill>
                  <a:srgbClr val="5E7168"/>
                </a:solidFill>
                <a:latin typeface="Nimbus Sans"/>
                <a:ea typeface="Nimbus Sans"/>
                <a:cs typeface="Nimbus Sans"/>
              </a:defRPr>
            </a:lvl6pPr>
            <a:lvl7pPr algn="l">
              <a:buNone/>
              <a:defRPr sz="1650" b="0">
                <a:solidFill>
                  <a:srgbClr val="5E7168"/>
                </a:solidFill>
                <a:latin typeface="Nimbus Sans"/>
                <a:ea typeface="Nimbus Sans"/>
                <a:cs typeface="Nimbus Sans"/>
              </a:defRPr>
            </a:lvl7pPr>
            <a:lvl8pPr algn="l">
              <a:buNone/>
              <a:defRPr sz="1650" b="0">
                <a:solidFill>
                  <a:srgbClr val="5E7168"/>
                </a:solidFill>
                <a:latin typeface="Nimbus Sans"/>
                <a:ea typeface="Nimbus Sans"/>
                <a:cs typeface="Nimbus Sans"/>
              </a:defRPr>
            </a:lvl8pPr>
            <a:lvl9pPr algn="l">
              <a:buNone/>
              <a:defRPr sz="1650" b="0">
                <a:solidFill>
                  <a:srgbClr val="5E7168"/>
                </a:solidFill>
                <a:latin typeface="Nimbus Sans"/>
                <a:ea typeface="Nimbus Sans"/>
                <a:cs typeface="Nimbus Sans"/>
              </a:defRPr>
            </a:lvl9pPr>
          </a:lstStyle>
          <a:p xmlns:a="http://schemas.openxmlformats.org/drawingml/2006/main">
            <a:pPr algn="l">
              <a:buNone/>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A shared iPad connects to local control and cloud AI through the Raspberry Pi</a:t>
            </a:r>
          </a:p>
        </p:txBody>
      </p:sp>
      <p:sp>
        <p:nvSpPr>
          <p:cNvPr id="3" name="04">
            <a:extLst xmlns:a="http://schemas.openxmlformats.org/drawingml/2006/main">
              <a:ext uri="{FF2B5EF4-FFF2-40B4-BE49-F238E27FC236}">
                <a16:creationId xmlns:a16="http://schemas.microsoft.com/office/drawing/2014/main" id="{F277DDE8-1B12-4D39-ACC5-F5231D412301}"/>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buNone/>
              <a:defRPr sz="1200" b="0">
                <a:solidFill>
                  <a:srgbClr val="5E7168"/>
                </a:solidFill>
                <a:latin typeface="Nimbus Sans"/>
                <a:ea typeface="Nimbus Sans"/>
                <a:cs typeface="Nimbus Sans"/>
              </a:defRPr>
            </a:lvl1pPr>
            <a:lvl2pPr algn="r">
              <a:buNone/>
              <a:defRPr sz="1200" b="0">
                <a:solidFill>
                  <a:srgbClr val="5E7168"/>
                </a:solidFill>
                <a:latin typeface="Nimbus Sans"/>
                <a:ea typeface="Nimbus Sans"/>
                <a:cs typeface="Nimbus Sans"/>
              </a:defRPr>
            </a:lvl2pPr>
            <a:lvl3pPr algn="r">
              <a:buNone/>
              <a:defRPr sz="1200" b="0">
                <a:solidFill>
                  <a:srgbClr val="5E7168"/>
                </a:solidFill>
                <a:latin typeface="Nimbus Sans"/>
                <a:ea typeface="Nimbus Sans"/>
                <a:cs typeface="Nimbus Sans"/>
              </a:defRPr>
            </a:lvl3pPr>
            <a:lvl4pPr algn="r">
              <a:buNone/>
              <a:defRPr sz="1200" b="0">
                <a:solidFill>
                  <a:srgbClr val="5E7168"/>
                </a:solidFill>
                <a:latin typeface="Nimbus Sans"/>
                <a:ea typeface="Nimbus Sans"/>
                <a:cs typeface="Nimbus Sans"/>
              </a:defRPr>
            </a:lvl4pPr>
            <a:lvl5pPr algn="r">
              <a:buNone/>
              <a:defRPr sz="1200" b="0">
                <a:solidFill>
                  <a:srgbClr val="5E7168"/>
                </a:solidFill>
                <a:latin typeface="Nimbus Sans"/>
                <a:ea typeface="Nimbus Sans"/>
                <a:cs typeface="Nimbus Sans"/>
              </a:defRPr>
            </a:lvl5pPr>
            <a:lvl6pPr algn="r">
              <a:buNone/>
              <a:defRPr sz="1200" b="0">
                <a:solidFill>
                  <a:srgbClr val="5E7168"/>
                </a:solidFill>
                <a:latin typeface="Nimbus Sans"/>
                <a:ea typeface="Nimbus Sans"/>
                <a:cs typeface="Nimbus Sans"/>
              </a:defRPr>
            </a:lvl6pPr>
            <a:lvl7pPr algn="r">
              <a:buNone/>
              <a:defRPr sz="1200" b="0">
                <a:solidFill>
                  <a:srgbClr val="5E7168"/>
                </a:solidFill>
                <a:latin typeface="Nimbus Sans"/>
                <a:ea typeface="Nimbus Sans"/>
                <a:cs typeface="Nimbus Sans"/>
              </a:defRPr>
            </a:lvl7pPr>
            <a:lvl8pPr algn="r">
              <a:buNone/>
              <a:defRPr sz="1200" b="0">
                <a:solidFill>
                  <a:srgbClr val="5E7168"/>
                </a:solidFill>
                <a:latin typeface="Nimbus Sans"/>
                <a:ea typeface="Nimbus Sans"/>
                <a:cs typeface="Nimbus Sans"/>
              </a:defRPr>
            </a:lvl8pPr>
            <a:lvl9pPr algn="r">
              <a:buNone/>
              <a:defRPr sz="1200" b="0">
                <a:solidFill>
                  <a:srgbClr val="5E7168"/>
                </a:solidFill>
                <a:latin typeface="Nimbus Sans"/>
                <a:ea typeface="Nimbus Sans"/>
                <a:cs typeface="Nimbus Sans"/>
              </a:defRPr>
            </a:lvl9pPr>
          </a:lstStyle>
          <a:p xmlns:a="http://schemas.openxmlformats.org/drawingml/2006/main">
            <a:pPr algn="r">
              <a:buNone/>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03</a:t>
            </a:r>
          </a:p>
        </p:txBody>
      </p:sp>
      <p:pic>
        <p:nvPicPr>
          <p:cNvPr id="4" name="">
            <a:extLst xmlns:a="http://schemas.openxmlformats.org/drawingml/2006/main">
              <a:ext uri="{FF2B5EF4-FFF2-40B4-BE49-F238E27FC236}">
                <a16:creationId xmlns:a16="http://schemas.microsoft.com/office/drawing/2014/main" id="{5EDA133D-8BCE-4624-8EAA-0F920BC393B9}"/>
              </a:ext>
            </a:extLst>
          </p:cNvPr>
          <p:cNvPicPr>
            <a:picLocks xmlns:a="http://schemas.openxmlformats.org/drawingml/2006/main" noChangeAspect="1"/>
          </p:cNvPicPr>
          <p:nvPr/>
        </p:nvPicPr>
        <p:blipFill>
          <a:blip xmlns:r="http://schemas.openxmlformats.org/officeDocument/2006/relationships" xmlns:a="http://schemas.openxmlformats.org/drawingml/2006/main" r:embed="R6da28ebbcec942ca"/>
          <a:stretch xmlns:a="http://schemas.openxmlformats.org/drawingml/2006/main"/>
        </p:blipFill>
        <p:spPr>
          <a:xfrm xmlns:a="http://schemas.openxmlformats.org/drawingml/2006/main">
            <a:off x="800100" y="1828800"/>
            <a:ext cx="1905000" cy="19050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B5A9FC29-35BB-45A0-A25F-115AEEC4DD93}"/>
              </a:ext>
            </a:extLst>
          </p:cNvPr>
          <p:cNvPicPr>
            <a:picLocks xmlns:a="http://schemas.openxmlformats.org/drawingml/2006/main" noChangeAspect="1"/>
          </p:cNvPicPr>
          <p:nvPr/>
        </p:nvPicPr>
        <p:blipFill>
          <a:blip xmlns:r="http://schemas.openxmlformats.org/officeDocument/2006/relationships" xmlns:a="http://schemas.openxmlformats.org/drawingml/2006/main" r:embed="R1f8e23501d534038"/>
          <a:stretch xmlns:a="http://schemas.openxmlformats.org/drawingml/2006/main"/>
        </p:blipFill>
        <p:spPr>
          <a:xfrm xmlns:a="http://schemas.openxmlformats.org/drawingml/2006/main">
            <a:off x="5048250" y="1828800"/>
            <a:ext cx="1905000" cy="1905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5692BCF8-F524-4181-A7CC-F9B8E226999A}"/>
              </a:ext>
            </a:extLst>
          </p:cNvPr>
          <p:cNvPicPr>
            <a:picLocks xmlns:a="http://schemas.openxmlformats.org/drawingml/2006/main" noChangeAspect="1"/>
          </p:cNvPicPr>
          <p:nvPr/>
        </p:nvPicPr>
        <p:blipFill>
          <a:blip xmlns:r="http://schemas.openxmlformats.org/officeDocument/2006/relationships" xmlns:a="http://schemas.openxmlformats.org/drawingml/2006/main" r:embed="R3a82afc167d24239"/>
          <a:stretch xmlns:a="http://schemas.openxmlformats.org/drawingml/2006/main"/>
        </p:blipFill>
        <p:spPr>
          <a:xfrm xmlns:a="http://schemas.openxmlformats.org/drawingml/2006/main">
            <a:off x="9144000" y="1828800"/>
            <a:ext cx="1905000" cy="1905000"/>
          </a:xfrm>
          <a:prstGeom xmlns:a="http://schemas.openxmlformats.org/drawingml/2006/main" prst="rect">
            <a:avLst/>
          </a:prstGeom>
        </p:spPr>
      </p:pic>
      <p:cxnSp>
        <p:nvCxnSpPr>
          <p:cNvPr id="7" name="">
            <a:extLst xmlns:a="http://schemas.openxmlformats.org/drawingml/2006/main">
              <a:ext uri="{FF2B5EF4-FFF2-40B4-BE49-F238E27FC236}">
                <a16:creationId xmlns:a16="http://schemas.microsoft.com/office/drawing/2014/main" id="{F8011E47-F250-44A4-BC12-5C42E0345191}"/>
              </a:ext>
            </a:extLst>
          </p:cNvPr>
          <p:cNvCxnSpPr/>
          <p:nvPr/>
        </p:nvCxnSpPr>
        <p:spPr>
          <a:xfrm xmlns:a="http://schemas.openxmlformats.org/drawingml/2006/main">
            <a:off x="2952750" y="2838450"/>
            <a:ext cx="180975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B225B0DD-8065-408B-88C0-6FA99F79BFE0}"/>
              </a:ext>
            </a:extLst>
          </p:cNvPr>
          <p:cNvCxnSpPr/>
          <p:nvPr/>
        </p:nvCxnSpPr>
        <p:spPr>
          <a:xfrm xmlns:a="http://schemas.openxmlformats.org/drawingml/2006/main">
            <a:off x="7200900" y="2838450"/>
            <a:ext cx="1666875"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sp>
        <p:nvSpPr>
          <p:cNvPr id="9" name="Wi-Fi">
            <a:extLst xmlns:a="http://schemas.openxmlformats.org/drawingml/2006/main">
              <a:ext uri="{FF2B5EF4-FFF2-40B4-BE49-F238E27FC236}">
                <a16:creationId xmlns:a16="http://schemas.microsoft.com/office/drawing/2014/main" id="{94DC42F2-0376-4A0C-BC4C-B34D8CF07744}"/>
              </a:ext>
            </a:extLst>
          </p:cNvPr>
          <p:cNvSpPr>
            <a:spLocks xmlns:a="http://schemas.openxmlformats.org/drawingml/2006/main" noGrp="1"/>
          </p:cNvSpPr>
          <p:nvPr/>
        </p:nvSpPr>
        <p:spPr>
          <a:xfrm xmlns:a="http://schemas.openxmlformats.org/drawingml/2006/main">
            <a:off x="2952750" y="2095500"/>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575" b="1">
                <a:solidFill>
                  <a:srgbClr val="24745B"/>
                </a:solidFill>
                <a:latin typeface="Nimbus Sans"/>
                <a:ea typeface="Nimbus Sans"/>
                <a:cs typeface="Nimbus Sans"/>
              </a:defRPr>
            </a:defPPr>
            <a:lvl1pPr algn="ctr">
              <a:buNone/>
              <a:defRPr sz="1575" b="1">
                <a:solidFill>
                  <a:srgbClr val="24745B"/>
                </a:solidFill>
                <a:latin typeface="Nimbus Sans"/>
                <a:ea typeface="Nimbus Sans"/>
                <a:cs typeface="Nimbus Sans"/>
              </a:defRPr>
            </a:lvl1pPr>
            <a:lvl2pPr algn="ctr">
              <a:buNone/>
              <a:defRPr sz="1575" b="1">
                <a:solidFill>
                  <a:srgbClr val="24745B"/>
                </a:solidFill>
                <a:latin typeface="Nimbus Sans"/>
                <a:ea typeface="Nimbus Sans"/>
                <a:cs typeface="Nimbus Sans"/>
              </a:defRPr>
            </a:lvl2pPr>
            <a:lvl3pPr algn="ctr">
              <a:buNone/>
              <a:defRPr sz="1575" b="1">
                <a:solidFill>
                  <a:srgbClr val="24745B"/>
                </a:solidFill>
                <a:latin typeface="Nimbus Sans"/>
                <a:ea typeface="Nimbus Sans"/>
                <a:cs typeface="Nimbus Sans"/>
              </a:defRPr>
            </a:lvl3pPr>
            <a:lvl4pPr algn="ctr">
              <a:buNone/>
              <a:defRPr sz="1575" b="1">
                <a:solidFill>
                  <a:srgbClr val="24745B"/>
                </a:solidFill>
                <a:latin typeface="Nimbus Sans"/>
                <a:ea typeface="Nimbus Sans"/>
                <a:cs typeface="Nimbus Sans"/>
              </a:defRPr>
            </a:lvl4pPr>
            <a:lvl5pPr algn="ctr">
              <a:buNone/>
              <a:defRPr sz="1575" b="1">
                <a:solidFill>
                  <a:srgbClr val="24745B"/>
                </a:solidFill>
                <a:latin typeface="Nimbus Sans"/>
                <a:ea typeface="Nimbus Sans"/>
                <a:cs typeface="Nimbus Sans"/>
              </a:defRPr>
            </a:lvl5pPr>
            <a:lvl6pPr algn="ctr">
              <a:buNone/>
              <a:defRPr sz="1575" b="1">
                <a:solidFill>
                  <a:srgbClr val="24745B"/>
                </a:solidFill>
                <a:latin typeface="Nimbus Sans"/>
                <a:ea typeface="Nimbus Sans"/>
                <a:cs typeface="Nimbus Sans"/>
              </a:defRPr>
            </a:lvl6pPr>
            <a:lvl7pPr algn="ctr">
              <a:buNone/>
              <a:defRPr sz="1575" b="1">
                <a:solidFill>
                  <a:srgbClr val="24745B"/>
                </a:solidFill>
                <a:latin typeface="Nimbus Sans"/>
                <a:ea typeface="Nimbus Sans"/>
                <a:cs typeface="Nimbus Sans"/>
              </a:defRPr>
            </a:lvl7pPr>
            <a:lvl8pPr algn="ctr">
              <a:buNone/>
              <a:defRPr sz="1575" b="1">
                <a:solidFill>
                  <a:srgbClr val="24745B"/>
                </a:solidFill>
                <a:latin typeface="Nimbus Sans"/>
                <a:ea typeface="Nimbus Sans"/>
                <a:cs typeface="Nimbus Sans"/>
              </a:defRPr>
            </a:lvl8pPr>
            <a:lvl9pPr algn="ctr">
              <a:buNone/>
              <a:defRPr sz="1575" b="1">
                <a:solidFill>
                  <a:srgbClr val="24745B"/>
                </a:solidFill>
                <a:latin typeface="Nimbus Sans"/>
                <a:ea typeface="Nimbus Sans"/>
                <a:cs typeface="Nimbus Sans"/>
              </a:defRPr>
            </a:lvl9pPr>
          </a:lstStyle>
          <a:p xmlns:a="http://schemas.openxmlformats.org/drawingml/2006/main">
            <a:pPr algn="ctr">
              <a:buNone/>
              <a:defRPr sz="1575" b="1">
                <a:solidFill>
                  <a:srgbClr val="24745B"/>
                </a:solidFill>
                <a:latin typeface="Nimbus Sans"/>
                <a:ea typeface="Nimbus Sans"/>
                <a:cs typeface="Nimbus Sans"/>
              </a:defRPr>
            </a:pPr>
            <a:r>
              <a:rPr sz="1575" b="1">
                <a:solidFill>
                  <a:srgbClr val="24745B"/>
                </a:solidFill>
                <a:latin typeface="Nimbus Sans"/>
                <a:ea typeface="Nimbus Sans"/>
                <a:cs typeface="Nimbus Sans"/>
              </a:rPr>
              <a:t>Wi-Fi</a:t>
            </a:r>
          </a:p>
        </p:txBody>
      </p:sp>
      <p:sp>
        <p:nvSpPr>
          <p:cNvPr id="10" name="HTTPS + JSON">
            <a:extLst xmlns:a="http://schemas.openxmlformats.org/drawingml/2006/main">
              <a:ext uri="{FF2B5EF4-FFF2-40B4-BE49-F238E27FC236}">
                <a16:creationId xmlns:a16="http://schemas.microsoft.com/office/drawing/2014/main" id="{CF333618-7D85-410A-83A9-A2EF490094CD}"/>
              </a:ext>
            </a:extLst>
          </p:cNvPr>
          <p:cNvSpPr>
            <a:spLocks xmlns:a="http://schemas.openxmlformats.org/drawingml/2006/main" noGrp="1"/>
          </p:cNvSpPr>
          <p:nvPr/>
        </p:nvSpPr>
        <p:spPr>
          <a:xfrm xmlns:a="http://schemas.openxmlformats.org/drawingml/2006/main">
            <a:off x="2952750" y="2400300"/>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500" b="0">
                <a:solidFill>
                  <a:srgbClr val="5E7168"/>
                </a:solidFill>
                <a:latin typeface="Nimbus Sans"/>
                <a:ea typeface="Nimbus Sans"/>
                <a:cs typeface="Nimbus Sans"/>
              </a:defRPr>
            </a:defPPr>
            <a:lvl1pPr algn="ctr">
              <a:buNone/>
              <a:defRPr sz="1500" b="0">
                <a:solidFill>
                  <a:srgbClr val="5E7168"/>
                </a:solidFill>
                <a:latin typeface="Nimbus Sans"/>
                <a:ea typeface="Nimbus Sans"/>
                <a:cs typeface="Nimbus Sans"/>
              </a:defRPr>
            </a:lvl1pPr>
            <a:lvl2pPr algn="ctr">
              <a:buNone/>
              <a:defRPr sz="1500" b="0">
                <a:solidFill>
                  <a:srgbClr val="5E7168"/>
                </a:solidFill>
                <a:latin typeface="Nimbus Sans"/>
                <a:ea typeface="Nimbus Sans"/>
                <a:cs typeface="Nimbus Sans"/>
              </a:defRPr>
            </a:lvl2pPr>
            <a:lvl3pPr algn="ctr">
              <a:buNone/>
              <a:defRPr sz="1500" b="0">
                <a:solidFill>
                  <a:srgbClr val="5E7168"/>
                </a:solidFill>
                <a:latin typeface="Nimbus Sans"/>
                <a:ea typeface="Nimbus Sans"/>
                <a:cs typeface="Nimbus Sans"/>
              </a:defRPr>
            </a:lvl3pPr>
            <a:lvl4pPr algn="ctr">
              <a:buNone/>
              <a:defRPr sz="1500" b="0">
                <a:solidFill>
                  <a:srgbClr val="5E7168"/>
                </a:solidFill>
                <a:latin typeface="Nimbus Sans"/>
                <a:ea typeface="Nimbus Sans"/>
                <a:cs typeface="Nimbus Sans"/>
              </a:defRPr>
            </a:lvl4pPr>
            <a:lvl5pPr algn="ctr">
              <a:buNone/>
              <a:defRPr sz="1500" b="0">
                <a:solidFill>
                  <a:srgbClr val="5E7168"/>
                </a:solidFill>
                <a:latin typeface="Nimbus Sans"/>
                <a:ea typeface="Nimbus Sans"/>
                <a:cs typeface="Nimbus Sans"/>
              </a:defRPr>
            </a:lvl5pPr>
            <a:lvl6pPr algn="ctr">
              <a:buNone/>
              <a:defRPr sz="1500" b="0">
                <a:solidFill>
                  <a:srgbClr val="5E7168"/>
                </a:solidFill>
                <a:latin typeface="Nimbus Sans"/>
                <a:ea typeface="Nimbus Sans"/>
                <a:cs typeface="Nimbus Sans"/>
              </a:defRPr>
            </a:lvl6pPr>
            <a:lvl7pPr algn="ctr">
              <a:buNone/>
              <a:defRPr sz="1500" b="0">
                <a:solidFill>
                  <a:srgbClr val="5E7168"/>
                </a:solidFill>
                <a:latin typeface="Nimbus Sans"/>
                <a:ea typeface="Nimbus Sans"/>
                <a:cs typeface="Nimbus Sans"/>
              </a:defRPr>
            </a:lvl7pPr>
            <a:lvl8pPr algn="ctr">
              <a:buNone/>
              <a:defRPr sz="1500" b="0">
                <a:solidFill>
                  <a:srgbClr val="5E7168"/>
                </a:solidFill>
                <a:latin typeface="Nimbus Sans"/>
                <a:ea typeface="Nimbus Sans"/>
                <a:cs typeface="Nimbus Sans"/>
              </a:defRPr>
            </a:lvl8pPr>
            <a:lvl9pPr algn="ctr">
              <a:buNone/>
              <a:defRPr sz="1500" b="0">
                <a:solidFill>
                  <a:srgbClr val="5E7168"/>
                </a:solidFill>
                <a:latin typeface="Nimbus Sans"/>
                <a:ea typeface="Nimbus Sans"/>
                <a:cs typeface="Nimbus Sans"/>
              </a:defRPr>
            </a:lvl9pPr>
          </a:lstStyle>
          <a:p xmlns:a="http://schemas.openxmlformats.org/drawingml/2006/main">
            <a:pPr algn="ctr">
              <a:buNone/>
              <a:defRPr sz="1500" b="0">
                <a:solidFill>
                  <a:srgbClr val="5E7168"/>
                </a:solidFill>
                <a:latin typeface="Nimbus Sans"/>
                <a:ea typeface="Nimbus Sans"/>
                <a:cs typeface="Nimbus Sans"/>
              </a:defRPr>
            </a:pPr>
            <a:r>
              <a:rPr sz="1500" b="0">
                <a:solidFill>
                  <a:srgbClr val="5E7168"/>
                </a:solidFill>
                <a:latin typeface="Nimbus Sans"/>
                <a:ea typeface="Nimbus Sans"/>
                <a:cs typeface="Nimbus Sans"/>
              </a:rPr>
              <a:t>HTTPS + JSON</a:t>
            </a:r>
          </a:p>
        </p:txBody>
      </p:sp>
      <p:sp>
        <p:nvSpPr>
          <p:cNvPr id="11" name="HTTPS">
            <a:extLst xmlns:a="http://schemas.openxmlformats.org/drawingml/2006/main">
              <a:ext uri="{FF2B5EF4-FFF2-40B4-BE49-F238E27FC236}">
                <a16:creationId xmlns:a16="http://schemas.microsoft.com/office/drawing/2014/main" id="{20ED793C-ED44-4B14-A90C-6F58E4225AC5}"/>
              </a:ext>
            </a:extLst>
          </p:cNvPr>
          <p:cNvSpPr>
            <a:spLocks xmlns:a="http://schemas.openxmlformats.org/drawingml/2006/main" noGrp="1"/>
          </p:cNvSpPr>
          <p:nvPr/>
        </p:nvSpPr>
        <p:spPr>
          <a:xfrm xmlns:a="http://schemas.openxmlformats.org/drawingml/2006/main">
            <a:off x="7200900" y="2095500"/>
            <a:ext cx="1666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575" b="1">
                <a:solidFill>
                  <a:srgbClr val="24745B"/>
                </a:solidFill>
                <a:latin typeface="Nimbus Sans"/>
                <a:ea typeface="Nimbus Sans"/>
                <a:cs typeface="Nimbus Sans"/>
              </a:defRPr>
            </a:defPPr>
            <a:lvl1pPr algn="ctr">
              <a:buNone/>
              <a:defRPr sz="1575" b="1">
                <a:solidFill>
                  <a:srgbClr val="24745B"/>
                </a:solidFill>
                <a:latin typeface="Nimbus Sans"/>
                <a:ea typeface="Nimbus Sans"/>
                <a:cs typeface="Nimbus Sans"/>
              </a:defRPr>
            </a:lvl1pPr>
            <a:lvl2pPr algn="ctr">
              <a:buNone/>
              <a:defRPr sz="1575" b="1">
                <a:solidFill>
                  <a:srgbClr val="24745B"/>
                </a:solidFill>
                <a:latin typeface="Nimbus Sans"/>
                <a:ea typeface="Nimbus Sans"/>
                <a:cs typeface="Nimbus Sans"/>
              </a:defRPr>
            </a:lvl2pPr>
            <a:lvl3pPr algn="ctr">
              <a:buNone/>
              <a:defRPr sz="1575" b="1">
                <a:solidFill>
                  <a:srgbClr val="24745B"/>
                </a:solidFill>
                <a:latin typeface="Nimbus Sans"/>
                <a:ea typeface="Nimbus Sans"/>
                <a:cs typeface="Nimbus Sans"/>
              </a:defRPr>
            </a:lvl3pPr>
            <a:lvl4pPr algn="ctr">
              <a:buNone/>
              <a:defRPr sz="1575" b="1">
                <a:solidFill>
                  <a:srgbClr val="24745B"/>
                </a:solidFill>
                <a:latin typeface="Nimbus Sans"/>
                <a:ea typeface="Nimbus Sans"/>
                <a:cs typeface="Nimbus Sans"/>
              </a:defRPr>
            </a:lvl4pPr>
            <a:lvl5pPr algn="ctr">
              <a:buNone/>
              <a:defRPr sz="1575" b="1">
                <a:solidFill>
                  <a:srgbClr val="24745B"/>
                </a:solidFill>
                <a:latin typeface="Nimbus Sans"/>
                <a:ea typeface="Nimbus Sans"/>
                <a:cs typeface="Nimbus Sans"/>
              </a:defRPr>
            </a:lvl5pPr>
            <a:lvl6pPr algn="ctr">
              <a:buNone/>
              <a:defRPr sz="1575" b="1">
                <a:solidFill>
                  <a:srgbClr val="24745B"/>
                </a:solidFill>
                <a:latin typeface="Nimbus Sans"/>
                <a:ea typeface="Nimbus Sans"/>
                <a:cs typeface="Nimbus Sans"/>
              </a:defRPr>
            </a:lvl6pPr>
            <a:lvl7pPr algn="ctr">
              <a:buNone/>
              <a:defRPr sz="1575" b="1">
                <a:solidFill>
                  <a:srgbClr val="24745B"/>
                </a:solidFill>
                <a:latin typeface="Nimbus Sans"/>
                <a:ea typeface="Nimbus Sans"/>
                <a:cs typeface="Nimbus Sans"/>
              </a:defRPr>
            </a:lvl7pPr>
            <a:lvl8pPr algn="ctr">
              <a:buNone/>
              <a:defRPr sz="1575" b="1">
                <a:solidFill>
                  <a:srgbClr val="24745B"/>
                </a:solidFill>
                <a:latin typeface="Nimbus Sans"/>
                <a:ea typeface="Nimbus Sans"/>
                <a:cs typeface="Nimbus Sans"/>
              </a:defRPr>
            </a:lvl8pPr>
            <a:lvl9pPr algn="ctr">
              <a:buNone/>
              <a:defRPr sz="1575" b="1">
                <a:solidFill>
                  <a:srgbClr val="24745B"/>
                </a:solidFill>
                <a:latin typeface="Nimbus Sans"/>
                <a:ea typeface="Nimbus Sans"/>
                <a:cs typeface="Nimbus Sans"/>
              </a:defRPr>
            </a:lvl9pPr>
          </a:lstStyle>
          <a:p xmlns:a="http://schemas.openxmlformats.org/drawingml/2006/main">
            <a:pPr algn="ctr">
              <a:buNone/>
              <a:defRPr sz="1575" b="1">
                <a:solidFill>
                  <a:srgbClr val="24745B"/>
                </a:solidFill>
                <a:latin typeface="Nimbus Sans"/>
                <a:ea typeface="Nimbus Sans"/>
                <a:cs typeface="Nimbus Sans"/>
              </a:defRPr>
            </a:pPr>
            <a:r>
              <a:rPr sz="1575" b="1">
                <a:solidFill>
                  <a:srgbClr val="24745B"/>
                </a:solidFill>
                <a:latin typeface="Nimbus Sans"/>
                <a:ea typeface="Nimbus Sans"/>
                <a:cs typeface="Nimbus Sans"/>
              </a:rPr>
              <a:t>HTTPS</a:t>
            </a:r>
          </a:p>
        </p:txBody>
      </p:sp>
      <p:sp>
        <p:nvSpPr>
          <p:cNvPr id="12" name="Model API">
            <a:extLst xmlns:a="http://schemas.openxmlformats.org/drawingml/2006/main">
              <a:ext uri="{FF2B5EF4-FFF2-40B4-BE49-F238E27FC236}">
                <a16:creationId xmlns:a16="http://schemas.microsoft.com/office/drawing/2014/main" id="{966454A6-B72A-47BB-A882-0E9E345EFC30}"/>
              </a:ext>
            </a:extLst>
          </p:cNvPr>
          <p:cNvSpPr>
            <a:spLocks xmlns:a="http://schemas.openxmlformats.org/drawingml/2006/main" noGrp="1"/>
          </p:cNvSpPr>
          <p:nvPr/>
        </p:nvSpPr>
        <p:spPr>
          <a:xfrm xmlns:a="http://schemas.openxmlformats.org/drawingml/2006/main">
            <a:off x="7200900" y="2400300"/>
            <a:ext cx="1666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500" b="0">
                <a:solidFill>
                  <a:srgbClr val="5E7168"/>
                </a:solidFill>
                <a:latin typeface="Nimbus Sans"/>
                <a:ea typeface="Nimbus Sans"/>
                <a:cs typeface="Nimbus Sans"/>
              </a:defRPr>
            </a:defPPr>
            <a:lvl1pPr algn="ctr">
              <a:buNone/>
              <a:defRPr sz="1500" b="0">
                <a:solidFill>
                  <a:srgbClr val="5E7168"/>
                </a:solidFill>
                <a:latin typeface="Nimbus Sans"/>
                <a:ea typeface="Nimbus Sans"/>
                <a:cs typeface="Nimbus Sans"/>
              </a:defRPr>
            </a:lvl1pPr>
            <a:lvl2pPr algn="ctr">
              <a:buNone/>
              <a:defRPr sz="1500" b="0">
                <a:solidFill>
                  <a:srgbClr val="5E7168"/>
                </a:solidFill>
                <a:latin typeface="Nimbus Sans"/>
                <a:ea typeface="Nimbus Sans"/>
                <a:cs typeface="Nimbus Sans"/>
              </a:defRPr>
            </a:lvl2pPr>
            <a:lvl3pPr algn="ctr">
              <a:buNone/>
              <a:defRPr sz="1500" b="0">
                <a:solidFill>
                  <a:srgbClr val="5E7168"/>
                </a:solidFill>
                <a:latin typeface="Nimbus Sans"/>
                <a:ea typeface="Nimbus Sans"/>
                <a:cs typeface="Nimbus Sans"/>
              </a:defRPr>
            </a:lvl3pPr>
            <a:lvl4pPr algn="ctr">
              <a:buNone/>
              <a:defRPr sz="1500" b="0">
                <a:solidFill>
                  <a:srgbClr val="5E7168"/>
                </a:solidFill>
                <a:latin typeface="Nimbus Sans"/>
                <a:ea typeface="Nimbus Sans"/>
                <a:cs typeface="Nimbus Sans"/>
              </a:defRPr>
            </a:lvl4pPr>
            <a:lvl5pPr algn="ctr">
              <a:buNone/>
              <a:defRPr sz="1500" b="0">
                <a:solidFill>
                  <a:srgbClr val="5E7168"/>
                </a:solidFill>
                <a:latin typeface="Nimbus Sans"/>
                <a:ea typeface="Nimbus Sans"/>
                <a:cs typeface="Nimbus Sans"/>
              </a:defRPr>
            </a:lvl5pPr>
            <a:lvl6pPr algn="ctr">
              <a:buNone/>
              <a:defRPr sz="1500" b="0">
                <a:solidFill>
                  <a:srgbClr val="5E7168"/>
                </a:solidFill>
                <a:latin typeface="Nimbus Sans"/>
                <a:ea typeface="Nimbus Sans"/>
                <a:cs typeface="Nimbus Sans"/>
              </a:defRPr>
            </a:lvl6pPr>
            <a:lvl7pPr algn="ctr">
              <a:buNone/>
              <a:defRPr sz="1500" b="0">
                <a:solidFill>
                  <a:srgbClr val="5E7168"/>
                </a:solidFill>
                <a:latin typeface="Nimbus Sans"/>
                <a:ea typeface="Nimbus Sans"/>
                <a:cs typeface="Nimbus Sans"/>
              </a:defRPr>
            </a:lvl7pPr>
            <a:lvl8pPr algn="ctr">
              <a:buNone/>
              <a:defRPr sz="1500" b="0">
                <a:solidFill>
                  <a:srgbClr val="5E7168"/>
                </a:solidFill>
                <a:latin typeface="Nimbus Sans"/>
                <a:ea typeface="Nimbus Sans"/>
                <a:cs typeface="Nimbus Sans"/>
              </a:defRPr>
            </a:lvl8pPr>
            <a:lvl9pPr algn="ctr">
              <a:buNone/>
              <a:defRPr sz="1500" b="0">
                <a:solidFill>
                  <a:srgbClr val="5E7168"/>
                </a:solidFill>
                <a:latin typeface="Nimbus Sans"/>
                <a:ea typeface="Nimbus Sans"/>
                <a:cs typeface="Nimbus Sans"/>
              </a:defRPr>
            </a:lvl9pPr>
          </a:lstStyle>
          <a:p xmlns:a="http://schemas.openxmlformats.org/drawingml/2006/main">
            <a:pPr algn="ctr">
              <a:buNone/>
              <a:defRPr sz="1500" b="0">
                <a:solidFill>
                  <a:srgbClr val="5E7168"/>
                </a:solidFill>
                <a:latin typeface="Nimbus Sans"/>
                <a:ea typeface="Nimbus Sans"/>
                <a:cs typeface="Nimbus Sans"/>
              </a:defRPr>
            </a:pPr>
            <a:r>
              <a:rPr sz="1500" b="0">
                <a:solidFill>
                  <a:srgbClr val="5E7168"/>
                </a:solidFill>
                <a:latin typeface="Nimbus Sans"/>
                <a:ea typeface="Nimbus Sans"/>
                <a:cs typeface="Nimbus Sans"/>
              </a:rPr>
              <a:t>Model API</a:t>
            </a:r>
          </a:p>
        </p:txBody>
      </p:sp>
      <p:sp>
        <p:nvSpPr>
          <p:cNvPr id="13" name="Shared iPad">
            <a:extLst xmlns:a="http://schemas.openxmlformats.org/drawingml/2006/main">
              <a:ext uri="{FF2B5EF4-FFF2-40B4-BE49-F238E27FC236}">
                <a16:creationId xmlns:a16="http://schemas.microsoft.com/office/drawing/2014/main" id="{5877DA22-565F-45CD-9FA4-B0863EA63059}"/>
              </a:ext>
            </a:extLst>
          </p:cNvPr>
          <p:cNvSpPr>
            <a:spLocks xmlns:a="http://schemas.openxmlformats.org/drawingml/2006/main" noGrp="1"/>
          </p:cNvSpPr>
          <p:nvPr/>
        </p:nvSpPr>
        <p:spPr>
          <a:xfrm xmlns:a="http://schemas.openxmlformats.org/drawingml/2006/main">
            <a:off x="381000" y="3771900"/>
            <a:ext cx="2743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1">
                <a:solidFill>
                  <a:srgbClr val="153D33"/>
                </a:solidFill>
                <a:latin typeface="Nimbus Sans"/>
                <a:ea typeface="Nimbus Sans"/>
                <a:cs typeface="Nimbus Sans"/>
              </a:defRPr>
            </a:defPPr>
            <a:lvl1pPr algn="ctr">
              <a:buNone/>
              <a:defRPr sz="2175" b="1">
                <a:solidFill>
                  <a:srgbClr val="153D33"/>
                </a:solidFill>
                <a:latin typeface="Nimbus Sans"/>
                <a:ea typeface="Nimbus Sans"/>
                <a:cs typeface="Nimbus Sans"/>
              </a:defRPr>
            </a:lvl1pPr>
            <a:lvl2pPr algn="ctr">
              <a:buNone/>
              <a:defRPr sz="2175" b="1">
                <a:solidFill>
                  <a:srgbClr val="153D33"/>
                </a:solidFill>
                <a:latin typeface="Nimbus Sans"/>
                <a:ea typeface="Nimbus Sans"/>
                <a:cs typeface="Nimbus Sans"/>
              </a:defRPr>
            </a:lvl2pPr>
            <a:lvl3pPr algn="ctr">
              <a:buNone/>
              <a:defRPr sz="2175" b="1">
                <a:solidFill>
                  <a:srgbClr val="153D33"/>
                </a:solidFill>
                <a:latin typeface="Nimbus Sans"/>
                <a:ea typeface="Nimbus Sans"/>
                <a:cs typeface="Nimbus Sans"/>
              </a:defRPr>
            </a:lvl3pPr>
            <a:lvl4pPr algn="ctr">
              <a:buNone/>
              <a:defRPr sz="2175" b="1">
                <a:solidFill>
                  <a:srgbClr val="153D33"/>
                </a:solidFill>
                <a:latin typeface="Nimbus Sans"/>
                <a:ea typeface="Nimbus Sans"/>
                <a:cs typeface="Nimbus Sans"/>
              </a:defRPr>
            </a:lvl4pPr>
            <a:lvl5pPr algn="ctr">
              <a:buNone/>
              <a:defRPr sz="2175" b="1">
                <a:solidFill>
                  <a:srgbClr val="153D33"/>
                </a:solidFill>
                <a:latin typeface="Nimbus Sans"/>
                <a:ea typeface="Nimbus Sans"/>
                <a:cs typeface="Nimbus Sans"/>
              </a:defRPr>
            </a:lvl5pPr>
            <a:lvl6pPr algn="ctr">
              <a:buNone/>
              <a:defRPr sz="2175" b="1">
                <a:solidFill>
                  <a:srgbClr val="153D33"/>
                </a:solidFill>
                <a:latin typeface="Nimbus Sans"/>
                <a:ea typeface="Nimbus Sans"/>
                <a:cs typeface="Nimbus Sans"/>
              </a:defRPr>
            </a:lvl6pPr>
            <a:lvl7pPr algn="ctr">
              <a:buNone/>
              <a:defRPr sz="2175" b="1">
                <a:solidFill>
                  <a:srgbClr val="153D33"/>
                </a:solidFill>
                <a:latin typeface="Nimbus Sans"/>
                <a:ea typeface="Nimbus Sans"/>
                <a:cs typeface="Nimbus Sans"/>
              </a:defRPr>
            </a:lvl7pPr>
            <a:lvl8pPr algn="ctr">
              <a:buNone/>
              <a:defRPr sz="2175" b="1">
                <a:solidFill>
                  <a:srgbClr val="153D33"/>
                </a:solidFill>
                <a:latin typeface="Nimbus Sans"/>
                <a:ea typeface="Nimbus Sans"/>
                <a:cs typeface="Nimbus Sans"/>
              </a:defRPr>
            </a:lvl8pPr>
            <a:lvl9pPr algn="ctr">
              <a:buNone/>
              <a:defRPr sz="2175" b="1">
                <a:solidFill>
                  <a:srgbClr val="153D33"/>
                </a:solidFill>
                <a:latin typeface="Nimbus Sans"/>
                <a:ea typeface="Nimbus Sans"/>
                <a:cs typeface="Nimbus Sans"/>
              </a:defRPr>
            </a:lvl9pPr>
          </a:lstStyle>
          <a:p xmlns:a="http://schemas.openxmlformats.org/drawingml/2006/main">
            <a:pPr algn="ctr">
              <a:buNone/>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Shared iPad</a:t>
            </a:r>
          </a:p>
        </p:txBody>
      </p:sp>
      <p:sp>
        <p:nvSpPr>
          <p:cNvPr id="14" name="SwiftUI, camera and mic">
            <a:extLst xmlns:a="http://schemas.openxmlformats.org/drawingml/2006/main">
              <a:ext uri="{FF2B5EF4-FFF2-40B4-BE49-F238E27FC236}">
                <a16:creationId xmlns:a16="http://schemas.microsoft.com/office/drawing/2014/main" id="{BF9C99A3-316E-4AC2-80B7-06509AC5C23E}"/>
              </a:ext>
            </a:extLst>
          </p:cNvPr>
          <p:cNvSpPr>
            <a:spLocks xmlns:a="http://schemas.openxmlformats.org/drawingml/2006/main" noGrp="1"/>
          </p:cNvSpPr>
          <p:nvPr/>
        </p:nvSpPr>
        <p:spPr>
          <a:xfrm xmlns:a="http://schemas.openxmlformats.org/drawingml/2006/main">
            <a:off x="285750" y="41910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800" b="0">
                <a:solidFill>
                  <a:srgbClr val="5E7168"/>
                </a:solidFill>
                <a:latin typeface="Nimbus Sans"/>
                <a:ea typeface="Nimbus Sans"/>
                <a:cs typeface="Nimbus Sans"/>
              </a:defRPr>
            </a:defPPr>
            <a:lvl1pPr algn="ctr">
              <a:buNone/>
              <a:defRPr sz="1800" b="0">
                <a:solidFill>
                  <a:srgbClr val="5E7168"/>
                </a:solidFill>
                <a:latin typeface="Nimbus Sans"/>
                <a:ea typeface="Nimbus Sans"/>
                <a:cs typeface="Nimbus Sans"/>
              </a:defRPr>
            </a:lvl1pPr>
            <a:lvl2pPr algn="ctr">
              <a:buNone/>
              <a:defRPr sz="1800" b="0">
                <a:solidFill>
                  <a:srgbClr val="5E7168"/>
                </a:solidFill>
                <a:latin typeface="Nimbus Sans"/>
                <a:ea typeface="Nimbus Sans"/>
                <a:cs typeface="Nimbus Sans"/>
              </a:defRPr>
            </a:lvl2pPr>
            <a:lvl3pPr algn="ctr">
              <a:buNone/>
              <a:defRPr sz="1800" b="0">
                <a:solidFill>
                  <a:srgbClr val="5E7168"/>
                </a:solidFill>
                <a:latin typeface="Nimbus Sans"/>
                <a:ea typeface="Nimbus Sans"/>
                <a:cs typeface="Nimbus Sans"/>
              </a:defRPr>
            </a:lvl3pPr>
            <a:lvl4pPr algn="ctr">
              <a:buNone/>
              <a:defRPr sz="1800" b="0">
                <a:solidFill>
                  <a:srgbClr val="5E7168"/>
                </a:solidFill>
                <a:latin typeface="Nimbus Sans"/>
                <a:ea typeface="Nimbus Sans"/>
                <a:cs typeface="Nimbus Sans"/>
              </a:defRPr>
            </a:lvl4pPr>
            <a:lvl5pPr algn="ctr">
              <a:buNone/>
              <a:defRPr sz="1800" b="0">
                <a:solidFill>
                  <a:srgbClr val="5E7168"/>
                </a:solidFill>
                <a:latin typeface="Nimbus Sans"/>
                <a:ea typeface="Nimbus Sans"/>
                <a:cs typeface="Nimbus Sans"/>
              </a:defRPr>
            </a:lvl5pPr>
            <a:lvl6pPr algn="ctr">
              <a:buNone/>
              <a:defRPr sz="1800" b="0">
                <a:solidFill>
                  <a:srgbClr val="5E7168"/>
                </a:solidFill>
                <a:latin typeface="Nimbus Sans"/>
                <a:ea typeface="Nimbus Sans"/>
                <a:cs typeface="Nimbus Sans"/>
              </a:defRPr>
            </a:lvl6pPr>
            <a:lvl7pPr algn="ctr">
              <a:buNone/>
              <a:defRPr sz="1800" b="0">
                <a:solidFill>
                  <a:srgbClr val="5E7168"/>
                </a:solidFill>
                <a:latin typeface="Nimbus Sans"/>
                <a:ea typeface="Nimbus Sans"/>
                <a:cs typeface="Nimbus Sans"/>
              </a:defRPr>
            </a:lvl7pPr>
            <a:lvl8pPr algn="ctr">
              <a:buNone/>
              <a:defRPr sz="1800" b="0">
                <a:solidFill>
                  <a:srgbClr val="5E7168"/>
                </a:solidFill>
                <a:latin typeface="Nimbus Sans"/>
                <a:ea typeface="Nimbus Sans"/>
                <a:cs typeface="Nimbus Sans"/>
              </a:defRPr>
            </a:lvl8pPr>
            <a:lvl9pPr algn="ctr">
              <a:buNone/>
              <a:defRPr sz="1800" b="0">
                <a:solidFill>
                  <a:srgbClr val="5E7168"/>
                </a:solidFill>
                <a:latin typeface="Nimbus Sans"/>
                <a:ea typeface="Nimbus Sans"/>
                <a:cs typeface="Nimbus Sans"/>
              </a:defRPr>
            </a:lvl9pPr>
          </a:lstStyle>
          <a:p xmlns:a="http://schemas.openxmlformats.org/drawingml/2006/main">
            <a:pPr algn="ctr">
              <a:buNone/>
              <a:defRPr sz="1800" b="0">
                <a:solidFill>
                  <a:srgbClr val="5E7168"/>
                </a:solidFill>
                <a:latin typeface="Nimbus Sans"/>
                <a:ea typeface="Nimbus Sans"/>
                <a:cs typeface="Nimbus Sans"/>
              </a:defRPr>
            </a:pPr>
            <a:r>
              <a:rPr sz="1800" b="0">
                <a:solidFill>
                  <a:srgbClr val="5E7168"/>
                </a:solidFill>
                <a:latin typeface="Nimbus Sans"/>
                <a:ea typeface="Nimbus Sans"/>
                <a:cs typeface="Nimbus Sans"/>
              </a:rPr>
              <a:t>SwiftUI, camera and mic</a:t>
            </a:r>
          </a:p>
        </p:txBody>
      </p:sp>
      <p:sp>
        <p:nvSpPr>
          <p:cNvPr id="15" name="Raspberry Pi 4B">
            <a:extLst xmlns:a="http://schemas.openxmlformats.org/drawingml/2006/main">
              <a:ext uri="{FF2B5EF4-FFF2-40B4-BE49-F238E27FC236}">
                <a16:creationId xmlns:a16="http://schemas.microsoft.com/office/drawing/2014/main" id="{A5DB4952-DB3F-4E0A-8D45-226359E3B11C}"/>
              </a:ext>
            </a:extLst>
          </p:cNvPr>
          <p:cNvSpPr>
            <a:spLocks xmlns:a="http://schemas.openxmlformats.org/drawingml/2006/main" noGrp="1"/>
          </p:cNvSpPr>
          <p:nvPr/>
        </p:nvSpPr>
        <p:spPr>
          <a:xfrm xmlns:a="http://schemas.openxmlformats.org/drawingml/2006/main">
            <a:off x="4591050" y="3771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1">
                <a:solidFill>
                  <a:srgbClr val="153D33"/>
                </a:solidFill>
                <a:latin typeface="Nimbus Sans"/>
                <a:ea typeface="Nimbus Sans"/>
                <a:cs typeface="Nimbus Sans"/>
              </a:defRPr>
            </a:defPPr>
            <a:lvl1pPr algn="ctr">
              <a:buNone/>
              <a:defRPr sz="2175" b="1">
                <a:solidFill>
                  <a:srgbClr val="153D33"/>
                </a:solidFill>
                <a:latin typeface="Nimbus Sans"/>
                <a:ea typeface="Nimbus Sans"/>
                <a:cs typeface="Nimbus Sans"/>
              </a:defRPr>
            </a:lvl1pPr>
            <a:lvl2pPr algn="ctr">
              <a:buNone/>
              <a:defRPr sz="2175" b="1">
                <a:solidFill>
                  <a:srgbClr val="153D33"/>
                </a:solidFill>
                <a:latin typeface="Nimbus Sans"/>
                <a:ea typeface="Nimbus Sans"/>
                <a:cs typeface="Nimbus Sans"/>
              </a:defRPr>
            </a:lvl2pPr>
            <a:lvl3pPr algn="ctr">
              <a:buNone/>
              <a:defRPr sz="2175" b="1">
                <a:solidFill>
                  <a:srgbClr val="153D33"/>
                </a:solidFill>
                <a:latin typeface="Nimbus Sans"/>
                <a:ea typeface="Nimbus Sans"/>
                <a:cs typeface="Nimbus Sans"/>
              </a:defRPr>
            </a:lvl3pPr>
            <a:lvl4pPr algn="ctr">
              <a:buNone/>
              <a:defRPr sz="2175" b="1">
                <a:solidFill>
                  <a:srgbClr val="153D33"/>
                </a:solidFill>
                <a:latin typeface="Nimbus Sans"/>
                <a:ea typeface="Nimbus Sans"/>
                <a:cs typeface="Nimbus Sans"/>
              </a:defRPr>
            </a:lvl4pPr>
            <a:lvl5pPr algn="ctr">
              <a:buNone/>
              <a:defRPr sz="2175" b="1">
                <a:solidFill>
                  <a:srgbClr val="153D33"/>
                </a:solidFill>
                <a:latin typeface="Nimbus Sans"/>
                <a:ea typeface="Nimbus Sans"/>
                <a:cs typeface="Nimbus Sans"/>
              </a:defRPr>
            </a:lvl5pPr>
            <a:lvl6pPr algn="ctr">
              <a:buNone/>
              <a:defRPr sz="2175" b="1">
                <a:solidFill>
                  <a:srgbClr val="153D33"/>
                </a:solidFill>
                <a:latin typeface="Nimbus Sans"/>
                <a:ea typeface="Nimbus Sans"/>
                <a:cs typeface="Nimbus Sans"/>
              </a:defRPr>
            </a:lvl6pPr>
            <a:lvl7pPr algn="ctr">
              <a:buNone/>
              <a:defRPr sz="2175" b="1">
                <a:solidFill>
                  <a:srgbClr val="153D33"/>
                </a:solidFill>
                <a:latin typeface="Nimbus Sans"/>
                <a:ea typeface="Nimbus Sans"/>
                <a:cs typeface="Nimbus Sans"/>
              </a:defRPr>
            </a:lvl7pPr>
            <a:lvl8pPr algn="ctr">
              <a:buNone/>
              <a:defRPr sz="2175" b="1">
                <a:solidFill>
                  <a:srgbClr val="153D33"/>
                </a:solidFill>
                <a:latin typeface="Nimbus Sans"/>
                <a:ea typeface="Nimbus Sans"/>
                <a:cs typeface="Nimbus Sans"/>
              </a:defRPr>
            </a:lvl8pPr>
            <a:lvl9pPr algn="ctr">
              <a:buNone/>
              <a:defRPr sz="2175" b="1">
                <a:solidFill>
                  <a:srgbClr val="153D33"/>
                </a:solidFill>
                <a:latin typeface="Nimbus Sans"/>
                <a:ea typeface="Nimbus Sans"/>
                <a:cs typeface="Nimbus Sans"/>
              </a:defRPr>
            </a:lvl9pPr>
          </a:lstStyle>
          <a:p xmlns:a="http://schemas.openxmlformats.org/drawingml/2006/main">
            <a:pPr algn="ctr">
              <a:buNone/>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Raspberry Pi 4B</a:t>
            </a:r>
          </a:p>
        </p:txBody>
      </p:sp>
      <p:sp>
        <p:nvSpPr>
          <p:cNvPr id="16" name="Python API + SQLite">
            <a:extLst xmlns:a="http://schemas.openxmlformats.org/drawingml/2006/main">
              <a:ext uri="{FF2B5EF4-FFF2-40B4-BE49-F238E27FC236}">
                <a16:creationId xmlns:a16="http://schemas.microsoft.com/office/drawing/2014/main" id="{BDD0EFA9-341A-4806-976C-9F7FC9023CD2}"/>
              </a:ext>
            </a:extLst>
          </p:cNvPr>
          <p:cNvSpPr>
            <a:spLocks xmlns:a="http://schemas.openxmlformats.org/drawingml/2006/main" noGrp="1"/>
          </p:cNvSpPr>
          <p:nvPr/>
        </p:nvSpPr>
        <p:spPr>
          <a:xfrm xmlns:a="http://schemas.openxmlformats.org/drawingml/2006/main">
            <a:off x="4572000" y="41910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800" b="0">
                <a:solidFill>
                  <a:srgbClr val="5E7168"/>
                </a:solidFill>
                <a:latin typeface="Nimbus Sans"/>
                <a:ea typeface="Nimbus Sans"/>
                <a:cs typeface="Nimbus Sans"/>
              </a:defRPr>
            </a:defPPr>
            <a:lvl1pPr algn="ctr">
              <a:buNone/>
              <a:defRPr sz="1800" b="0">
                <a:solidFill>
                  <a:srgbClr val="5E7168"/>
                </a:solidFill>
                <a:latin typeface="Nimbus Sans"/>
                <a:ea typeface="Nimbus Sans"/>
                <a:cs typeface="Nimbus Sans"/>
              </a:defRPr>
            </a:lvl1pPr>
            <a:lvl2pPr algn="ctr">
              <a:buNone/>
              <a:defRPr sz="1800" b="0">
                <a:solidFill>
                  <a:srgbClr val="5E7168"/>
                </a:solidFill>
                <a:latin typeface="Nimbus Sans"/>
                <a:ea typeface="Nimbus Sans"/>
                <a:cs typeface="Nimbus Sans"/>
              </a:defRPr>
            </a:lvl2pPr>
            <a:lvl3pPr algn="ctr">
              <a:buNone/>
              <a:defRPr sz="1800" b="0">
                <a:solidFill>
                  <a:srgbClr val="5E7168"/>
                </a:solidFill>
                <a:latin typeface="Nimbus Sans"/>
                <a:ea typeface="Nimbus Sans"/>
                <a:cs typeface="Nimbus Sans"/>
              </a:defRPr>
            </a:lvl3pPr>
            <a:lvl4pPr algn="ctr">
              <a:buNone/>
              <a:defRPr sz="1800" b="0">
                <a:solidFill>
                  <a:srgbClr val="5E7168"/>
                </a:solidFill>
                <a:latin typeface="Nimbus Sans"/>
                <a:ea typeface="Nimbus Sans"/>
                <a:cs typeface="Nimbus Sans"/>
              </a:defRPr>
            </a:lvl4pPr>
            <a:lvl5pPr algn="ctr">
              <a:buNone/>
              <a:defRPr sz="1800" b="0">
                <a:solidFill>
                  <a:srgbClr val="5E7168"/>
                </a:solidFill>
                <a:latin typeface="Nimbus Sans"/>
                <a:ea typeface="Nimbus Sans"/>
                <a:cs typeface="Nimbus Sans"/>
              </a:defRPr>
            </a:lvl5pPr>
            <a:lvl6pPr algn="ctr">
              <a:buNone/>
              <a:defRPr sz="1800" b="0">
                <a:solidFill>
                  <a:srgbClr val="5E7168"/>
                </a:solidFill>
                <a:latin typeface="Nimbus Sans"/>
                <a:ea typeface="Nimbus Sans"/>
                <a:cs typeface="Nimbus Sans"/>
              </a:defRPr>
            </a:lvl6pPr>
            <a:lvl7pPr algn="ctr">
              <a:buNone/>
              <a:defRPr sz="1800" b="0">
                <a:solidFill>
                  <a:srgbClr val="5E7168"/>
                </a:solidFill>
                <a:latin typeface="Nimbus Sans"/>
                <a:ea typeface="Nimbus Sans"/>
                <a:cs typeface="Nimbus Sans"/>
              </a:defRPr>
            </a:lvl7pPr>
            <a:lvl8pPr algn="ctr">
              <a:buNone/>
              <a:defRPr sz="1800" b="0">
                <a:solidFill>
                  <a:srgbClr val="5E7168"/>
                </a:solidFill>
                <a:latin typeface="Nimbus Sans"/>
                <a:ea typeface="Nimbus Sans"/>
                <a:cs typeface="Nimbus Sans"/>
              </a:defRPr>
            </a:lvl8pPr>
            <a:lvl9pPr algn="ctr">
              <a:buNone/>
              <a:defRPr sz="1800" b="0">
                <a:solidFill>
                  <a:srgbClr val="5E7168"/>
                </a:solidFill>
                <a:latin typeface="Nimbus Sans"/>
                <a:ea typeface="Nimbus Sans"/>
                <a:cs typeface="Nimbus Sans"/>
              </a:defRPr>
            </a:lvl9pPr>
          </a:lstStyle>
          <a:p xmlns:a="http://schemas.openxmlformats.org/drawingml/2006/main">
            <a:pPr algn="ctr">
              <a:buNone/>
              <a:defRPr sz="1800" b="0">
                <a:solidFill>
                  <a:srgbClr val="5E7168"/>
                </a:solidFill>
                <a:latin typeface="Nimbus Sans"/>
                <a:ea typeface="Nimbus Sans"/>
                <a:cs typeface="Nimbus Sans"/>
              </a:defRPr>
            </a:pPr>
            <a:r>
              <a:rPr sz="1800" b="0">
                <a:solidFill>
                  <a:srgbClr val="5E7168"/>
                </a:solidFill>
                <a:latin typeface="Nimbus Sans"/>
                <a:ea typeface="Nimbus Sans"/>
                <a:cs typeface="Nimbus Sans"/>
              </a:rPr>
              <a:t>Python API + SQLite</a:t>
            </a:r>
          </a:p>
        </p:txBody>
      </p:sp>
      <p:sp>
        <p:nvSpPr>
          <p:cNvPr id="17" name="Cloud AI">
            <a:extLst xmlns:a="http://schemas.openxmlformats.org/drawingml/2006/main">
              <a:ext uri="{FF2B5EF4-FFF2-40B4-BE49-F238E27FC236}">
                <a16:creationId xmlns:a16="http://schemas.microsoft.com/office/drawing/2014/main" id="{0186CA49-0C0E-4075-B811-EE905955ED80}"/>
              </a:ext>
            </a:extLst>
          </p:cNvPr>
          <p:cNvSpPr>
            <a:spLocks xmlns:a="http://schemas.openxmlformats.org/drawingml/2006/main" noGrp="1"/>
          </p:cNvSpPr>
          <p:nvPr/>
        </p:nvSpPr>
        <p:spPr>
          <a:xfrm xmlns:a="http://schemas.openxmlformats.org/drawingml/2006/main">
            <a:off x="8724900" y="37719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1">
                <a:solidFill>
                  <a:srgbClr val="153D33"/>
                </a:solidFill>
                <a:latin typeface="Nimbus Sans"/>
                <a:ea typeface="Nimbus Sans"/>
                <a:cs typeface="Nimbus Sans"/>
              </a:defRPr>
            </a:defPPr>
            <a:lvl1pPr algn="ctr">
              <a:buNone/>
              <a:defRPr sz="2175" b="1">
                <a:solidFill>
                  <a:srgbClr val="153D33"/>
                </a:solidFill>
                <a:latin typeface="Nimbus Sans"/>
                <a:ea typeface="Nimbus Sans"/>
                <a:cs typeface="Nimbus Sans"/>
              </a:defRPr>
            </a:lvl1pPr>
            <a:lvl2pPr algn="ctr">
              <a:buNone/>
              <a:defRPr sz="2175" b="1">
                <a:solidFill>
                  <a:srgbClr val="153D33"/>
                </a:solidFill>
                <a:latin typeface="Nimbus Sans"/>
                <a:ea typeface="Nimbus Sans"/>
                <a:cs typeface="Nimbus Sans"/>
              </a:defRPr>
            </a:lvl2pPr>
            <a:lvl3pPr algn="ctr">
              <a:buNone/>
              <a:defRPr sz="2175" b="1">
                <a:solidFill>
                  <a:srgbClr val="153D33"/>
                </a:solidFill>
                <a:latin typeface="Nimbus Sans"/>
                <a:ea typeface="Nimbus Sans"/>
                <a:cs typeface="Nimbus Sans"/>
              </a:defRPr>
            </a:lvl3pPr>
            <a:lvl4pPr algn="ctr">
              <a:buNone/>
              <a:defRPr sz="2175" b="1">
                <a:solidFill>
                  <a:srgbClr val="153D33"/>
                </a:solidFill>
                <a:latin typeface="Nimbus Sans"/>
                <a:ea typeface="Nimbus Sans"/>
                <a:cs typeface="Nimbus Sans"/>
              </a:defRPr>
            </a:lvl4pPr>
            <a:lvl5pPr algn="ctr">
              <a:buNone/>
              <a:defRPr sz="2175" b="1">
                <a:solidFill>
                  <a:srgbClr val="153D33"/>
                </a:solidFill>
                <a:latin typeface="Nimbus Sans"/>
                <a:ea typeface="Nimbus Sans"/>
                <a:cs typeface="Nimbus Sans"/>
              </a:defRPr>
            </a:lvl5pPr>
            <a:lvl6pPr algn="ctr">
              <a:buNone/>
              <a:defRPr sz="2175" b="1">
                <a:solidFill>
                  <a:srgbClr val="153D33"/>
                </a:solidFill>
                <a:latin typeface="Nimbus Sans"/>
                <a:ea typeface="Nimbus Sans"/>
                <a:cs typeface="Nimbus Sans"/>
              </a:defRPr>
            </a:lvl6pPr>
            <a:lvl7pPr algn="ctr">
              <a:buNone/>
              <a:defRPr sz="2175" b="1">
                <a:solidFill>
                  <a:srgbClr val="153D33"/>
                </a:solidFill>
                <a:latin typeface="Nimbus Sans"/>
                <a:ea typeface="Nimbus Sans"/>
                <a:cs typeface="Nimbus Sans"/>
              </a:defRPr>
            </a:lvl7pPr>
            <a:lvl8pPr algn="ctr">
              <a:buNone/>
              <a:defRPr sz="2175" b="1">
                <a:solidFill>
                  <a:srgbClr val="153D33"/>
                </a:solidFill>
                <a:latin typeface="Nimbus Sans"/>
                <a:ea typeface="Nimbus Sans"/>
                <a:cs typeface="Nimbus Sans"/>
              </a:defRPr>
            </a:lvl8pPr>
            <a:lvl9pPr algn="ctr">
              <a:buNone/>
              <a:defRPr sz="2175" b="1">
                <a:solidFill>
                  <a:srgbClr val="153D33"/>
                </a:solidFill>
                <a:latin typeface="Nimbus Sans"/>
                <a:ea typeface="Nimbus Sans"/>
                <a:cs typeface="Nimbus Sans"/>
              </a:defRPr>
            </a:lvl9pPr>
          </a:lstStyle>
          <a:p xmlns:a="http://schemas.openxmlformats.org/drawingml/2006/main">
            <a:pPr algn="ctr">
              <a:buNone/>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Cloud AI</a:t>
            </a:r>
          </a:p>
        </p:txBody>
      </p:sp>
      <p:sp>
        <p:nvSpPr>
          <p:cNvPr id="18" name="Vision, search and ASR">
            <a:extLst xmlns:a="http://schemas.openxmlformats.org/drawingml/2006/main">
              <a:ext uri="{FF2B5EF4-FFF2-40B4-BE49-F238E27FC236}">
                <a16:creationId xmlns:a16="http://schemas.microsoft.com/office/drawing/2014/main" id="{A737BE2A-5391-4C2E-A827-14BD0F71B28A}"/>
              </a:ext>
            </a:extLst>
          </p:cNvPr>
          <p:cNvSpPr>
            <a:spLocks xmlns:a="http://schemas.openxmlformats.org/drawingml/2006/main" noGrp="1"/>
          </p:cNvSpPr>
          <p:nvPr/>
        </p:nvSpPr>
        <p:spPr>
          <a:xfrm xmlns:a="http://schemas.openxmlformats.org/drawingml/2006/main">
            <a:off x="8610600" y="4191000"/>
            <a:ext cx="300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800" b="0">
                <a:solidFill>
                  <a:srgbClr val="5E7168"/>
                </a:solidFill>
                <a:latin typeface="Nimbus Sans"/>
                <a:ea typeface="Nimbus Sans"/>
                <a:cs typeface="Nimbus Sans"/>
              </a:defRPr>
            </a:defPPr>
            <a:lvl1pPr algn="ctr">
              <a:buNone/>
              <a:defRPr sz="1800" b="0">
                <a:solidFill>
                  <a:srgbClr val="5E7168"/>
                </a:solidFill>
                <a:latin typeface="Nimbus Sans"/>
                <a:ea typeface="Nimbus Sans"/>
                <a:cs typeface="Nimbus Sans"/>
              </a:defRPr>
            </a:lvl1pPr>
            <a:lvl2pPr algn="ctr">
              <a:buNone/>
              <a:defRPr sz="1800" b="0">
                <a:solidFill>
                  <a:srgbClr val="5E7168"/>
                </a:solidFill>
                <a:latin typeface="Nimbus Sans"/>
                <a:ea typeface="Nimbus Sans"/>
                <a:cs typeface="Nimbus Sans"/>
              </a:defRPr>
            </a:lvl2pPr>
            <a:lvl3pPr algn="ctr">
              <a:buNone/>
              <a:defRPr sz="1800" b="0">
                <a:solidFill>
                  <a:srgbClr val="5E7168"/>
                </a:solidFill>
                <a:latin typeface="Nimbus Sans"/>
                <a:ea typeface="Nimbus Sans"/>
                <a:cs typeface="Nimbus Sans"/>
              </a:defRPr>
            </a:lvl3pPr>
            <a:lvl4pPr algn="ctr">
              <a:buNone/>
              <a:defRPr sz="1800" b="0">
                <a:solidFill>
                  <a:srgbClr val="5E7168"/>
                </a:solidFill>
                <a:latin typeface="Nimbus Sans"/>
                <a:ea typeface="Nimbus Sans"/>
                <a:cs typeface="Nimbus Sans"/>
              </a:defRPr>
            </a:lvl4pPr>
            <a:lvl5pPr algn="ctr">
              <a:buNone/>
              <a:defRPr sz="1800" b="0">
                <a:solidFill>
                  <a:srgbClr val="5E7168"/>
                </a:solidFill>
                <a:latin typeface="Nimbus Sans"/>
                <a:ea typeface="Nimbus Sans"/>
                <a:cs typeface="Nimbus Sans"/>
              </a:defRPr>
            </a:lvl5pPr>
            <a:lvl6pPr algn="ctr">
              <a:buNone/>
              <a:defRPr sz="1800" b="0">
                <a:solidFill>
                  <a:srgbClr val="5E7168"/>
                </a:solidFill>
                <a:latin typeface="Nimbus Sans"/>
                <a:ea typeface="Nimbus Sans"/>
                <a:cs typeface="Nimbus Sans"/>
              </a:defRPr>
            </a:lvl6pPr>
            <a:lvl7pPr algn="ctr">
              <a:buNone/>
              <a:defRPr sz="1800" b="0">
                <a:solidFill>
                  <a:srgbClr val="5E7168"/>
                </a:solidFill>
                <a:latin typeface="Nimbus Sans"/>
                <a:ea typeface="Nimbus Sans"/>
                <a:cs typeface="Nimbus Sans"/>
              </a:defRPr>
            </a:lvl7pPr>
            <a:lvl8pPr algn="ctr">
              <a:buNone/>
              <a:defRPr sz="1800" b="0">
                <a:solidFill>
                  <a:srgbClr val="5E7168"/>
                </a:solidFill>
                <a:latin typeface="Nimbus Sans"/>
                <a:ea typeface="Nimbus Sans"/>
                <a:cs typeface="Nimbus Sans"/>
              </a:defRPr>
            </a:lvl8pPr>
            <a:lvl9pPr algn="ctr">
              <a:buNone/>
              <a:defRPr sz="1800" b="0">
                <a:solidFill>
                  <a:srgbClr val="5E7168"/>
                </a:solidFill>
                <a:latin typeface="Nimbus Sans"/>
                <a:ea typeface="Nimbus Sans"/>
                <a:cs typeface="Nimbus Sans"/>
              </a:defRPr>
            </a:lvl9pPr>
          </a:lstStyle>
          <a:p xmlns:a="http://schemas.openxmlformats.org/drawingml/2006/main">
            <a:pPr algn="ctr">
              <a:buNone/>
              <a:defRPr sz="1800" b="0">
                <a:solidFill>
                  <a:srgbClr val="5E7168"/>
                </a:solidFill>
                <a:latin typeface="Nimbus Sans"/>
                <a:ea typeface="Nimbus Sans"/>
                <a:cs typeface="Nimbus Sans"/>
              </a:defRPr>
            </a:pPr>
            <a:r>
              <a:rPr sz="1800" b="0">
                <a:solidFill>
                  <a:srgbClr val="5E7168"/>
                </a:solidFill>
                <a:latin typeface="Nimbus Sans"/>
                <a:ea typeface="Nimbus Sans"/>
                <a:cs typeface="Nimbus Sans"/>
              </a:rPr>
              <a:t>Vision, search and ASR</a:t>
            </a:r>
          </a:p>
        </p:txBody>
      </p:sp>
      <p:cxnSp>
        <p:nvCxnSpPr>
          <p:cNvPr id="19" name="">
            <a:extLst xmlns:a="http://schemas.openxmlformats.org/drawingml/2006/main">
              <a:ext uri="{FF2B5EF4-FFF2-40B4-BE49-F238E27FC236}">
                <a16:creationId xmlns:a16="http://schemas.microsoft.com/office/drawing/2014/main" id="{753317DE-D6EC-44AB-988E-AFB5295A0521}"/>
              </a:ext>
            </a:extLst>
          </p:cNvPr>
          <p:cNvCxnSpPr/>
          <p:nvPr/>
        </p:nvCxnSpPr>
        <p:spPr>
          <a:xfrm xmlns:a="http://schemas.openxmlformats.org/drawingml/2006/main">
            <a:off x="6000750" y="4591050"/>
            <a:ext cx="0" cy="22860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pic>
        <p:nvPicPr>
          <p:cNvPr id="20" name="">
            <a:extLst xmlns:a="http://schemas.openxmlformats.org/drawingml/2006/main">
              <a:ext uri="{FF2B5EF4-FFF2-40B4-BE49-F238E27FC236}">
                <a16:creationId xmlns:a16="http://schemas.microsoft.com/office/drawing/2014/main" id="{8366A67D-295D-4F4A-9666-A0308D348716}"/>
              </a:ext>
            </a:extLst>
          </p:cNvPr>
          <p:cNvPicPr>
            <a:picLocks xmlns:a="http://schemas.openxmlformats.org/drawingml/2006/main" noChangeAspect="1"/>
          </p:cNvPicPr>
          <p:nvPr/>
        </p:nvPicPr>
        <p:blipFill>
          <a:blip xmlns:r="http://schemas.openxmlformats.org/officeDocument/2006/relationships" xmlns:a="http://schemas.openxmlformats.org/drawingml/2006/main" r:embed="Rd711dffac5e64d6f"/>
          <a:stretch xmlns:a="http://schemas.openxmlformats.org/drawingml/2006/main"/>
        </p:blipFill>
        <p:spPr>
          <a:xfrm xmlns:a="http://schemas.openxmlformats.org/drawingml/2006/main">
            <a:off x="5410200" y="4838700"/>
            <a:ext cx="1181100" cy="1181100"/>
          </a:xfrm>
          <a:prstGeom xmlns:a="http://schemas.openxmlformats.org/drawingml/2006/main" prst="rect">
            <a:avLst/>
          </a:prstGeom>
        </p:spPr>
      </p:pic>
      <p:sp>
        <p:nvSpPr>
          <p:cNvPr id="21" name="GPIO control">
            <a:extLst xmlns:a="http://schemas.openxmlformats.org/drawingml/2006/main">
              <a:ext uri="{FF2B5EF4-FFF2-40B4-BE49-F238E27FC236}">
                <a16:creationId xmlns:a16="http://schemas.microsoft.com/office/drawing/2014/main" id="{585A85CE-785C-44CD-8A0D-0C1E4CE243D4}"/>
              </a:ext>
            </a:extLst>
          </p:cNvPr>
          <p:cNvSpPr>
            <a:spLocks xmlns:a="http://schemas.openxmlformats.org/drawingml/2006/main" noGrp="1"/>
          </p:cNvSpPr>
          <p:nvPr/>
        </p:nvSpPr>
        <p:spPr>
          <a:xfrm xmlns:a="http://schemas.openxmlformats.org/drawingml/2006/main">
            <a:off x="2952750" y="498157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800" b="1">
                <a:solidFill>
                  <a:srgbClr val="24745B"/>
                </a:solidFill>
                <a:latin typeface="Nimbus Sans"/>
                <a:ea typeface="Nimbus Sans"/>
                <a:cs typeface="Nimbus Sans"/>
              </a:defRPr>
            </a:defPPr>
            <a:lvl1pPr algn="r">
              <a:buNone/>
              <a:defRPr sz="1800" b="1">
                <a:solidFill>
                  <a:srgbClr val="24745B"/>
                </a:solidFill>
                <a:latin typeface="Nimbus Sans"/>
                <a:ea typeface="Nimbus Sans"/>
                <a:cs typeface="Nimbus Sans"/>
              </a:defRPr>
            </a:lvl1pPr>
            <a:lvl2pPr algn="r">
              <a:buNone/>
              <a:defRPr sz="1800" b="1">
                <a:solidFill>
                  <a:srgbClr val="24745B"/>
                </a:solidFill>
                <a:latin typeface="Nimbus Sans"/>
                <a:ea typeface="Nimbus Sans"/>
                <a:cs typeface="Nimbus Sans"/>
              </a:defRPr>
            </a:lvl2pPr>
            <a:lvl3pPr algn="r">
              <a:buNone/>
              <a:defRPr sz="1800" b="1">
                <a:solidFill>
                  <a:srgbClr val="24745B"/>
                </a:solidFill>
                <a:latin typeface="Nimbus Sans"/>
                <a:ea typeface="Nimbus Sans"/>
                <a:cs typeface="Nimbus Sans"/>
              </a:defRPr>
            </a:lvl3pPr>
            <a:lvl4pPr algn="r">
              <a:buNone/>
              <a:defRPr sz="1800" b="1">
                <a:solidFill>
                  <a:srgbClr val="24745B"/>
                </a:solidFill>
                <a:latin typeface="Nimbus Sans"/>
                <a:ea typeface="Nimbus Sans"/>
                <a:cs typeface="Nimbus Sans"/>
              </a:defRPr>
            </a:lvl4pPr>
            <a:lvl5pPr algn="r">
              <a:buNone/>
              <a:defRPr sz="1800" b="1">
                <a:solidFill>
                  <a:srgbClr val="24745B"/>
                </a:solidFill>
                <a:latin typeface="Nimbus Sans"/>
                <a:ea typeface="Nimbus Sans"/>
                <a:cs typeface="Nimbus Sans"/>
              </a:defRPr>
            </a:lvl5pPr>
            <a:lvl6pPr algn="r">
              <a:buNone/>
              <a:defRPr sz="1800" b="1">
                <a:solidFill>
                  <a:srgbClr val="24745B"/>
                </a:solidFill>
                <a:latin typeface="Nimbus Sans"/>
                <a:ea typeface="Nimbus Sans"/>
                <a:cs typeface="Nimbus Sans"/>
              </a:defRPr>
            </a:lvl6pPr>
            <a:lvl7pPr algn="r">
              <a:buNone/>
              <a:defRPr sz="1800" b="1">
                <a:solidFill>
                  <a:srgbClr val="24745B"/>
                </a:solidFill>
                <a:latin typeface="Nimbus Sans"/>
                <a:ea typeface="Nimbus Sans"/>
                <a:cs typeface="Nimbus Sans"/>
              </a:defRPr>
            </a:lvl7pPr>
            <a:lvl8pPr algn="r">
              <a:buNone/>
              <a:defRPr sz="1800" b="1">
                <a:solidFill>
                  <a:srgbClr val="24745B"/>
                </a:solidFill>
                <a:latin typeface="Nimbus Sans"/>
                <a:ea typeface="Nimbus Sans"/>
                <a:cs typeface="Nimbus Sans"/>
              </a:defRPr>
            </a:lvl8pPr>
            <a:lvl9pPr algn="r">
              <a:buNone/>
              <a:defRPr sz="1800" b="1">
                <a:solidFill>
                  <a:srgbClr val="24745B"/>
                </a:solidFill>
                <a:latin typeface="Nimbus Sans"/>
                <a:ea typeface="Nimbus Sans"/>
                <a:cs typeface="Nimbus Sans"/>
              </a:defRPr>
            </a:lvl9pPr>
          </a:lstStyle>
          <a:p xmlns:a="http://schemas.openxmlformats.org/drawingml/2006/main">
            <a:pPr algn="r">
              <a:buNone/>
              <a:defRPr sz="1800" b="1">
                <a:solidFill>
                  <a:srgbClr val="24745B"/>
                </a:solidFill>
                <a:latin typeface="Nimbus Sans"/>
                <a:ea typeface="Nimbus Sans"/>
                <a:cs typeface="Nimbus Sans"/>
              </a:defRPr>
            </a:pPr>
            <a:r>
              <a:rPr sz="1800" b="1">
                <a:solidFill>
                  <a:srgbClr val="24745B"/>
                </a:solidFill>
                <a:latin typeface="Nimbus Sans"/>
                <a:ea typeface="Nimbus Sans"/>
                <a:cs typeface="Nimbus Sans"/>
              </a:rPr>
              <a:t>GPIO control</a:t>
            </a:r>
          </a:p>
        </p:txBody>
      </p:sp>
      <p:sp>
        <p:nvSpPr>
          <p:cNvPr id="22" name="0.5-second pulse">
            <a:extLst xmlns:a="http://schemas.openxmlformats.org/drawingml/2006/main">
              <a:ext uri="{FF2B5EF4-FFF2-40B4-BE49-F238E27FC236}">
                <a16:creationId xmlns:a16="http://schemas.microsoft.com/office/drawing/2014/main" id="{312BD15A-A498-4C5F-905E-E897294E4EF8}"/>
              </a:ext>
            </a:extLst>
          </p:cNvPr>
          <p:cNvSpPr>
            <a:spLocks xmlns:a="http://schemas.openxmlformats.org/drawingml/2006/main" noGrp="1"/>
          </p:cNvSpPr>
          <p:nvPr/>
        </p:nvSpPr>
        <p:spPr>
          <a:xfrm xmlns:a="http://schemas.openxmlformats.org/drawingml/2006/main">
            <a:off x="2952750" y="532447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725" b="0">
                <a:solidFill>
                  <a:srgbClr val="5E7168"/>
                </a:solidFill>
                <a:latin typeface="Nimbus Sans"/>
                <a:ea typeface="Nimbus Sans"/>
                <a:cs typeface="Nimbus Sans"/>
              </a:defRPr>
            </a:defPPr>
            <a:lvl1pPr algn="r">
              <a:buNone/>
              <a:defRPr sz="1725" b="0">
                <a:solidFill>
                  <a:srgbClr val="5E7168"/>
                </a:solidFill>
                <a:latin typeface="Nimbus Sans"/>
                <a:ea typeface="Nimbus Sans"/>
                <a:cs typeface="Nimbus Sans"/>
              </a:defRPr>
            </a:lvl1pPr>
            <a:lvl2pPr algn="r">
              <a:buNone/>
              <a:defRPr sz="1725" b="0">
                <a:solidFill>
                  <a:srgbClr val="5E7168"/>
                </a:solidFill>
                <a:latin typeface="Nimbus Sans"/>
                <a:ea typeface="Nimbus Sans"/>
                <a:cs typeface="Nimbus Sans"/>
              </a:defRPr>
            </a:lvl2pPr>
            <a:lvl3pPr algn="r">
              <a:buNone/>
              <a:defRPr sz="1725" b="0">
                <a:solidFill>
                  <a:srgbClr val="5E7168"/>
                </a:solidFill>
                <a:latin typeface="Nimbus Sans"/>
                <a:ea typeface="Nimbus Sans"/>
                <a:cs typeface="Nimbus Sans"/>
              </a:defRPr>
            </a:lvl3pPr>
            <a:lvl4pPr algn="r">
              <a:buNone/>
              <a:defRPr sz="1725" b="0">
                <a:solidFill>
                  <a:srgbClr val="5E7168"/>
                </a:solidFill>
                <a:latin typeface="Nimbus Sans"/>
                <a:ea typeface="Nimbus Sans"/>
                <a:cs typeface="Nimbus Sans"/>
              </a:defRPr>
            </a:lvl4pPr>
            <a:lvl5pPr algn="r">
              <a:buNone/>
              <a:defRPr sz="1725" b="0">
                <a:solidFill>
                  <a:srgbClr val="5E7168"/>
                </a:solidFill>
                <a:latin typeface="Nimbus Sans"/>
                <a:ea typeface="Nimbus Sans"/>
                <a:cs typeface="Nimbus Sans"/>
              </a:defRPr>
            </a:lvl5pPr>
            <a:lvl6pPr algn="r">
              <a:buNone/>
              <a:defRPr sz="1725" b="0">
                <a:solidFill>
                  <a:srgbClr val="5E7168"/>
                </a:solidFill>
                <a:latin typeface="Nimbus Sans"/>
                <a:ea typeface="Nimbus Sans"/>
                <a:cs typeface="Nimbus Sans"/>
              </a:defRPr>
            </a:lvl6pPr>
            <a:lvl7pPr algn="r">
              <a:buNone/>
              <a:defRPr sz="1725" b="0">
                <a:solidFill>
                  <a:srgbClr val="5E7168"/>
                </a:solidFill>
                <a:latin typeface="Nimbus Sans"/>
                <a:ea typeface="Nimbus Sans"/>
                <a:cs typeface="Nimbus Sans"/>
              </a:defRPr>
            </a:lvl7pPr>
            <a:lvl8pPr algn="r">
              <a:buNone/>
              <a:defRPr sz="1725" b="0">
                <a:solidFill>
                  <a:srgbClr val="5E7168"/>
                </a:solidFill>
                <a:latin typeface="Nimbus Sans"/>
                <a:ea typeface="Nimbus Sans"/>
                <a:cs typeface="Nimbus Sans"/>
              </a:defRPr>
            </a:lvl8pPr>
            <a:lvl9pPr algn="r">
              <a:buNone/>
              <a:defRPr sz="1725" b="0">
                <a:solidFill>
                  <a:srgbClr val="5E7168"/>
                </a:solidFill>
                <a:latin typeface="Nimbus Sans"/>
                <a:ea typeface="Nimbus Sans"/>
                <a:cs typeface="Nimbus Sans"/>
              </a:defRPr>
            </a:lvl9pPr>
          </a:lstStyle>
          <a:p xmlns:a="http://schemas.openxmlformats.org/drawingml/2006/main">
            <a:pPr algn="r">
              <a:buNone/>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0.5-second pulse</a:t>
            </a:r>
          </a:p>
        </p:txBody>
      </p:sp>
      <p:sp>
        <p:nvSpPr>
          <p:cNvPr id="23" name="Four compartments">
            <a:extLst xmlns:a="http://schemas.openxmlformats.org/drawingml/2006/main">
              <a:ext uri="{FF2B5EF4-FFF2-40B4-BE49-F238E27FC236}">
                <a16:creationId xmlns:a16="http://schemas.microsoft.com/office/drawing/2014/main" id="{13A12832-D160-47DF-9134-711E73B3BD32}"/>
              </a:ext>
            </a:extLst>
          </p:cNvPr>
          <p:cNvSpPr>
            <a:spLocks xmlns:a="http://schemas.openxmlformats.org/drawingml/2006/main" noGrp="1"/>
          </p:cNvSpPr>
          <p:nvPr/>
        </p:nvSpPr>
        <p:spPr>
          <a:xfrm xmlns:a="http://schemas.openxmlformats.org/drawingml/2006/main">
            <a:off x="6953250" y="49911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153D33"/>
                </a:solidFill>
                <a:latin typeface="Nimbus Sans"/>
                <a:ea typeface="Nimbus Sans"/>
                <a:cs typeface="Nimbus Sans"/>
              </a:defRPr>
            </a:defPPr>
            <a:lvl1pPr algn="l">
              <a:buNone/>
              <a:defRPr sz="2175" b="1">
                <a:solidFill>
                  <a:srgbClr val="153D33"/>
                </a:solidFill>
                <a:latin typeface="Nimbus Sans"/>
                <a:ea typeface="Nimbus Sans"/>
                <a:cs typeface="Nimbus Sans"/>
              </a:defRPr>
            </a:lvl1pPr>
            <a:lvl2pPr algn="l">
              <a:buNone/>
              <a:defRPr sz="2175" b="1">
                <a:solidFill>
                  <a:srgbClr val="153D33"/>
                </a:solidFill>
                <a:latin typeface="Nimbus Sans"/>
                <a:ea typeface="Nimbus Sans"/>
                <a:cs typeface="Nimbus Sans"/>
              </a:defRPr>
            </a:lvl2pPr>
            <a:lvl3pPr algn="l">
              <a:buNone/>
              <a:defRPr sz="2175" b="1">
                <a:solidFill>
                  <a:srgbClr val="153D33"/>
                </a:solidFill>
                <a:latin typeface="Nimbus Sans"/>
                <a:ea typeface="Nimbus Sans"/>
                <a:cs typeface="Nimbus Sans"/>
              </a:defRPr>
            </a:lvl3pPr>
            <a:lvl4pPr algn="l">
              <a:buNone/>
              <a:defRPr sz="2175" b="1">
                <a:solidFill>
                  <a:srgbClr val="153D33"/>
                </a:solidFill>
                <a:latin typeface="Nimbus Sans"/>
                <a:ea typeface="Nimbus Sans"/>
                <a:cs typeface="Nimbus Sans"/>
              </a:defRPr>
            </a:lvl4pPr>
            <a:lvl5pPr algn="l">
              <a:buNone/>
              <a:defRPr sz="2175" b="1">
                <a:solidFill>
                  <a:srgbClr val="153D33"/>
                </a:solidFill>
                <a:latin typeface="Nimbus Sans"/>
                <a:ea typeface="Nimbus Sans"/>
                <a:cs typeface="Nimbus Sans"/>
              </a:defRPr>
            </a:lvl5pPr>
            <a:lvl6pPr algn="l">
              <a:buNone/>
              <a:defRPr sz="2175" b="1">
                <a:solidFill>
                  <a:srgbClr val="153D33"/>
                </a:solidFill>
                <a:latin typeface="Nimbus Sans"/>
                <a:ea typeface="Nimbus Sans"/>
                <a:cs typeface="Nimbus Sans"/>
              </a:defRPr>
            </a:lvl6pPr>
            <a:lvl7pPr algn="l">
              <a:buNone/>
              <a:defRPr sz="2175" b="1">
                <a:solidFill>
                  <a:srgbClr val="153D33"/>
                </a:solidFill>
                <a:latin typeface="Nimbus Sans"/>
                <a:ea typeface="Nimbus Sans"/>
                <a:cs typeface="Nimbus Sans"/>
              </a:defRPr>
            </a:lvl7pPr>
            <a:lvl8pPr algn="l">
              <a:buNone/>
              <a:defRPr sz="2175" b="1">
                <a:solidFill>
                  <a:srgbClr val="153D33"/>
                </a:solidFill>
                <a:latin typeface="Nimbus Sans"/>
                <a:ea typeface="Nimbus Sans"/>
                <a:cs typeface="Nimbus Sans"/>
              </a:defRPr>
            </a:lvl8pPr>
            <a:lvl9pPr algn="l">
              <a:buNone/>
              <a:defRPr sz="2175" b="1">
                <a:solidFill>
                  <a:srgbClr val="153D33"/>
                </a:solidFill>
                <a:latin typeface="Nimbus Sans"/>
                <a:ea typeface="Nimbus Sans"/>
                <a:cs typeface="Nimbus Sans"/>
              </a:defRPr>
            </a:lvl9pPr>
          </a:lstStyle>
          <a:p xmlns:a="http://schemas.openxmlformats.org/drawingml/2006/main">
            <a:pPr algn="l">
              <a:buNone/>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Four compartments</a:t>
            </a:r>
          </a:p>
        </p:txBody>
      </p:sp>
      <p:sp>
        <p:nvSpPr>
          <p:cNvPr id="24" name="S8050 drivers, relays and locks">
            <a:extLst xmlns:a="http://schemas.openxmlformats.org/drawingml/2006/main">
              <a:ext uri="{FF2B5EF4-FFF2-40B4-BE49-F238E27FC236}">
                <a16:creationId xmlns:a16="http://schemas.microsoft.com/office/drawing/2014/main" id="{1338B886-DC0C-4463-BA9E-4C7112806DB2}"/>
              </a:ext>
            </a:extLst>
          </p:cNvPr>
          <p:cNvSpPr>
            <a:spLocks xmlns:a="http://schemas.openxmlformats.org/drawingml/2006/main" noGrp="1"/>
          </p:cNvSpPr>
          <p:nvPr/>
        </p:nvSpPr>
        <p:spPr>
          <a:xfrm xmlns:a="http://schemas.openxmlformats.org/drawingml/2006/main">
            <a:off x="6953250" y="539115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5E7168"/>
                </a:solidFill>
                <a:latin typeface="Nimbus Sans"/>
                <a:ea typeface="Nimbus Sans"/>
                <a:cs typeface="Nimbus Sans"/>
              </a:defRPr>
            </a:defPPr>
            <a:lvl1pPr algn="l">
              <a:buNone/>
              <a:defRPr sz="1800" b="0">
                <a:solidFill>
                  <a:srgbClr val="5E7168"/>
                </a:solidFill>
                <a:latin typeface="Nimbus Sans"/>
                <a:ea typeface="Nimbus Sans"/>
                <a:cs typeface="Nimbus Sans"/>
              </a:defRPr>
            </a:lvl1pPr>
            <a:lvl2pPr algn="l">
              <a:buNone/>
              <a:defRPr sz="1800" b="0">
                <a:solidFill>
                  <a:srgbClr val="5E7168"/>
                </a:solidFill>
                <a:latin typeface="Nimbus Sans"/>
                <a:ea typeface="Nimbus Sans"/>
                <a:cs typeface="Nimbus Sans"/>
              </a:defRPr>
            </a:lvl2pPr>
            <a:lvl3pPr algn="l">
              <a:buNone/>
              <a:defRPr sz="1800" b="0">
                <a:solidFill>
                  <a:srgbClr val="5E7168"/>
                </a:solidFill>
                <a:latin typeface="Nimbus Sans"/>
                <a:ea typeface="Nimbus Sans"/>
                <a:cs typeface="Nimbus Sans"/>
              </a:defRPr>
            </a:lvl3pPr>
            <a:lvl4pPr algn="l">
              <a:buNone/>
              <a:defRPr sz="1800" b="0">
                <a:solidFill>
                  <a:srgbClr val="5E7168"/>
                </a:solidFill>
                <a:latin typeface="Nimbus Sans"/>
                <a:ea typeface="Nimbus Sans"/>
                <a:cs typeface="Nimbus Sans"/>
              </a:defRPr>
            </a:lvl4pPr>
            <a:lvl5pPr algn="l">
              <a:buNone/>
              <a:defRPr sz="1800" b="0">
                <a:solidFill>
                  <a:srgbClr val="5E7168"/>
                </a:solidFill>
                <a:latin typeface="Nimbus Sans"/>
                <a:ea typeface="Nimbus Sans"/>
                <a:cs typeface="Nimbus Sans"/>
              </a:defRPr>
            </a:lvl5pPr>
            <a:lvl6pPr algn="l">
              <a:buNone/>
              <a:defRPr sz="1800" b="0">
                <a:solidFill>
                  <a:srgbClr val="5E7168"/>
                </a:solidFill>
                <a:latin typeface="Nimbus Sans"/>
                <a:ea typeface="Nimbus Sans"/>
                <a:cs typeface="Nimbus Sans"/>
              </a:defRPr>
            </a:lvl6pPr>
            <a:lvl7pPr algn="l">
              <a:buNone/>
              <a:defRPr sz="1800" b="0">
                <a:solidFill>
                  <a:srgbClr val="5E7168"/>
                </a:solidFill>
                <a:latin typeface="Nimbus Sans"/>
                <a:ea typeface="Nimbus Sans"/>
                <a:cs typeface="Nimbus Sans"/>
              </a:defRPr>
            </a:lvl7pPr>
            <a:lvl8pPr algn="l">
              <a:buNone/>
              <a:defRPr sz="1800" b="0">
                <a:solidFill>
                  <a:srgbClr val="5E7168"/>
                </a:solidFill>
                <a:latin typeface="Nimbus Sans"/>
                <a:ea typeface="Nimbus Sans"/>
                <a:cs typeface="Nimbus Sans"/>
              </a:defRPr>
            </a:lvl8pPr>
            <a:lvl9pPr algn="l">
              <a:buNone/>
              <a:defRPr sz="1800" b="0">
                <a:solidFill>
                  <a:srgbClr val="5E7168"/>
                </a:solidFill>
                <a:latin typeface="Nimbus Sans"/>
                <a:ea typeface="Nimbus Sans"/>
                <a:cs typeface="Nimbus Sans"/>
              </a:defRPr>
            </a:lvl9pPr>
          </a:lstStyle>
          <a:p xmlns:a="http://schemas.openxmlformats.org/drawingml/2006/main">
            <a:pPr algn="l">
              <a:buNone/>
              <a:defRPr sz="1800" b="0">
                <a:solidFill>
                  <a:srgbClr val="5E7168"/>
                </a:solidFill>
                <a:latin typeface="Nimbus Sans"/>
                <a:ea typeface="Nimbus Sans"/>
                <a:cs typeface="Nimbus Sans"/>
              </a:defRPr>
            </a:pPr>
            <a:r>
              <a:rPr sz="1800" b="0">
                <a:solidFill>
                  <a:srgbClr val="5E7168"/>
                </a:solidFill>
                <a:latin typeface="Nimbus Sans"/>
                <a:ea typeface="Nimbus Sans"/>
                <a:cs typeface="Nimbus Sans"/>
              </a:rPr>
              <a:t>S8050 drivers, relays and locks</a:t>
            </a:r>
          </a:p>
        </p:txBody>
      </p:sp>
      <p:sp>
        <p:nvSpPr>
          <p:cNvPr id="25" name="Local storage keeps photos, tags, inventory a">
            <a:extLst xmlns:a="http://schemas.openxmlformats.org/drawingml/2006/main">
              <a:ext uri="{FF2B5EF4-FFF2-40B4-BE49-F238E27FC236}">
                <a16:creationId xmlns:a16="http://schemas.microsoft.com/office/drawing/2014/main" id="{E3A61938-E3E8-4A3A-AE1A-DF8842575B85}"/>
              </a:ext>
            </a:extLst>
          </p:cNvPr>
          <p:cNvSpPr>
            <a:spLocks xmlns:a="http://schemas.openxmlformats.org/drawingml/2006/main" noGrp="1"/>
          </p:cNvSpPr>
          <p:nvPr/>
        </p:nvSpPr>
        <p:spPr>
          <a:xfrm xmlns:a="http://schemas.openxmlformats.org/drawingml/2006/main">
            <a:off x="609600" y="60960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1">
                <a:solidFill>
                  <a:srgbClr val="24745B"/>
                </a:solidFill>
                <a:latin typeface="Nimbus Sans"/>
                <a:ea typeface="Nimbus Sans"/>
                <a:cs typeface="Nimbus Sans"/>
              </a:defRPr>
            </a:defPPr>
            <a:lvl1pPr algn="l">
              <a:buNone/>
              <a:defRPr sz="1725" b="1">
                <a:solidFill>
                  <a:srgbClr val="24745B"/>
                </a:solidFill>
                <a:latin typeface="Nimbus Sans"/>
                <a:ea typeface="Nimbus Sans"/>
                <a:cs typeface="Nimbus Sans"/>
              </a:defRPr>
            </a:lvl1pPr>
            <a:lvl2pPr algn="l">
              <a:buNone/>
              <a:defRPr sz="1725" b="1">
                <a:solidFill>
                  <a:srgbClr val="24745B"/>
                </a:solidFill>
                <a:latin typeface="Nimbus Sans"/>
                <a:ea typeface="Nimbus Sans"/>
                <a:cs typeface="Nimbus Sans"/>
              </a:defRPr>
            </a:lvl2pPr>
            <a:lvl3pPr algn="l">
              <a:buNone/>
              <a:defRPr sz="1725" b="1">
                <a:solidFill>
                  <a:srgbClr val="24745B"/>
                </a:solidFill>
                <a:latin typeface="Nimbus Sans"/>
                <a:ea typeface="Nimbus Sans"/>
                <a:cs typeface="Nimbus Sans"/>
              </a:defRPr>
            </a:lvl3pPr>
            <a:lvl4pPr algn="l">
              <a:buNone/>
              <a:defRPr sz="1725" b="1">
                <a:solidFill>
                  <a:srgbClr val="24745B"/>
                </a:solidFill>
                <a:latin typeface="Nimbus Sans"/>
                <a:ea typeface="Nimbus Sans"/>
                <a:cs typeface="Nimbus Sans"/>
              </a:defRPr>
            </a:lvl4pPr>
            <a:lvl5pPr algn="l">
              <a:buNone/>
              <a:defRPr sz="1725" b="1">
                <a:solidFill>
                  <a:srgbClr val="24745B"/>
                </a:solidFill>
                <a:latin typeface="Nimbus Sans"/>
                <a:ea typeface="Nimbus Sans"/>
                <a:cs typeface="Nimbus Sans"/>
              </a:defRPr>
            </a:lvl5pPr>
            <a:lvl6pPr algn="l">
              <a:buNone/>
              <a:defRPr sz="1725" b="1">
                <a:solidFill>
                  <a:srgbClr val="24745B"/>
                </a:solidFill>
                <a:latin typeface="Nimbus Sans"/>
                <a:ea typeface="Nimbus Sans"/>
                <a:cs typeface="Nimbus Sans"/>
              </a:defRPr>
            </a:lvl6pPr>
            <a:lvl7pPr algn="l">
              <a:buNone/>
              <a:defRPr sz="1725" b="1">
                <a:solidFill>
                  <a:srgbClr val="24745B"/>
                </a:solidFill>
                <a:latin typeface="Nimbus Sans"/>
                <a:ea typeface="Nimbus Sans"/>
                <a:cs typeface="Nimbus Sans"/>
              </a:defRPr>
            </a:lvl7pPr>
            <a:lvl8pPr algn="l">
              <a:buNone/>
              <a:defRPr sz="1725" b="1">
                <a:solidFill>
                  <a:srgbClr val="24745B"/>
                </a:solidFill>
                <a:latin typeface="Nimbus Sans"/>
                <a:ea typeface="Nimbus Sans"/>
                <a:cs typeface="Nimbus Sans"/>
              </a:defRPr>
            </a:lvl8pPr>
            <a:lvl9pPr algn="l">
              <a:buNone/>
              <a:defRPr sz="1725" b="1">
                <a:solidFill>
                  <a:srgbClr val="24745B"/>
                </a:solidFill>
                <a:latin typeface="Nimbus Sans"/>
                <a:ea typeface="Nimbus Sans"/>
                <a:cs typeface="Nimbus Sans"/>
              </a:defRPr>
            </a:lvl9pPr>
          </a:lstStyle>
          <a:p xmlns:a="http://schemas.openxmlformats.org/drawingml/2006/main">
            <a:pPr algn="l">
              <a:buNone/>
              <a:defRPr sz="1725" b="1">
                <a:solidFill>
                  <a:srgbClr val="24745B"/>
                </a:solidFill>
                <a:latin typeface="Nimbus Sans"/>
                <a:ea typeface="Nimbus Sans"/>
                <a:cs typeface="Nimbus Sans"/>
              </a:defRPr>
            </a:pPr>
            <a:r>
              <a:rPr sz="1725" b="1">
                <a:solidFill>
                  <a:srgbClr val="24745B"/>
                </a:solidFill>
                <a:latin typeface="Nimbus Sans"/>
                <a:ea typeface="Nimbus Sans"/>
                <a:cs typeface="Nimbus Sans"/>
              </a:rPr>
              <a:t>Choice: reuse iPad camera / mic and Pi server / GPIO. No door sensor in this prototype.</a:t>
            </a:r>
          </a:p>
        </p:txBody>
      </p:sp>
    </p:spTree>
    <p:extLst>
      <p:ext uri="{BB962C8B-B14F-4D97-AF65-F5344CB8AC3E}">
        <p14:creationId xmlns:p14="http://schemas.microsoft.com/office/powerpoint/2010/main" val="1109482042"/>
      </p:ext>
    </p:extLst>
  </p:cSld>
</p:sld>
</file>

<file path=ppt/slides/slide4.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45" name="3. Research design: circuit structure">
            <a:extLst xmlns:a="http://schemas.openxmlformats.org/drawingml/2006/main">
              <a:ext uri="{FF2B5EF4-FFF2-40B4-BE49-F238E27FC236}">
                <a16:creationId xmlns:a16="http://schemas.microsoft.com/office/drawing/2014/main" id="{2A973397-04B4-4B12-895E-A646F6704B83}"/>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3. Research design: circuit structure</a:t>
            </a:r>
          </a:p>
        </p:txBody>
      </p:sp>
      <p:sp>
        <p:nvSpPr>
          <p:cNvPr id="2" name="A transistor interface controls the relay inp">
            <a:extLst xmlns:a="http://schemas.openxmlformats.org/drawingml/2006/main">
              <a:ext uri="{FF2B5EF4-FFF2-40B4-BE49-F238E27FC236}">
                <a16:creationId xmlns:a16="http://schemas.microsoft.com/office/drawing/2014/main" id="{346A7857-46F1-4F0A-910D-B1A71FDA2935}"/>
              </a:ext>
            </a:extLst>
          </p:cNvPr>
          <p:cNvSpPr>
            <a:spLocks xmlns:a="http://schemas.openxmlformats.org/drawingml/2006/main" noGrp="1"/>
          </p:cNvSpPr>
          <p:nvPr/>
        </p:nvSpPr>
        <p:spPr>
          <a:xfrm xmlns:a="http://schemas.openxmlformats.org/drawingml/2006/main">
            <a:off x="609600" y="120015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A transistor interface controls the relay input. The relay contacts switch the lock supply.</a:t>
            </a:r>
          </a:p>
        </p:txBody>
      </p:sp>
      <p:sp>
        <p:nvSpPr>
          <p:cNvPr id="3" name="04">
            <a:extLst xmlns:a="http://schemas.openxmlformats.org/drawingml/2006/main">
              <a:ext uri="{FF2B5EF4-FFF2-40B4-BE49-F238E27FC236}">
                <a16:creationId xmlns:a16="http://schemas.microsoft.com/office/drawing/2014/main" id="{DC19AB80-F592-4CF6-B668-4D0DE6939AAA}"/>
              </a:ext>
            </a:extLst>
          </p:cNvPr>
          <p:cNvSpPr>
            <a:spLocks xmlns:a="http://schemas.openxmlformats.org/drawingml/2006/main" noGrp="1"/>
          </p:cNvSpPr>
          <p:nvPr/>
        </p:nvSpPr>
        <p:spPr>
          <a:xfrm xmlns:a="http://schemas.openxmlformats.org/drawingml/2006/main">
            <a:off x="11239500" y="64198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04</a:t>
            </a:r>
          </a:p>
        </p:txBody>
      </p:sp>
      <p:sp>
        <p:nvSpPr>
          <p:cNvPr id="4" name="CONTROL SIDE">
            <a:extLst xmlns:a="http://schemas.openxmlformats.org/drawingml/2006/main">
              <a:ext uri="{FF2B5EF4-FFF2-40B4-BE49-F238E27FC236}">
                <a16:creationId xmlns:a16="http://schemas.microsoft.com/office/drawing/2014/main" id="{21BF7A5B-21AA-44DB-8CE0-5380D4B10460}"/>
              </a:ext>
            </a:extLst>
          </p:cNvPr>
          <p:cNvSpPr>
            <a:spLocks xmlns:a="http://schemas.openxmlformats.org/drawingml/2006/main" noGrp="1"/>
          </p:cNvSpPr>
          <p:nvPr/>
        </p:nvSpPr>
        <p:spPr>
          <a:xfrm xmlns:a="http://schemas.openxmlformats.org/drawingml/2006/main">
            <a:off x="609600" y="1800225"/>
            <a:ext cx="685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1">
                <a:solidFill>
                  <a:srgbClr val="24745B"/>
                </a:solidFill>
                <a:latin typeface="Nimbus Sans"/>
                <a:ea typeface="Nimbus Sans"/>
                <a:cs typeface="Nimbus Sans"/>
              </a:defRPr>
            </a:defPPr>
            <a:lvl1pPr algn="l">
              <a:defRPr sz="1500" b="1">
                <a:solidFill>
                  <a:srgbClr val="24745B"/>
                </a:solidFill>
                <a:latin typeface="Nimbus Sans"/>
                <a:ea typeface="Nimbus Sans"/>
                <a:cs typeface="Nimbus Sans"/>
              </a:defRPr>
            </a:lvl1pPr>
            <a:lvl2pPr algn="l">
              <a:defRPr sz="1500" b="1">
                <a:solidFill>
                  <a:srgbClr val="24745B"/>
                </a:solidFill>
                <a:latin typeface="Nimbus Sans"/>
                <a:ea typeface="Nimbus Sans"/>
                <a:cs typeface="Nimbus Sans"/>
              </a:defRPr>
            </a:lvl2pPr>
            <a:lvl3pPr algn="l">
              <a:defRPr sz="1500" b="1">
                <a:solidFill>
                  <a:srgbClr val="24745B"/>
                </a:solidFill>
                <a:latin typeface="Nimbus Sans"/>
                <a:ea typeface="Nimbus Sans"/>
                <a:cs typeface="Nimbus Sans"/>
              </a:defRPr>
            </a:lvl3pPr>
            <a:lvl4pPr algn="l">
              <a:defRPr sz="1500" b="1">
                <a:solidFill>
                  <a:srgbClr val="24745B"/>
                </a:solidFill>
                <a:latin typeface="Nimbus Sans"/>
                <a:ea typeface="Nimbus Sans"/>
                <a:cs typeface="Nimbus Sans"/>
              </a:defRPr>
            </a:lvl4pPr>
            <a:lvl5pPr algn="l">
              <a:defRPr sz="1500" b="1">
                <a:solidFill>
                  <a:srgbClr val="24745B"/>
                </a:solidFill>
                <a:latin typeface="Nimbus Sans"/>
                <a:ea typeface="Nimbus Sans"/>
                <a:cs typeface="Nimbus Sans"/>
              </a:defRPr>
            </a:lvl5pPr>
            <a:lvl6pPr algn="l">
              <a:defRPr sz="1500" b="1">
                <a:solidFill>
                  <a:srgbClr val="24745B"/>
                </a:solidFill>
                <a:latin typeface="Nimbus Sans"/>
                <a:ea typeface="Nimbus Sans"/>
                <a:cs typeface="Nimbus Sans"/>
              </a:defRPr>
            </a:lvl6pPr>
            <a:lvl7pPr algn="l">
              <a:defRPr sz="1500" b="1">
                <a:solidFill>
                  <a:srgbClr val="24745B"/>
                </a:solidFill>
                <a:latin typeface="Nimbus Sans"/>
                <a:ea typeface="Nimbus Sans"/>
                <a:cs typeface="Nimbus Sans"/>
              </a:defRPr>
            </a:lvl7pPr>
            <a:lvl8pPr algn="l">
              <a:defRPr sz="1500" b="1">
                <a:solidFill>
                  <a:srgbClr val="24745B"/>
                </a:solidFill>
                <a:latin typeface="Nimbus Sans"/>
                <a:ea typeface="Nimbus Sans"/>
                <a:cs typeface="Nimbus Sans"/>
              </a:defRPr>
            </a:lvl8pPr>
            <a:lvl9pPr algn="l">
              <a:defRPr sz="1500" b="1">
                <a:solidFill>
                  <a:srgbClr val="24745B"/>
                </a:solidFill>
                <a:latin typeface="Nimbus Sans"/>
                <a:ea typeface="Nimbus Sans"/>
                <a:cs typeface="Nimbus Sans"/>
              </a:defRPr>
            </a:lvl9pPr>
          </a:lstStyle>
          <a:p xmlns:a="http://schemas.openxmlformats.org/drawingml/2006/main">
            <a:pPr algn="l">
              <a:defRPr sz="1500" b="1">
                <a:solidFill>
                  <a:srgbClr val="24745B"/>
                </a:solidFill>
                <a:latin typeface="Nimbus Sans"/>
                <a:ea typeface="Nimbus Sans"/>
                <a:cs typeface="Nimbus Sans"/>
              </a:defRPr>
            </a:pPr>
            <a:r>
              <a:rPr sz="1500" b="1">
                <a:solidFill>
                  <a:srgbClr val="24745B"/>
                </a:solidFill>
                <a:latin typeface="Nimbus Sans"/>
                <a:ea typeface="Nimbus Sans"/>
                <a:cs typeface="Nimbus Sans"/>
              </a:rPr>
              <a:t>CONTROL SIDE</a:t>
            </a:r>
          </a:p>
        </p:txBody>
      </p:sp>
      <p:sp>
        <p:nvSpPr>
          <p:cNvPr id="5" name="LOAD SIDE: ONE OF FOUR">
            <a:extLst xmlns:a="http://schemas.openxmlformats.org/drawingml/2006/main">
              <a:ext uri="{FF2B5EF4-FFF2-40B4-BE49-F238E27FC236}">
                <a16:creationId xmlns:a16="http://schemas.microsoft.com/office/drawing/2014/main" id="{E094BE84-81E4-457F-B8F4-CEBD97FA6F39}"/>
              </a:ext>
            </a:extLst>
          </p:cNvPr>
          <p:cNvSpPr>
            <a:spLocks xmlns:a="http://schemas.openxmlformats.org/drawingml/2006/main" noGrp="1"/>
          </p:cNvSpPr>
          <p:nvPr/>
        </p:nvSpPr>
        <p:spPr>
          <a:xfrm xmlns:a="http://schemas.openxmlformats.org/drawingml/2006/main">
            <a:off x="8267700" y="1800225"/>
            <a:ext cx="3314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1">
                <a:solidFill>
                  <a:srgbClr val="24745B"/>
                </a:solidFill>
                <a:latin typeface="Nimbus Sans"/>
                <a:ea typeface="Nimbus Sans"/>
                <a:cs typeface="Nimbus Sans"/>
              </a:defRPr>
            </a:defPPr>
            <a:lvl1pPr algn="l">
              <a:defRPr sz="1500" b="1">
                <a:solidFill>
                  <a:srgbClr val="24745B"/>
                </a:solidFill>
                <a:latin typeface="Nimbus Sans"/>
                <a:ea typeface="Nimbus Sans"/>
                <a:cs typeface="Nimbus Sans"/>
              </a:defRPr>
            </a:lvl1pPr>
            <a:lvl2pPr algn="l">
              <a:defRPr sz="1500" b="1">
                <a:solidFill>
                  <a:srgbClr val="24745B"/>
                </a:solidFill>
                <a:latin typeface="Nimbus Sans"/>
                <a:ea typeface="Nimbus Sans"/>
                <a:cs typeface="Nimbus Sans"/>
              </a:defRPr>
            </a:lvl2pPr>
            <a:lvl3pPr algn="l">
              <a:defRPr sz="1500" b="1">
                <a:solidFill>
                  <a:srgbClr val="24745B"/>
                </a:solidFill>
                <a:latin typeface="Nimbus Sans"/>
                <a:ea typeface="Nimbus Sans"/>
                <a:cs typeface="Nimbus Sans"/>
              </a:defRPr>
            </a:lvl3pPr>
            <a:lvl4pPr algn="l">
              <a:defRPr sz="1500" b="1">
                <a:solidFill>
                  <a:srgbClr val="24745B"/>
                </a:solidFill>
                <a:latin typeface="Nimbus Sans"/>
                <a:ea typeface="Nimbus Sans"/>
                <a:cs typeface="Nimbus Sans"/>
              </a:defRPr>
            </a:lvl4pPr>
            <a:lvl5pPr algn="l">
              <a:defRPr sz="1500" b="1">
                <a:solidFill>
                  <a:srgbClr val="24745B"/>
                </a:solidFill>
                <a:latin typeface="Nimbus Sans"/>
                <a:ea typeface="Nimbus Sans"/>
                <a:cs typeface="Nimbus Sans"/>
              </a:defRPr>
            </a:lvl5pPr>
            <a:lvl6pPr algn="l">
              <a:defRPr sz="1500" b="1">
                <a:solidFill>
                  <a:srgbClr val="24745B"/>
                </a:solidFill>
                <a:latin typeface="Nimbus Sans"/>
                <a:ea typeface="Nimbus Sans"/>
                <a:cs typeface="Nimbus Sans"/>
              </a:defRPr>
            </a:lvl6pPr>
            <a:lvl7pPr algn="l">
              <a:defRPr sz="1500" b="1">
                <a:solidFill>
                  <a:srgbClr val="24745B"/>
                </a:solidFill>
                <a:latin typeface="Nimbus Sans"/>
                <a:ea typeface="Nimbus Sans"/>
                <a:cs typeface="Nimbus Sans"/>
              </a:defRPr>
            </a:lvl7pPr>
            <a:lvl8pPr algn="l">
              <a:defRPr sz="1500" b="1">
                <a:solidFill>
                  <a:srgbClr val="24745B"/>
                </a:solidFill>
                <a:latin typeface="Nimbus Sans"/>
                <a:ea typeface="Nimbus Sans"/>
                <a:cs typeface="Nimbus Sans"/>
              </a:defRPr>
            </a:lvl8pPr>
            <a:lvl9pPr algn="l">
              <a:defRPr sz="1500" b="1">
                <a:solidFill>
                  <a:srgbClr val="24745B"/>
                </a:solidFill>
                <a:latin typeface="Nimbus Sans"/>
                <a:ea typeface="Nimbus Sans"/>
                <a:cs typeface="Nimbus Sans"/>
              </a:defRPr>
            </a:lvl9pPr>
          </a:lstStyle>
          <a:p xmlns:a="http://schemas.openxmlformats.org/drawingml/2006/main">
            <a:pPr algn="l">
              <a:defRPr sz="1500" b="1">
                <a:solidFill>
                  <a:srgbClr val="24745B"/>
                </a:solidFill>
                <a:latin typeface="Nimbus Sans"/>
                <a:ea typeface="Nimbus Sans"/>
                <a:cs typeface="Nimbus Sans"/>
              </a:defRPr>
            </a:pPr>
            <a:r>
              <a:rPr sz="1500" b="1">
                <a:solidFill>
                  <a:srgbClr val="24745B"/>
                </a:solidFill>
                <a:latin typeface="Nimbus Sans"/>
                <a:ea typeface="Nimbus Sans"/>
                <a:cs typeface="Nimbus Sans"/>
              </a:rPr>
              <a:t>LOAD SIDE: ONE OF FOUR</a:t>
            </a:r>
          </a:p>
        </p:txBody>
      </p:sp>
      <p:sp>
        <p:nvSpPr>
          <p:cNvPr id="6" name="Pi GPIO">
            <a:extLst xmlns:a="http://schemas.openxmlformats.org/drawingml/2006/main">
              <a:ext uri="{FF2B5EF4-FFF2-40B4-BE49-F238E27FC236}">
                <a16:creationId xmlns:a16="http://schemas.microsoft.com/office/drawing/2014/main" id="{3C6C0E11-3C92-49BE-8BFA-F40AC2276141}"/>
              </a:ext>
            </a:extLst>
          </p:cNvPr>
          <p:cNvSpPr>
            <a:spLocks xmlns:a="http://schemas.openxmlformats.org/drawingml/2006/main" noGrp="1"/>
          </p:cNvSpPr>
          <p:nvPr/>
        </p:nvSpPr>
        <p:spPr>
          <a:xfrm xmlns:a="http://schemas.openxmlformats.org/drawingml/2006/main">
            <a:off x="609600" y="2905125"/>
            <a:ext cx="1428750" cy="87630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950" b="1">
                <a:solidFill>
                  <a:srgbClr val="153D33"/>
                </a:solidFill>
                <a:latin typeface="Nimbus Sans"/>
                <a:ea typeface="Nimbus Sans"/>
                <a:cs typeface="Nimbus Sans"/>
              </a:defRPr>
            </a:defPPr>
            <a:lvl1pPr algn="ctr">
              <a:defRPr sz="1950" b="1">
                <a:solidFill>
                  <a:srgbClr val="153D33"/>
                </a:solidFill>
                <a:latin typeface="Nimbus Sans"/>
                <a:ea typeface="Nimbus Sans"/>
                <a:cs typeface="Nimbus Sans"/>
              </a:defRPr>
            </a:lvl1pPr>
            <a:lvl2pPr algn="ctr">
              <a:defRPr sz="1950" b="1">
                <a:solidFill>
                  <a:srgbClr val="153D33"/>
                </a:solidFill>
                <a:latin typeface="Nimbus Sans"/>
                <a:ea typeface="Nimbus Sans"/>
                <a:cs typeface="Nimbus Sans"/>
              </a:defRPr>
            </a:lvl2pPr>
            <a:lvl3pPr algn="ctr">
              <a:defRPr sz="1950" b="1">
                <a:solidFill>
                  <a:srgbClr val="153D33"/>
                </a:solidFill>
                <a:latin typeface="Nimbus Sans"/>
                <a:ea typeface="Nimbus Sans"/>
                <a:cs typeface="Nimbus Sans"/>
              </a:defRPr>
            </a:lvl3pPr>
            <a:lvl4pPr algn="ctr">
              <a:defRPr sz="1950" b="1">
                <a:solidFill>
                  <a:srgbClr val="153D33"/>
                </a:solidFill>
                <a:latin typeface="Nimbus Sans"/>
                <a:ea typeface="Nimbus Sans"/>
                <a:cs typeface="Nimbus Sans"/>
              </a:defRPr>
            </a:lvl4pPr>
            <a:lvl5pPr algn="ctr">
              <a:defRPr sz="1950" b="1">
                <a:solidFill>
                  <a:srgbClr val="153D33"/>
                </a:solidFill>
                <a:latin typeface="Nimbus Sans"/>
                <a:ea typeface="Nimbus Sans"/>
                <a:cs typeface="Nimbus Sans"/>
              </a:defRPr>
            </a:lvl5pPr>
            <a:lvl6pPr algn="ctr">
              <a:defRPr sz="1950" b="1">
                <a:solidFill>
                  <a:srgbClr val="153D33"/>
                </a:solidFill>
                <a:latin typeface="Nimbus Sans"/>
                <a:ea typeface="Nimbus Sans"/>
                <a:cs typeface="Nimbus Sans"/>
              </a:defRPr>
            </a:lvl6pPr>
            <a:lvl7pPr algn="ctr">
              <a:defRPr sz="1950" b="1">
                <a:solidFill>
                  <a:srgbClr val="153D33"/>
                </a:solidFill>
                <a:latin typeface="Nimbus Sans"/>
                <a:ea typeface="Nimbus Sans"/>
                <a:cs typeface="Nimbus Sans"/>
              </a:defRPr>
            </a:lvl7pPr>
            <a:lvl8pPr algn="ctr">
              <a:defRPr sz="1950" b="1">
                <a:solidFill>
                  <a:srgbClr val="153D33"/>
                </a:solidFill>
                <a:latin typeface="Nimbus Sans"/>
                <a:ea typeface="Nimbus Sans"/>
                <a:cs typeface="Nimbus Sans"/>
              </a:defRPr>
            </a:lvl8pPr>
            <a:lvl9pPr algn="ctr">
              <a:defRPr sz="1950" b="1">
                <a:solidFill>
                  <a:srgbClr val="153D33"/>
                </a:solidFill>
                <a:latin typeface="Nimbus Sans"/>
                <a:ea typeface="Nimbus Sans"/>
                <a:cs typeface="Nimbus Sans"/>
              </a:defRPr>
            </a:lvl9pPr>
          </a:lstStyle>
          <a:p xmlns:a="http://schemas.openxmlformats.org/drawingml/2006/main">
            <a:pPr algn="ctr">
              <a:defRPr sz="1950" b="1">
                <a:solidFill>
                  <a:srgbClr val="153D33"/>
                </a:solidFill>
                <a:latin typeface="Nimbus Sans"/>
                <a:ea typeface="Nimbus Sans"/>
                <a:cs typeface="Nimbus Sans"/>
              </a:defRPr>
            </a:pPr>
            <a:r>
              <a:rPr sz="1950" b="1">
                <a:solidFill>
                  <a:srgbClr val="153D33"/>
                </a:solidFill>
                <a:latin typeface="Nimbus Sans"/>
                <a:ea typeface="Nimbus Sans"/>
                <a:cs typeface="Nimbus Sans"/>
              </a:rPr>
              <a:t>Pi GPIO</a:t>
            </a:r>
          </a:p>
        </p:txBody>
      </p:sp>
      <p:cxnSp>
        <p:nvCxnSpPr>
          <p:cNvPr id="7" name="">
            <a:extLst xmlns:a="http://schemas.openxmlformats.org/drawingml/2006/main">
              <a:ext uri="{FF2B5EF4-FFF2-40B4-BE49-F238E27FC236}">
                <a16:creationId xmlns:a16="http://schemas.microsoft.com/office/drawing/2014/main" id="{F034218E-190C-45D0-A0E1-DE53E753476E}"/>
              </a:ext>
            </a:extLst>
          </p:cNvPr>
          <p:cNvCxnSpPr/>
          <p:nvPr/>
        </p:nvCxnSpPr>
        <p:spPr>
          <a:xfrm xmlns:a="http://schemas.openxmlformats.org/drawingml/2006/main">
            <a:off x="2038350" y="3343275"/>
            <a:ext cx="361950" cy="0"/>
          </a:xfrm>
          <a:prstGeom xmlns:a="http://schemas.openxmlformats.org/drawingml/2006/main" prst="straightConnector1">
            <a:avLst/>
          </a:prstGeom>
          <a:ln xmlns:a="http://schemas.openxmlformats.org/drawingml/2006/main" w="19050">
            <a:solidFill>
              <a:srgbClr val="24745B"/>
            </a:solidFill>
            <a:prstDash val="solid"/>
          </a:ln>
        </p:spPr>
      </p:cxnSp>
      <p:sp>
        <p:nvSpPr>
          <p:cNvPr id="8" name="1 kΩ">
            <a:extLst xmlns:a="http://schemas.openxmlformats.org/drawingml/2006/main">
              <a:ext uri="{FF2B5EF4-FFF2-40B4-BE49-F238E27FC236}">
                <a16:creationId xmlns:a16="http://schemas.microsoft.com/office/drawing/2014/main" id="{72BD90A0-2A9B-4570-89C1-B0614531ACE5}"/>
              </a:ext>
            </a:extLst>
          </p:cNvPr>
          <p:cNvSpPr>
            <a:spLocks xmlns:a="http://schemas.openxmlformats.org/drawingml/2006/main" noGrp="1"/>
          </p:cNvSpPr>
          <p:nvPr/>
        </p:nvSpPr>
        <p:spPr>
          <a:xfrm xmlns:a="http://schemas.openxmlformats.org/drawingml/2006/main">
            <a:off x="2400300" y="3133725"/>
            <a:ext cx="80962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725" b="1">
                <a:solidFill>
                  <a:srgbClr val="153D33"/>
                </a:solidFill>
                <a:latin typeface="Nimbus Sans"/>
                <a:ea typeface="Nimbus Sans"/>
                <a:cs typeface="Nimbus Sans"/>
              </a:defRPr>
            </a:defPPr>
            <a:lvl1pPr algn="ctr">
              <a:defRPr sz="1725" b="1">
                <a:solidFill>
                  <a:srgbClr val="153D33"/>
                </a:solidFill>
                <a:latin typeface="Nimbus Sans"/>
                <a:ea typeface="Nimbus Sans"/>
                <a:cs typeface="Nimbus Sans"/>
              </a:defRPr>
            </a:lvl1pPr>
            <a:lvl2pPr algn="ctr">
              <a:defRPr sz="1725" b="1">
                <a:solidFill>
                  <a:srgbClr val="153D33"/>
                </a:solidFill>
                <a:latin typeface="Nimbus Sans"/>
                <a:ea typeface="Nimbus Sans"/>
                <a:cs typeface="Nimbus Sans"/>
              </a:defRPr>
            </a:lvl2pPr>
            <a:lvl3pPr algn="ctr">
              <a:defRPr sz="1725" b="1">
                <a:solidFill>
                  <a:srgbClr val="153D33"/>
                </a:solidFill>
                <a:latin typeface="Nimbus Sans"/>
                <a:ea typeface="Nimbus Sans"/>
                <a:cs typeface="Nimbus Sans"/>
              </a:defRPr>
            </a:lvl3pPr>
            <a:lvl4pPr algn="ctr">
              <a:defRPr sz="1725" b="1">
                <a:solidFill>
                  <a:srgbClr val="153D33"/>
                </a:solidFill>
                <a:latin typeface="Nimbus Sans"/>
                <a:ea typeface="Nimbus Sans"/>
                <a:cs typeface="Nimbus Sans"/>
              </a:defRPr>
            </a:lvl4pPr>
            <a:lvl5pPr algn="ctr">
              <a:defRPr sz="1725" b="1">
                <a:solidFill>
                  <a:srgbClr val="153D33"/>
                </a:solidFill>
                <a:latin typeface="Nimbus Sans"/>
                <a:ea typeface="Nimbus Sans"/>
                <a:cs typeface="Nimbus Sans"/>
              </a:defRPr>
            </a:lvl5pPr>
            <a:lvl6pPr algn="ctr">
              <a:defRPr sz="1725" b="1">
                <a:solidFill>
                  <a:srgbClr val="153D33"/>
                </a:solidFill>
                <a:latin typeface="Nimbus Sans"/>
                <a:ea typeface="Nimbus Sans"/>
                <a:cs typeface="Nimbus Sans"/>
              </a:defRPr>
            </a:lvl6pPr>
            <a:lvl7pPr algn="ctr">
              <a:defRPr sz="1725" b="1">
                <a:solidFill>
                  <a:srgbClr val="153D33"/>
                </a:solidFill>
                <a:latin typeface="Nimbus Sans"/>
                <a:ea typeface="Nimbus Sans"/>
                <a:cs typeface="Nimbus Sans"/>
              </a:defRPr>
            </a:lvl7pPr>
            <a:lvl8pPr algn="ctr">
              <a:defRPr sz="1725" b="1">
                <a:solidFill>
                  <a:srgbClr val="153D33"/>
                </a:solidFill>
                <a:latin typeface="Nimbus Sans"/>
                <a:ea typeface="Nimbus Sans"/>
                <a:cs typeface="Nimbus Sans"/>
              </a:defRPr>
            </a:lvl8pPr>
            <a:lvl9pPr algn="ctr">
              <a:defRPr sz="1725" b="1">
                <a:solidFill>
                  <a:srgbClr val="153D33"/>
                </a:solidFill>
                <a:latin typeface="Nimbus Sans"/>
                <a:ea typeface="Nimbus Sans"/>
                <a:cs typeface="Nimbus Sans"/>
              </a:defRPr>
            </a:lvl9pPr>
          </a:lstStyle>
          <a:p xmlns:a="http://schemas.openxmlformats.org/drawingml/2006/main">
            <a:pPr algn="ctr">
              <a:defRPr sz="1725" b="1">
                <a:solidFill>
                  <a:srgbClr val="153D33"/>
                </a:solidFill>
                <a:latin typeface="Nimbus Sans"/>
                <a:ea typeface="Nimbus Sans"/>
                <a:cs typeface="Nimbus Sans"/>
              </a:defRPr>
            </a:pPr>
            <a:r>
              <a:rPr sz="1725" b="1">
                <a:solidFill>
                  <a:srgbClr val="153D33"/>
                </a:solidFill>
                <a:latin typeface="Nimbus Sans"/>
                <a:ea typeface="Nimbus Sans"/>
                <a:cs typeface="Nimbus Sans"/>
              </a:rPr>
              <a:t>1 kΩ</a:t>
            </a:r>
          </a:p>
        </p:txBody>
      </p:sp>
      <p:cxnSp>
        <p:nvCxnSpPr>
          <p:cNvPr id="9" name="">
            <a:extLst xmlns:a="http://schemas.openxmlformats.org/drawingml/2006/main">
              <a:ext uri="{FF2B5EF4-FFF2-40B4-BE49-F238E27FC236}">
                <a16:creationId xmlns:a16="http://schemas.microsoft.com/office/drawing/2014/main" id="{6D35E1FC-EB94-46E0-BD0B-91D2B0D22A4F}"/>
              </a:ext>
            </a:extLst>
          </p:cNvPr>
          <p:cNvCxnSpPr/>
          <p:nvPr/>
        </p:nvCxnSpPr>
        <p:spPr>
          <a:xfrm xmlns:a="http://schemas.openxmlformats.org/drawingml/2006/main">
            <a:off x="3209925" y="3343275"/>
            <a:ext cx="838200" cy="0"/>
          </a:xfrm>
          <a:prstGeom xmlns:a="http://schemas.openxmlformats.org/drawingml/2006/main" prst="straightConnector1">
            <a:avLst/>
          </a:prstGeom>
          <a:ln xmlns:a="http://schemas.openxmlformats.org/drawingml/2006/main" w="19050">
            <a:solidFill>
              <a:srgbClr val="24745B"/>
            </a:solidFill>
            <a:prstDash val="solid"/>
          </a:ln>
        </p:spPr>
      </p:cxnSp>
      <p:sp>
        <p:nvSpPr>
          <p:cNvPr id="10" name="S8050 NPN">
            <a:extLst xmlns:a="http://schemas.openxmlformats.org/drawingml/2006/main">
              <a:ext uri="{FF2B5EF4-FFF2-40B4-BE49-F238E27FC236}">
                <a16:creationId xmlns:a16="http://schemas.microsoft.com/office/drawing/2014/main" id="{514CEFE6-E16D-4B9F-BF6A-D6A14328381A}"/>
              </a:ext>
            </a:extLst>
          </p:cNvPr>
          <p:cNvSpPr>
            <a:spLocks xmlns:a="http://schemas.openxmlformats.org/drawingml/2006/main" noGrp="1"/>
          </p:cNvSpPr>
          <p:nvPr/>
        </p:nvSpPr>
        <p:spPr>
          <a:xfrm xmlns:a="http://schemas.openxmlformats.org/drawingml/2006/main">
            <a:off x="4048125" y="2676525"/>
            <a:ext cx="1809750" cy="1343025"/>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2025" b="1">
                <a:solidFill>
                  <a:srgbClr val="153D33"/>
                </a:solidFill>
                <a:latin typeface="Nimbus Sans"/>
                <a:ea typeface="Nimbus Sans"/>
                <a:cs typeface="Nimbus Sans"/>
              </a:defRPr>
            </a:defPPr>
            <a:lvl1pPr algn="ctr">
              <a:defRPr sz="2025" b="1">
                <a:solidFill>
                  <a:srgbClr val="153D33"/>
                </a:solidFill>
                <a:latin typeface="Nimbus Sans"/>
                <a:ea typeface="Nimbus Sans"/>
                <a:cs typeface="Nimbus Sans"/>
              </a:defRPr>
            </a:lvl1pPr>
            <a:lvl2pPr algn="ctr">
              <a:defRPr sz="2025" b="1">
                <a:solidFill>
                  <a:srgbClr val="153D33"/>
                </a:solidFill>
                <a:latin typeface="Nimbus Sans"/>
                <a:ea typeface="Nimbus Sans"/>
                <a:cs typeface="Nimbus Sans"/>
              </a:defRPr>
            </a:lvl2pPr>
            <a:lvl3pPr algn="ctr">
              <a:defRPr sz="2025" b="1">
                <a:solidFill>
                  <a:srgbClr val="153D33"/>
                </a:solidFill>
                <a:latin typeface="Nimbus Sans"/>
                <a:ea typeface="Nimbus Sans"/>
                <a:cs typeface="Nimbus Sans"/>
              </a:defRPr>
            </a:lvl3pPr>
            <a:lvl4pPr algn="ctr">
              <a:defRPr sz="2025" b="1">
                <a:solidFill>
                  <a:srgbClr val="153D33"/>
                </a:solidFill>
                <a:latin typeface="Nimbus Sans"/>
                <a:ea typeface="Nimbus Sans"/>
                <a:cs typeface="Nimbus Sans"/>
              </a:defRPr>
            </a:lvl4pPr>
            <a:lvl5pPr algn="ctr">
              <a:defRPr sz="2025" b="1">
                <a:solidFill>
                  <a:srgbClr val="153D33"/>
                </a:solidFill>
                <a:latin typeface="Nimbus Sans"/>
                <a:ea typeface="Nimbus Sans"/>
                <a:cs typeface="Nimbus Sans"/>
              </a:defRPr>
            </a:lvl5pPr>
            <a:lvl6pPr algn="ctr">
              <a:defRPr sz="2025" b="1">
                <a:solidFill>
                  <a:srgbClr val="153D33"/>
                </a:solidFill>
                <a:latin typeface="Nimbus Sans"/>
                <a:ea typeface="Nimbus Sans"/>
                <a:cs typeface="Nimbus Sans"/>
              </a:defRPr>
            </a:lvl6pPr>
            <a:lvl7pPr algn="ctr">
              <a:defRPr sz="2025" b="1">
                <a:solidFill>
                  <a:srgbClr val="153D33"/>
                </a:solidFill>
                <a:latin typeface="Nimbus Sans"/>
                <a:ea typeface="Nimbus Sans"/>
                <a:cs typeface="Nimbus Sans"/>
              </a:defRPr>
            </a:lvl7pPr>
            <a:lvl8pPr algn="ctr">
              <a:defRPr sz="2025" b="1">
                <a:solidFill>
                  <a:srgbClr val="153D33"/>
                </a:solidFill>
                <a:latin typeface="Nimbus Sans"/>
                <a:ea typeface="Nimbus Sans"/>
                <a:cs typeface="Nimbus Sans"/>
              </a:defRPr>
            </a:lvl8pPr>
            <a:lvl9pPr algn="ctr">
              <a:defRPr sz="2025" b="1">
                <a:solidFill>
                  <a:srgbClr val="153D33"/>
                </a:solidFill>
                <a:latin typeface="Nimbus Sans"/>
                <a:ea typeface="Nimbus Sans"/>
                <a:cs typeface="Nimbus Sans"/>
              </a:defRPr>
            </a:lvl9pPr>
          </a:lstStyle>
          <a:p xmlns:a="http://schemas.openxmlformats.org/drawingml/2006/main">
            <a:pPr algn="ctr">
              <a:defRPr sz="2025" b="1">
                <a:solidFill>
                  <a:srgbClr val="153D33"/>
                </a:solidFill>
                <a:latin typeface="Nimbus Sans"/>
                <a:ea typeface="Nimbus Sans"/>
                <a:cs typeface="Nimbus Sans"/>
              </a:defRPr>
            </a:pPr>
            <a:r>
              <a:rPr sz="2025" b="1">
                <a:solidFill>
                  <a:srgbClr val="153D33"/>
                </a:solidFill>
                <a:latin typeface="Nimbus Sans"/>
                <a:ea typeface="Nimbus Sans"/>
                <a:cs typeface="Nimbus Sans"/>
              </a:rPr>
              <a:t>S8050 NPN</a:t>
            </a:r>
          </a:p>
        </p:txBody>
      </p:sp>
      <p:sp>
        <p:nvSpPr>
          <p:cNvPr id="11" name="B">
            <a:extLst xmlns:a="http://schemas.openxmlformats.org/drawingml/2006/main">
              <a:ext uri="{FF2B5EF4-FFF2-40B4-BE49-F238E27FC236}">
                <a16:creationId xmlns:a16="http://schemas.microsoft.com/office/drawing/2014/main" id="{E26C5AC2-6D34-4C90-8DCC-4C63713662E8}"/>
              </a:ext>
            </a:extLst>
          </p:cNvPr>
          <p:cNvSpPr>
            <a:spLocks xmlns:a="http://schemas.openxmlformats.org/drawingml/2006/main" noGrp="1"/>
          </p:cNvSpPr>
          <p:nvPr/>
        </p:nvSpPr>
        <p:spPr>
          <a:xfrm xmlns:a="http://schemas.openxmlformats.org/drawingml/2006/main">
            <a:off x="3781425" y="3000375"/>
            <a:ext cx="247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1">
                <a:solidFill>
                  <a:srgbClr val="24745B"/>
                </a:solidFill>
                <a:latin typeface="Nimbus Sans"/>
                <a:ea typeface="Nimbus Sans"/>
                <a:cs typeface="Nimbus Sans"/>
              </a:defRPr>
            </a:defPPr>
            <a:lvl1pPr algn="l">
              <a:defRPr sz="1650" b="1">
                <a:solidFill>
                  <a:srgbClr val="24745B"/>
                </a:solidFill>
                <a:latin typeface="Nimbus Sans"/>
                <a:ea typeface="Nimbus Sans"/>
                <a:cs typeface="Nimbus Sans"/>
              </a:defRPr>
            </a:lvl1pPr>
            <a:lvl2pPr algn="l">
              <a:defRPr sz="1650" b="1">
                <a:solidFill>
                  <a:srgbClr val="24745B"/>
                </a:solidFill>
                <a:latin typeface="Nimbus Sans"/>
                <a:ea typeface="Nimbus Sans"/>
                <a:cs typeface="Nimbus Sans"/>
              </a:defRPr>
            </a:lvl2pPr>
            <a:lvl3pPr algn="l">
              <a:defRPr sz="1650" b="1">
                <a:solidFill>
                  <a:srgbClr val="24745B"/>
                </a:solidFill>
                <a:latin typeface="Nimbus Sans"/>
                <a:ea typeface="Nimbus Sans"/>
                <a:cs typeface="Nimbus Sans"/>
              </a:defRPr>
            </a:lvl3pPr>
            <a:lvl4pPr algn="l">
              <a:defRPr sz="1650" b="1">
                <a:solidFill>
                  <a:srgbClr val="24745B"/>
                </a:solidFill>
                <a:latin typeface="Nimbus Sans"/>
                <a:ea typeface="Nimbus Sans"/>
                <a:cs typeface="Nimbus Sans"/>
              </a:defRPr>
            </a:lvl4pPr>
            <a:lvl5pPr algn="l">
              <a:defRPr sz="1650" b="1">
                <a:solidFill>
                  <a:srgbClr val="24745B"/>
                </a:solidFill>
                <a:latin typeface="Nimbus Sans"/>
                <a:ea typeface="Nimbus Sans"/>
                <a:cs typeface="Nimbus Sans"/>
              </a:defRPr>
            </a:lvl5pPr>
            <a:lvl6pPr algn="l">
              <a:defRPr sz="1650" b="1">
                <a:solidFill>
                  <a:srgbClr val="24745B"/>
                </a:solidFill>
                <a:latin typeface="Nimbus Sans"/>
                <a:ea typeface="Nimbus Sans"/>
                <a:cs typeface="Nimbus Sans"/>
              </a:defRPr>
            </a:lvl6pPr>
            <a:lvl7pPr algn="l">
              <a:defRPr sz="1650" b="1">
                <a:solidFill>
                  <a:srgbClr val="24745B"/>
                </a:solidFill>
                <a:latin typeface="Nimbus Sans"/>
                <a:ea typeface="Nimbus Sans"/>
                <a:cs typeface="Nimbus Sans"/>
              </a:defRPr>
            </a:lvl7pPr>
            <a:lvl8pPr algn="l">
              <a:defRPr sz="1650" b="1">
                <a:solidFill>
                  <a:srgbClr val="24745B"/>
                </a:solidFill>
                <a:latin typeface="Nimbus Sans"/>
                <a:ea typeface="Nimbus Sans"/>
                <a:cs typeface="Nimbus Sans"/>
              </a:defRPr>
            </a:lvl8pPr>
            <a:lvl9pPr algn="l">
              <a:defRPr sz="1650" b="1">
                <a:solidFill>
                  <a:srgbClr val="24745B"/>
                </a:solidFill>
                <a:latin typeface="Nimbus Sans"/>
                <a:ea typeface="Nimbus Sans"/>
                <a:cs typeface="Nimbus Sans"/>
              </a:defRPr>
            </a:lvl9pPr>
          </a:lstStyle>
          <a:p xmlns:a="http://schemas.openxmlformats.org/drawingml/2006/main">
            <a:pPr algn="l">
              <a:defRPr sz="1650" b="1">
                <a:solidFill>
                  <a:srgbClr val="24745B"/>
                </a:solidFill>
                <a:latin typeface="Nimbus Sans"/>
                <a:ea typeface="Nimbus Sans"/>
                <a:cs typeface="Nimbus Sans"/>
              </a:defRPr>
            </a:pPr>
            <a:r>
              <a:rPr sz="1650" b="1">
                <a:solidFill>
                  <a:srgbClr val="24745B"/>
                </a:solidFill>
                <a:latin typeface="Nimbus Sans"/>
                <a:ea typeface="Nimbus Sans"/>
                <a:cs typeface="Nimbus Sans"/>
              </a:rPr>
              <a:t>B</a:t>
            </a:r>
          </a:p>
        </p:txBody>
      </p:sp>
      <p:sp>
        <p:nvSpPr>
          <p:cNvPr id="12" name="C">
            <a:extLst xmlns:a="http://schemas.openxmlformats.org/drawingml/2006/main">
              <a:ext uri="{FF2B5EF4-FFF2-40B4-BE49-F238E27FC236}">
                <a16:creationId xmlns:a16="http://schemas.microsoft.com/office/drawing/2014/main" id="{F3D8345A-8E90-4B6A-901B-739E4C00FB1C}"/>
              </a:ext>
            </a:extLst>
          </p:cNvPr>
          <p:cNvSpPr>
            <a:spLocks xmlns:a="http://schemas.openxmlformats.org/drawingml/2006/main" noGrp="1"/>
          </p:cNvSpPr>
          <p:nvPr/>
        </p:nvSpPr>
        <p:spPr>
          <a:xfrm xmlns:a="http://schemas.openxmlformats.org/drawingml/2006/main">
            <a:off x="5076825" y="2257425"/>
            <a:ext cx="247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1">
                <a:solidFill>
                  <a:srgbClr val="24745B"/>
                </a:solidFill>
                <a:latin typeface="Nimbus Sans"/>
                <a:ea typeface="Nimbus Sans"/>
                <a:cs typeface="Nimbus Sans"/>
              </a:defRPr>
            </a:defPPr>
            <a:lvl1pPr algn="l">
              <a:defRPr sz="1650" b="1">
                <a:solidFill>
                  <a:srgbClr val="24745B"/>
                </a:solidFill>
                <a:latin typeface="Nimbus Sans"/>
                <a:ea typeface="Nimbus Sans"/>
                <a:cs typeface="Nimbus Sans"/>
              </a:defRPr>
            </a:lvl1pPr>
            <a:lvl2pPr algn="l">
              <a:defRPr sz="1650" b="1">
                <a:solidFill>
                  <a:srgbClr val="24745B"/>
                </a:solidFill>
                <a:latin typeface="Nimbus Sans"/>
                <a:ea typeface="Nimbus Sans"/>
                <a:cs typeface="Nimbus Sans"/>
              </a:defRPr>
            </a:lvl2pPr>
            <a:lvl3pPr algn="l">
              <a:defRPr sz="1650" b="1">
                <a:solidFill>
                  <a:srgbClr val="24745B"/>
                </a:solidFill>
                <a:latin typeface="Nimbus Sans"/>
                <a:ea typeface="Nimbus Sans"/>
                <a:cs typeface="Nimbus Sans"/>
              </a:defRPr>
            </a:lvl3pPr>
            <a:lvl4pPr algn="l">
              <a:defRPr sz="1650" b="1">
                <a:solidFill>
                  <a:srgbClr val="24745B"/>
                </a:solidFill>
                <a:latin typeface="Nimbus Sans"/>
                <a:ea typeface="Nimbus Sans"/>
                <a:cs typeface="Nimbus Sans"/>
              </a:defRPr>
            </a:lvl4pPr>
            <a:lvl5pPr algn="l">
              <a:defRPr sz="1650" b="1">
                <a:solidFill>
                  <a:srgbClr val="24745B"/>
                </a:solidFill>
                <a:latin typeface="Nimbus Sans"/>
                <a:ea typeface="Nimbus Sans"/>
                <a:cs typeface="Nimbus Sans"/>
              </a:defRPr>
            </a:lvl5pPr>
            <a:lvl6pPr algn="l">
              <a:defRPr sz="1650" b="1">
                <a:solidFill>
                  <a:srgbClr val="24745B"/>
                </a:solidFill>
                <a:latin typeface="Nimbus Sans"/>
                <a:ea typeface="Nimbus Sans"/>
                <a:cs typeface="Nimbus Sans"/>
              </a:defRPr>
            </a:lvl6pPr>
            <a:lvl7pPr algn="l">
              <a:defRPr sz="1650" b="1">
                <a:solidFill>
                  <a:srgbClr val="24745B"/>
                </a:solidFill>
                <a:latin typeface="Nimbus Sans"/>
                <a:ea typeface="Nimbus Sans"/>
                <a:cs typeface="Nimbus Sans"/>
              </a:defRPr>
            </a:lvl7pPr>
            <a:lvl8pPr algn="l">
              <a:defRPr sz="1650" b="1">
                <a:solidFill>
                  <a:srgbClr val="24745B"/>
                </a:solidFill>
                <a:latin typeface="Nimbus Sans"/>
                <a:ea typeface="Nimbus Sans"/>
                <a:cs typeface="Nimbus Sans"/>
              </a:defRPr>
            </a:lvl8pPr>
            <a:lvl9pPr algn="l">
              <a:defRPr sz="1650" b="1">
                <a:solidFill>
                  <a:srgbClr val="24745B"/>
                </a:solidFill>
                <a:latin typeface="Nimbus Sans"/>
                <a:ea typeface="Nimbus Sans"/>
                <a:cs typeface="Nimbus Sans"/>
              </a:defRPr>
            </a:lvl9pPr>
          </a:lstStyle>
          <a:p xmlns:a="http://schemas.openxmlformats.org/drawingml/2006/main">
            <a:pPr algn="l">
              <a:defRPr sz="1650" b="1">
                <a:solidFill>
                  <a:srgbClr val="24745B"/>
                </a:solidFill>
                <a:latin typeface="Nimbus Sans"/>
                <a:ea typeface="Nimbus Sans"/>
                <a:cs typeface="Nimbus Sans"/>
              </a:defRPr>
            </a:pPr>
            <a:r>
              <a:rPr sz="1650" b="1">
                <a:solidFill>
                  <a:srgbClr val="24745B"/>
                </a:solidFill>
                <a:latin typeface="Nimbus Sans"/>
                <a:ea typeface="Nimbus Sans"/>
                <a:cs typeface="Nimbus Sans"/>
              </a:rPr>
              <a:t>C</a:t>
            </a:r>
          </a:p>
        </p:txBody>
      </p:sp>
      <p:sp>
        <p:nvSpPr>
          <p:cNvPr id="13" name="E">
            <a:extLst xmlns:a="http://schemas.openxmlformats.org/drawingml/2006/main">
              <a:ext uri="{FF2B5EF4-FFF2-40B4-BE49-F238E27FC236}">
                <a16:creationId xmlns:a16="http://schemas.microsoft.com/office/drawing/2014/main" id="{5A69F3AB-6984-4C90-845D-EEEEE23283C5}"/>
              </a:ext>
            </a:extLst>
          </p:cNvPr>
          <p:cNvSpPr>
            <a:spLocks xmlns:a="http://schemas.openxmlformats.org/drawingml/2006/main" noGrp="1"/>
          </p:cNvSpPr>
          <p:nvPr/>
        </p:nvSpPr>
        <p:spPr>
          <a:xfrm xmlns:a="http://schemas.openxmlformats.org/drawingml/2006/main">
            <a:off x="5076825" y="4114800"/>
            <a:ext cx="247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1">
                <a:solidFill>
                  <a:srgbClr val="24745B"/>
                </a:solidFill>
                <a:latin typeface="Nimbus Sans"/>
                <a:ea typeface="Nimbus Sans"/>
                <a:cs typeface="Nimbus Sans"/>
              </a:defRPr>
            </a:defPPr>
            <a:lvl1pPr algn="l">
              <a:defRPr sz="1650" b="1">
                <a:solidFill>
                  <a:srgbClr val="24745B"/>
                </a:solidFill>
                <a:latin typeface="Nimbus Sans"/>
                <a:ea typeface="Nimbus Sans"/>
                <a:cs typeface="Nimbus Sans"/>
              </a:defRPr>
            </a:lvl1pPr>
            <a:lvl2pPr algn="l">
              <a:defRPr sz="1650" b="1">
                <a:solidFill>
                  <a:srgbClr val="24745B"/>
                </a:solidFill>
                <a:latin typeface="Nimbus Sans"/>
                <a:ea typeface="Nimbus Sans"/>
                <a:cs typeface="Nimbus Sans"/>
              </a:defRPr>
            </a:lvl2pPr>
            <a:lvl3pPr algn="l">
              <a:defRPr sz="1650" b="1">
                <a:solidFill>
                  <a:srgbClr val="24745B"/>
                </a:solidFill>
                <a:latin typeface="Nimbus Sans"/>
                <a:ea typeface="Nimbus Sans"/>
                <a:cs typeface="Nimbus Sans"/>
              </a:defRPr>
            </a:lvl3pPr>
            <a:lvl4pPr algn="l">
              <a:defRPr sz="1650" b="1">
                <a:solidFill>
                  <a:srgbClr val="24745B"/>
                </a:solidFill>
                <a:latin typeface="Nimbus Sans"/>
                <a:ea typeface="Nimbus Sans"/>
                <a:cs typeface="Nimbus Sans"/>
              </a:defRPr>
            </a:lvl4pPr>
            <a:lvl5pPr algn="l">
              <a:defRPr sz="1650" b="1">
                <a:solidFill>
                  <a:srgbClr val="24745B"/>
                </a:solidFill>
                <a:latin typeface="Nimbus Sans"/>
                <a:ea typeface="Nimbus Sans"/>
                <a:cs typeface="Nimbus Sans"/>
              </a:defRPr>
            </a:lvl5pPr>
            <a:lvl6pPr algn="l">
              <a:defRPr sz="1650" b="1">
                <a:solidFill>
                  <a:srgbClr val="24745B"/>
                </a:solidFill>
                <a:latin typeface="Nimbus Sans"/>
                <a:ea typeface="Nimbus Sans"/>
                <a:cs typeface="Nimbus Sans"/>
              </a:defRPr>
            </a:lvl6pPr>
            <a:lvl7pPr algn="l">
              <a:defRPr sz="1650" b="1">
                <a:solidFill>
                  <a:srgbClr val="24745B"/>
                </a:solidFill>
                <a:latin typeface="Nimbus Sans"/>
                <a:ea typeface="Nimbus Sans"/>
                <a:cs typeface="Nimbus Sans"/>
              </a:defRPr>
            </a:lvl7pPr>
            <a:lvl8pPr algn="l">
              <a:defRPr sz="1650" b="1">
                <a:solidFill>
                  <a:srgbClr val="24745B"/>
                </a:solidFill>
                <a:latin typeface="Nimbus Sans"/>
                <a:ea typeface="Nimbus Sans"/>
                <a:cs typeface="Nimbus Sans"/>
              </a:defRPr>
            </a:lvl8pPr>
            <a:lvl9pPr algn="l">
              <a:defRPr sz="1650" b="1">
                <a:solidFill>
                  <a:srgbClr val="24745B"/>
                </a:solidFill>
                <a:latin typeface="Nimbus Sans"/>
                <a:ea typeface="Nimbus Sans"/>
                <a:cs typeface="Nimbus Sans"/>
              </a:defRPr>
            </a:lvl9pPr>
          </a:lstStyle>
          <a:p xmlns:a="http://schemas.openxmlformats.org/drawingml/2006/main">
            <a:pPr algn="l">
              <a:defRPr sz="1650" b="1">
                <a:solidFill>
                  <a:srgbClr val="24745B"/>
                </a:solidFill>
                <a:latin typeface="Nimbus Sans"/>
                <a:ea typeface="Nimbus Sans"/>
                <a:cs typeface="Nimbus Sans"/>
              </a:defRPr>
            </a:pPr>
            <a:r>
              <a:rPr sz="1650" b="1">
                <a:solidFill>
                  <a:srgbClr val="24745B"/>
                </a:solidFill>
                <a:latin typeface="Nimbus Sans"/>
                <a:ea typeface="Nimbus Sans"/>
                <a:cs typeface="Nimbus Sans"/>
              </a:rPr>
              <a:t>E</a:t>
            </a:r>
          </a:p>
        </p:txBody>
      </p:sp>
      <p:cxnSp>
        <p:nvCxnSpPr>
          <p:cNvPr id="14" name="">
            <a:extLst xmlns:a="http://schemas.openxmlformats.org/drawingml/2006/main">
              <a:ext uri="{FF2B5EF4-FFF2-40B4-BE49-F238E27FC236}">
                <a16:creationId xmlns:a16="http://schemas.microsoft.com/office/drawing/2014/main" id="{70B7F382-330C-456D-B47D-53FC0FA967EE}"/>
              </a:ext>
            </a:extLst>
          </p:cNvPr>
          <p:cNvCxnSpPr/>
          <p:nvPr/>
        </p:nvCxnSpPr>
        <p:spPr>
          <a:xfrm xmlns:a="http://schemas.openxmlformats.org/drawingml/2006/main">
            <a:off x="4953000" y="2238375"/>
            <a:ext cx="0" cy="438150"/>
          </a:xfrm>
          <a:prstGeom xmlns:a="http://schemas.openxmlformats.org/drawingml/2006/main" prst="straightConnector1">
            <a:avLst/>
          </a:prstGeom>
          <a:ln xmlns:a="http://schemas.openxmlformats.org/drawingml/2006/main" w="19050">
            <a:solidFill>
              <a:srgbClr val="24745B"/>
            </a:solidFill>
            <a:prstDash val="solid"/>
          </a:ln>
        </p:spPr>
      </p:cxnSp>
      <p:cxnSp>
        <p:nvCxnSpPr>
          <p:cNvPr id="15" name="">
            <a:extLst xmlns:a="http://schemas.openxmlformats.org/drawingml/2006/main">
              <a:ext uri="{FF2B5EF4-FFF2-40B4-BE49-F238E27FC236}">
                <a16:creationId xmlns:a16="http://schemas.microsoft.com/office/drawing/2014/main" id="{7DDDBCBB-E5FF-48C8-88AC-D53781A251EC}"/>
              </a:ext>
            </a:extLst>
          </p:cNvPr>
          <p:cNvCxnSpPr/>
          <p:nvPr/>
        </p:nvCxnSpPr>
        <p:spPr>
          <a:xfrm xmlns:a="http://schemas.openxmlformats.org/drawingml/2006/main">
            <a:off x="4953000" y="2238375"/>
            <a:ext cx="2076450" cy="0"/>
          </a:xfrm>
          <a:prstGeom xmlns:a="http://schemas.openxmlformats.org/drawingml/2006/main" prst="straightConnector1">
            <a:avLst/>
          </a:prstGeom>
          <a:ln xmlns:a="http://schemas.openxmlformats.org/drawingml/2006/main" w="19050">
            <a:solidFill>
              <a:srgbClr val="24745B"/>
            </a:solidFill>
            <a:prstDash val="solid"/>
          </a:ln>
        </p:spPr>
      </p:cxnSp>
      <p:cxnSp>
        <p:nvCxnSpPr>
          <p:cNvPr id="16" name="">
            <a:extLst xmlns:a="http://schemas.openxmlformats.org/drawingml/2006/main">
              <a:ext uri="{FF2B5EF4-FFF2-40B4-BE49-F238E27FC236}">
                <a16:creationId xmlns:a16="http://schemas.microsoft.com/office/drawing/2014/main" id="{2541D9FA-2BE1-44DF-8F61-A425F412D9D9}"/>
              </a:ext>
            </a:extLst>
          </p:cNvPr>
          <p:cNvCxnSpPr/>
          <p:nvPr/>
        </p:nvCxnSpPr>
        <p:spPr>
          <a:xfrm xmlns:a="http://schemas.openxmlformats.org/drawingml/2006/main">
            <a:off x="7029450" y="2238375"/>
            <a:ext cx="0" cy="666750"/>
          </a:xfrm>
          <a:prstGeom xmlns:a="http://schemas.openxmlformats.org/drawingml/2006/main" prst="straightConnector1">
            <a:avLst/>
          </a:prstGeom>
          <a:ln xmlns:a="http://schemas.openxmlformats.org/drawingml/2006/main" w="19050">
            <a:solidFill>
              <a:srgbClr val="24745B"/>
            </a:solidFill>
            <a:prstDash val="solid"/>
          </a:ln>
        </p:spPr>
      </p:cxnSp>
      <p:sp>
        <p:nvSpPr>
          <p:cNvPr id="17" name="Relay IN&#10;LOW trigger">
            <a:extLst xmlns:a="http://schemas.openxmlformats.org/drawingml/2006/main">
              <a:ext uri="{FF2B5EF4-FFF2-40B4-BE49-F238E27FC236}">
                <a16:creationId xmlns:a16="http://schemas.microsoft.com/office/drawing/2014/main" id="{C1FAAA8C-226E-428A-97F6-D7E34EB58479}"/>
              </a:ext>
            </a:extLst>
          </p:cNvPr>
          <p:cNvSpPr>
            <a:spLocks xmlns:a="http://schemas.openxmlformats.org/drawingml/2006/main" noGrp="1"/>
          </p:cNvSpPr>
          <p:nvPr/>
        </p:nvSpPr>
        <p:spPr>
          <a:xfrm xmlns:a="http://schemas.openxmlformats.org/drawingml/2006/main">
            <a:off x="6276975" y="2905125"/>
            <a:ext cx="1504950" cy="87630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800" b="1">
                <a:solidFill>
                  <a:srgbClr val="153D33"/>
                </a:solidFill>
                <a:latin typeface="Nimbus Sans"/>
                <a:ea typeface="Nimbus Sans"/>
                <a:cs typeface="Nimbus Sans"/>
              </a:defRPr>
            </a:defPPr>
            <a:lvl1pPr algn="ctr">
              <a:defRPr sz="1800" b="1">
                <a:solidFill>
                  <a:srgbClr val="153D33"/>
                </a:solidFill>
                <a:latin typeface="Nimbus Sans"/>
                <a:ea typeface="Nimbus Sans"/>
                <a:cs typeface="Nimbus Sans"/>
              </a:defRPr>
            </a:lvl1pPr>
            <a:lvl2pPr algn="ctr">
              <a:defRPr sz="1800" b="1">
                <a:solidFill>
                  <a:srgbClr val="153D33"/>
                </a:solidFill>
                <a:latin typeface="Nimbus Sans"/>
                <a:ea typeface="Nimbus Sans"/>
                <a:cs typeface="Nimbus Sans"/>
              </a:defRPr>
            </a:lvl2pPr>
            <a:lvl3pPr algn="ctr">
              <a:defRPr sz="1800" b="1">
                <a:solidFill>
                  <a:srgbClr val="153D33"/>
                </a:solidFill>
                <a:latin typeface="Nimbus Sans"/>
                <a:ea typeface="Nimbus Sans"/>
                <a:cs typeface="Nimbus Sans"/>
              </a:defRPr>
            </a:lvl3pPr>
            <a:lvl4pPr algn="ctr">
              <a:defRPr sz="1800" b="1">
                <a:solidFill>
                  <a:srgbClr val="153D33"/>
                </a:solidFill>
                <a:latin typeface="Nimbus Sans"/>
                <a:ea typeface="Nimbus Sans"/>
                <a:cs typeface="Nimbus Sans"/>
              </a:defRPr>
            </a:lvl4pPr>
            <a:lvl5pPr algn="ctr">
              <a:defRPr sz="1800" b="1">
                <a:solidFill>
                  <a:srgbClr val="153D33"/>
                </a:solidFill>
                <a:latin typeface="Nimbus Sans"/>
                <a:ea typeface="Nimbus Sans"/>
                <a:cs typeface="Nimbus Sans"/>
              </a:defRPr>
            </a:lvl5pPr>
            <a:lvl6pPr algn="ctr">
              <a:defRPr sz="1800" b="1">
                <a:solidFill>
                  <a:srgbClr val="153D33"/>
                </a:solidFill>
                <a:latin typeface="Nimbus Sans"/>
                <a:ea typeface="Nimbus Sans"/>
                <a:cs typeface="Nimbus Sans"/>
              </a:defRPr>
            </a:lvl6pPr>
            <a:lvl7pPr algn="ctr">
              <a:defRPr sz="1800" b="1">
                <a:solidFill>
                  <a:srgbClr val="153D33"/>
                </a:solidFill>
                <a:latin typeface="Nimbus Sans"/>
                <a:ea typeface="Nimbus Sans"/>
                <a:cs typeface="Nimbus Sans"/>
              </a:defRPr>
            </a:lvl7pPr>
            <a:lvl8pPr algn="ctr">
              <a:defRPr sz="1800" b="1">
                <a:solidFill>
                  <a:srgbClr val="153D33"/>
                </a:solidFill>
                <a:latin typeface="Nimbus Sans"/>
                <a:ea typeface="Nimbus Sans"/>
                <a:cs typeface="Nimbus Sans"/>
              </a:defRPr>
            </a:lvl8pPr>
            <a:lvl9pPr algn="ctr">
              <a:defRPr sz="1800" b="1">
                <a:solidFill>
                  <a:srgbClr val="153D33"/>
                </a:solidFill>
                <a:latin typeface="Nimbus Sans"/>
                <a:ea typeface="Nimbus Sans"/>
                <a:cs typeface="Nimbus Sans"/>
              </a:defRPr>
            </a:lvl9pPr>
          </a:lstStyle>
          <a:p xmlns:a="http://schemas.openxmlformats.org/drawingml/2006/main">
            <a:pPr algn="ctr">
              <a:defRPr sz="1800" b="1">
                <a:solidFill>
                  <a:srgbClr val="153D33"/>
                </a:solidFill>
                <a:latin typeface="Nimbus Sans"/>
                <a:ea typeface="Nimbus Sans"/>
                <a:cs typeface="Nimbus Sans"/>
              </a:defRPr>
            </a:pPr>
            <a:r>
              <a:rPr sz="1800" b="1">
                <a:solidFill>
                  <a:srgbClr val="153D33"/>
                </a:solidFill>
                <a:latin typeface="Nimbus Sans"/>
                <a:ea typeface="Nimbus Sans"/>
                <a:cs typeface="Nimbus Sans"/>
              </a:rPr>
              <a:t>Relay IN</a:t>
            </a:r>
          </a:p>
          <a:p xmlns:a="http://schemas.openxmlformats.org/drawingml/2006/main">
            <a:pPr algn="ctr">
              <a:defRPr sz="1800" b="1">
                <a:solidFill>
                  <a:srgbClr val="153D33"/>
                </a:solidFill>
                <a:latin typeface="Nimbus Sans"/>
                <a:ea typeface="Nimbus Sans"/>
                <a:cs typeface="Nimbus Sans"/>
              </a:defRPr>
            </a:pPr>
            <a:r>
              <a:rPr sz="1800" b="1">
                <a:solidFill>
                  <a:srgbClr val="153D33"/>
                </a:solidFill>
                <a:latin typeface="Nimbus Sans"/>
                <a:ea typeface="Nimbus Sans"/>
                <a:cs typeface="Nimbus Sans"/>
              </a:rPr>
              <a:t>LOW trigger</a:t>
            </a:r>
          </a:p>
        </p:txBody>
      </p:sp>
      <p:cxnSp>
        <p:nvCxnSpPr>
          <p:cNvPr id="18" name="">
            <a:extLst xmlns:a="http://schemas.openxmlformats.org/drawingml/2006/main">
              <a:ext uri="{FF2B5EF4-FFF2-40B4-BE49-F238E27FC236}">
                <a16:creationId xmlns:a16="http://schemas.microsoft.com/office/drawing/2014/main" id="{7A686DB0-878E-4231-B452-E0F281BD4D3D}"/>
              </a:ext>
            </a:extLst>
          </p:cNvPr>
          <p:cNvCxnSpPr/>
          <p:nvPr/>
        </p:nvCxnSpPr>
        <p:spPr>
          <a:xfrm xmlns:a="http://schemas.openxmlformats.org/drawingml/2006/main">
            <a:off x="3571875" y="3343275"/>
            <a:ext cx="0" cy="828675"/>
          </a:xfrm>
          <a:prstGeom xmlns:a="http://schemas.openxmlformats.org/drawingml/2006/main" prst="straightConnector1">
            <a:avLst/>
          </a:prstGeom>
          <a:ln xmlns:a="http://schemas.openxmlformats.org/drawingml/2006/main" w="19050">
            <a:solidFill>
              <a:srgbClr val="24745B"/>
            </a:solidFill>
            <a:prstDash val="solid"/>
          </a:ln>
        </p:spPr>
      </p:cxnSp>
      <p:sp>
        <p:nvSpPr>
          <p:cNvPr id="19" name="10 kΩ">
            <a:extLst xmlns:a="http://schemas.openxmlformats.org/drawingml/2006/main">
              <a:ext uri="{FF2B5EF4-FFF2-40B4-BE49-F238E27FC236}">
                <a16:creationId xmlns:a16="http://schemas.microsoft.com/office/drawing/2014/main" id="{D61679C2-AF8E-4DB0-BE57-6B2D70977109}"/>
              </a:ext>
            </a:extLst>
          </p:cNvPr>
          <p:cNvSpPr>
            <a:spLocks xmlns:a="http://schemas.openxmlformats.org/drawingml/2006/main" noGrp="1"/>
          </p:cNvSpPr>
          <p:nvPr/>
        </p:nvSpPr>
        <p:spPr>
          <a:xfrm xmlns:a="http://schemas.openxmlformats.org/drawingml/2006/main">
            <a:off x="3143250" y="4171950"/>
            <a:ext cx="8572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575" b="1">
                <a:solidFill>
                  <a:srgbClr val="153D33"/>
                </a:solidFill>
                <a:latin typeface="Nimbus Sans"/>
                <a:ea typeface="Nimbus Sans"/>
                <a:cs typeface="Nimbus Sans"/>
              </a:defRPr>
            </a:defPPr>
            <a:lvl1pPr algn="ctr">
              <a:defRPr sz="1575" b="1">
                <a:solidFill>
                  <a:srgbClr val="153D33"/>
                </a:solidFill>
                <a:latin typeface="Nimbus Sans"/>
                <a:ea typeface="Nimbus Sans"/>
                <a:cs typeface="Nimbus Sans"/>
              </a:defRPr>
            </a:lvl1pPr>
            <a:lvl2pPr algn="ctr">
              <a:defRPr sz="1575" b="1">
                <a:solidFill>
                  <a:srgbClr val="153D33"/>
                </a:solidFill>
                <a:latin typeface="Nimbus Sans"/>
                <a:ea typeface="Nimbus Sans"/>
                <a:cs typeface="Nimbus Sans"/>
              </a:defRPr>
            </a:lvl2pPr>
            <a:lvl3pPr algn="ctr">
              <a:defRPr sz="1575" b="1">
                <a:solidFill>
                  <a:srgbClr val="153D33"/>
                </a:solidFill>
                <a:latin typeface="Nimbus Sans"/>
                <a:ea typeface="Nimbus Sans"/>
                <a:cs typeface="Nimbus Sans"/>
              </a:defRPr>
            </a:lvl3pPr>
            <a:lvl4pPr algn="ctr">
              <a:defRPr sz="1575" b="1">
                <a:solidFill>
                  <a:srgbClr val="153D33"/>
                </a:solidFill>
                <a:latin typeface="Nimbus Sans"/>
                <a:ea typeface="Nimbus Sans"/>
                <a:cs typeface="Nimbus Sans"/>
              </a:defRPr>
            </a:lvl4pPr>
            <a:lvl5pPr algn="ctr">
              <a:defRPr sz="1575" b="1">
                <a:solidFill>
                  <a:srgbClr val="153D33"/>
                </a:solidFill>
                <a:latin typeface="Nimbus Sans"/>
                <a:ea typeface="Nimbus Sans"/>
                <a:cs typeface="Nimbus Sans"/>
              </a:defRPr>
            </a:lvl5pPr>
            <a:lvl6pPr algn="ctr">
              <a:defRPr sz="1575" b="1">
                <a:solidFill>
                  <a:srgbClr val="153D33"/>
                </a:solidFill>
                <a:latin typeface="Nimbus Sans"/>
                <a:ea typeface="Nimbus Sans"/>
                <a:cs typeface="Nimbus Sans"/>
              </a:defRPr>
            </a:lvl6pPr>
            <a:lvl7pPr algn="ctr">
              <a:defRPr sz="1575" b="1">
                <a:solidFill>
                  <a:srgbClr val="153D33"/>
                </a:solidFill>
                <a:latin typeface="Nimbus Sans"/>
                <a:ea typeface="Nimbus Sans"/>
                <a:cs typeface="Nimbus Sans"/>
              </a:defRPr>
            </a:lvl7pPr>
            <a:lvl8pPr algn="ctr">
              <a:defRPr sz="1575" b="1">
                <a:solidFill>
                  <a:srgbClr val="153D33"/>
                </a:solidFill>
                <a:latin typeface="Nimbus Sans"/>
                <a:ea typeface="Nimbus Sans"/>
                <a:cs typeface="Nimbus Sans"/>
              </a:defRPr>
            </a:lvl8pPr>
            <a:lvl9pPr algn="ctr">
              <a:defRPr sz="1575" b="1">
                <a:solidFill>
                  <a:srgbClr val="153D33"/>
                </a:solidFill>
                <a:latin typeface="Nimbus Sans"/>
                <a:ea typeface="Nimbus Sans"/>
                <a:cs typeface="Nimbus Sans"/>
              </a:defRPr>
            </a:lvl9pPr>
          </a:lstStyle>
          <a:p xmlns:a="http://schemas.openxmlformats.org/drawingml/2006/main">
            <a:pPr algn="ctr">
              <a:defRPr sz="1575" b="1">
                <a:solidFill>
                  <a:srgbClr val="153D33"/>
                </a:solidFill>
                <a:latin typeface="Nimbus Sans"/>
                <a:ea typeface="Nimbus Sans"/>
                <a:cs typeface="Nimbus Sans"/>
              </a:defRPr>
            </a:pPr>
            <a:r>
              <a:rPr sz="1575" b="1">
                <a:solidFill>
                  <a:srgbClr val="153D33"/>
                </a:solidFill>
                <a:latin typeface="Nimbus Sans"/>
                <a:ea typeface="Nimbus Sans"/>
                <a:cs typeface="Nimbus Sans"/>
              </a:rPr>
              <a:t>10 kΩ</a:t>
            </a:r>
          </a:p>
        </p:txBody>
      </p:sp>
      <p:cxnSp>
        <p:nvCxnSpPr>
          <p:cNvPr id="20" name="">
            <a:extLst xmlns:a="http://schemas.openxmlformats.org/drawingml/2006/main">
              <a:ext uri="{FF2B5EF4-FFF2-40B4-BE49-F238E27FC236}">
                <a16:creationId xmlns:a16="http://schemas.microsoft.com/office/drawing/2014/main" id="{8272B07D-F2C1-40DA-9A8A-4D03913DD9E6}"/>
              </a:ext>
            </a:extLst>
          </p:cNvPr>
          <p:cNvCxnSpPr/>
          <p:nvPr/>
        </p:nvCxnSpPr>
        <p:spPr>
          <a:xfrm xmlns:a="http://schemas.openxmlformats.org/drawingml/2006/main">
            <a:off x="3571875" y="4743450"/>
            <a:ext cx="0" cy="400050"/>
          </a:xfrm>
          <a:prstGeom xmlns:a="http://schemas.openxmlformats.org/drawingml/2006/main" prst="straightConnector1">
            <a:avLst/>
          </a:prstGeom>
          <a:ln xmlns:a="http://schemas.openxmlformats.org/drawingml/2006/main" w="19050">
            <a:solidFill>
              <a:srgbClr val="5E7168"/>
            </a:solidFill>
            <a:prstDash val="solid"/>
          </a:ln>
        </p:spPr>
      </p:cxnSp>
      <p:cxnSp>
        <p:nvCxnSpPr>
          <p:cNvPr id="21" name="">
            <a:extLst xmlns:a="http://schemas.openxmlformats.org/drawingml/2006/main">
              <a:ext uri="{FF2B5EF4-FFF2-40B4-BE49-F238E27FC236}">
                <a16:creationId xmlns:a16="http://schemas.microsoft.com/office/drawing/2014/main" id="{87709795-2F9D-4BB3-8D26-C3B0F4F92CC5}"/>
              </a:ext>
            </a:extLst>
          </p:cNvPr>
          <p:cNvCxnSpPr/>
          <p:nvPr/>
        </p:nvCxnSpPr>
        <p:spPr>
          <a:xfrm xmlns:a="http://schemas.openxmlformats.org/drawingml/2006/main">
            <a:off x="1323975" y="3781425"/>
            <a:ext cx="0" cy="1362075"/>
          </a:xfrm>
          <a:prstGeom xmlns:a="http://schemas.openxmlformats.org/drawingml/2006/main" prst="straightConnector1">
            <a:avLst/>
          </a:prstGeom>
          <a:ln xmlns:a="http://schemas.openxmlformats.org/drawingml/2006/main" w="19050">
            <a:solidFill>
              <a:srgbClr val="5E7168"/>
            </a:solidFill>
            <a:prstDash val="solid"/>
          </a:ln>
        </p:spPr>
      </p:cxnSp>
      <p:sp>
        <p:nvSpPr>
          <p:cNvPr id="22" name="GND">
            <a:extLst xmlns:a="http://schemas.openxmlformats.org/drawingml/2006/main">
              <a:ext uri="{FF2B5EF4-FFF2-40B4-BE49-F238E27FC236}">
                <a16:creationId xmlns:a16="http://schemas.microsoft.com/office/drawing/2014/main" id="{9F42573A-E251-4EC1-867C-6FAE4381F67D}"/>
              </a:ext>
            </a:extLst>
          </p:cNvPr>
          <p:cNvSpPr>
            <a:spLocks xmlns:a="http://schemas.openxmlformats.org/drawingml/2006/main" noGrp="1"/>
          </p:cNvSpPr>
          <p:nvPr/>
        </p:nvSpPr>
        <p:spPr>
          <a:xfrm xmlns:a="http://schemas.openxmlformats.org/drawingml/2006/main">
            <a:off x="628650" y="397192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5E7168"/>
                </a:solidFill>
                <a:latin typeface="Nimbus Sans"/>
                <a:ea typeface="Nimbus Sans"/>
                <a:cs typeface="Nimbus Sans"/>
              </a:defRPr>
            </a:defPPr>
            <a:lvl1pPr algn="l">
              <a:defRPr sz="1500" b="0">
                <a:solidFill>
                  <a:srgbClr val="5E7168"/>
                </a:solidFill>
                <a:latin typeface="Nimbus Sans"/>
                <a:ea typeface="Nimbus Sans"/>
                <a:cs typeface="Nimbus Sans"/>
              </a:defRPr>
            </a:lvl1pPr>
            <a:lvl2pPr algn="l">
              <a:defRPr sz="1500" b="0">
                <a:solidFill>
                  <a:srgbClr val="5E7168"/>
                </a:solidFill>
                <a:latin typeface="Nimbus Sans"/>
                <a:ea typeface="Nimbus Sans"/>
                <a:cs typeface="Nimbus Sans"/>
              </a:defRPr>
            </a:lvl2pPr>
            <a:lvl3pPr algn="l">
              <a:defRPr sz="1500" b="0">
                <a:solidFill>
                  <a:srgbClr val="5E7168"/>
                </a:solidFill>
                <a:latin typeface="Nimbus Sans"/>
                <a:ea typeface="Nimbus Sans"/>
                <a:cs typeface="Nimbus Sans"/>
              </a:defRPr>
            </a:lvl3pPr>
            <a:lvl4pPr algn="l">
              <a:defRPr sz="1500" b="0">
                <a:solidFill>
                  <a:srgbClr val="5E7168"/>
                </a:solidFill>
                <a:latin typeface="Nimbus Sans"/>
                <a:ea typeface="Nimbus Sans"/>
                <a:cs typeface="Nimbus Sans"/>
              </a:defRPr>
            </a:lvl4pPr>
            <a:lvl5pPr algn="l">
              <a:defRPr sz="1500" b="0">
                <a:solidFill>
                  <a:srgbClr val="5E7168"/>
                </a:solidFill>
                <a:latin typeface="Nimbus Sans"/>
                <a:ea typeface="Nimbus Sans"/>
                <a:cs typeface="Nimbus Sans"/>
              </a:defRPr>
            </a:lvl5pPr>
            <a:lvl6pPr algn="l">
              <a:defRPr sz="1500" b="0">
                <a:solidFill>
                  <a:srgbClr val="5E7168"/>
                </a:solidFill>
                <a:latin typeface="Nimbus Sans"/>
                <a:ea typeface="Nimbus Sans"/>
                <a:cs typeface="Nimbus Sans"/>
              </a:defRPr>
            </a:lvl6pPr>
            <a:lvl7pPr algn="l">
              <a:defRPr sz="1500" b="0">
                <a:solidFill>
                  <a:srgbClr val="5E7168"/>
                </a:solidFill>
                <a:latin typeface="Nimbus Sans"/>
                <a:ea typeface="Nimbus Sans"/>
                <a:cs typeface="Nimbus Sans"/>
              </a:defRPr>
            </a:lvl7pPr>
            <a:lvl8pPr algn="l">
              <a:defRPr sz="1500" b="0">
                <a:solidFill>
                  <a:srgbClr val="5E7168"/>
                </a:solidFill>
                <a:latin typeface="Nimbus Sans"/>
                <a:ea typeface="Nimbus Sans"/>
                <a:cs typeface="Nimbus Sans"/>
              </a:defRPr>
            </a:lvl8pPr>
            <a:lvl9pPr algn="l">
              <a:defRPr sz="1500" b="0">
                <a:solidFill>
                  <a:srgbClr val="5E7168"/>
                </a:solidFill>
                <a:latin typeface="Nimbus Sans"/>
                <a:ea typeface="Nimbus Sans"/>
                <a:cs typeface="Nimbus Sans"/>
              </a:defRPr>
            </a:lvl9pPr>
          </a:lstStyle>
          <a:p xmlns:a="http://schemas.openxmlformats.org/drawingml/2006/main">
            <a:pPr algn="l">
              <a:defRPr sz="1500" b="0">
                <a:solidFill>
                  <a:srgbClr val="5E7168"/>
                </a:solidFill>
                <a:latin typeface="Nimbus Sans"/>
                <a:ea typeface="Nimbus Sans"/>
                <a:cs typeface="Nimbus Sans"/>
              </a:defRPr>
            </a:pPr>
            <a:r>
              <a:rPr sz="1500" b="0">
                <a:solidFill>
                  <a:srgbClr val="5E7168"/>
                </a:solidFill>
                <a:latin typeface="Nimbus Sans"/>
                <a:ea typeface="Nimbus Sans"/>
                <a:cs typeface="Nimbus Sans"/>
              </a:rPr>
              <a:t>GND</a:t>
            </a:r>
          </a:p>
        </p:txBody>
      </p:sp>
      <p:cxnSp>
        <p:nvCxnSpPr>
          <p:cNvPr id="23" name="">
            <a:extLst xmlns:a="http://schemas.openxmlformats.org/drawingml/2006/main">
              <a:ext uri="{FF2B5EF4-FFF2-40B4-BE49-F238E27FC236}">
                <a16:creationId xmlns:a16="http://schemas.microsoft.com/office/drawing/2014/main" id="{315FCF6F-163C-4FA8-BB7E-A62B48F17BE7}"/>
              </a:ext>
            </a:extLst>
          </p:cNvPr>
          <p:cNvCxnSpPr/>
          <p:nvPr/>
        </p:nvCxnSpPr>
        <p:spPr>
          <a:xfrm xmlns:a="http://schemas.openxmlformats.org/drawingml/2006/main">
            <a:off x="4953000" y="4019550"/>
            <a:ext cx="0" cy="1123950"/>
          </a:xfrm>
          <a:prstGeom xmlns:a="http://schemas.openxmlformats.org/drawingml/2006/main" prst="straightConnector1">
            <a:avLst/>
          </a:prstGeom>
          <a:ln xmlns:a="http://schemas.openxmlformats.org/drawingml/2006/main" w="19050">
            <a:solidFill>
              <a:srgbClr val="5E7168"/>
            </a:solidFill>
            <a:prstDash val="solid"/>
          </a:ln>
        </p:spPr>
      </p:cxnSp>
      <p:cxnSp>
        <p:nvCxnSpPr>
          <p:cNvPr id="24" name="">
            <a:extLst xmlns:a="http://schemas.openxmlformats.org/drawingml/2006/main">
              <a:ext uri="{FF2B5EF4-FFF2-40B4-BE49-F238E27FC236}">
                <a16:creationId xmlns:a16="http://schemas.microsoft.com/office/drawing/2014/main" id="{C67DCC1F-6424-479F-BA21-8CF3A3499292}"/>
              </a:ext>
            </a:extLst>
          </p:cNvPr>
          <p:cNvCxnSpPr/>
          <p:nvPr/>
        </p:nvCxnSpPr>
        <p:spPr>
          <a:xfrm xmlns:a="http://schemas.openxmlformats.org/drawingml/2006/main">
            <a:off x="7029450" y="3781425"/>
            <a:ext cx="0" cy="1362075"/>
          </a:xfrm>
          <a:prstGeom xmlns:a="http://schemas.openxmlformats.org/drawingml/2006/main" prst="straightConnector1">
            <a:avLst/>
          </a:prstGeom>
          <a:ln xmlns:a="http://schemas.openxmlformats.org/drawingml/2006/main" w="19050">
            <a:solidFill>
              <a:srgbClr val="5E7168"/>
            </a:solidFill>
            <a:prstDash val="solid"/>
          </a:ln>
        </p:spPr>
      </p:cxnSp>
      <p:sp>
        <p:nvSpPr>
          <p:cNvPr id="25" name="Logic GND">
            <a:extLst xmlns:a="http://schemas.openxmlformats.org/drawingml/2006/main">
              <a:ext uri="{FF2B5EF4-FFF2-40B4-BE49-F238E27FC236}">
                <a16:creationId xmlns:a16="http://schemas.microsoft.com/office/drawing/2014/main" id="{EAD9E3AA-ABA2-4FEC-B48F-EB9E0EB31906}"/>
              </a:ext>
            </a:extLst>
          </p:cNvPr>
          <p:cNvSpPr>
            <a:spLocks xmlns:a="http://schemas.openxmlformats.org/drawingml/2006/main" noGrp="1"/>
          </p:cNvSpPr>
          <p:nvPr/>
        </p:nvSpPr>
        <p:spPr>
          <a:xfrm xmlns:a="http://schemas.openxmlformats.org/drawingml/2006/main">
            <a:off x="6029325" y="4381500"/>
            <a:ext cx="1695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5E7168"/>
                </a:solidFill>
                <a:latin typeface="Nimbus Sans"/>
                <a:ea typeface="Nimbus Sans"/>
                <a:cs typeface="Nimbus Sans"/>
              </a:defRPr>
            </a:defPPr>
            <a:lvl1pPr algn="l">
              <a:defRPr sz="1500" b="0">
                <a:solidFill>
                  <a:srgbClr val="5E7168"/>
                </a:solidFill>
                <a:latin typeface="Nimbus Sans"/>
                <a:ea typeface="Nimbus Sans"/>
                <a:cs typeface="Nimbus Sans"/>
              </a:defRPr>
            </a:lvl1pPr>
            <a:lvl2pPr algn="l">
              <a:defRPr sz="1500" b="0">
                <a:solidFill>
                  <a:srgbClr val="5E7168"/>
                </a:solidFill>
                <a:latin typeface="Nimbus Sans"/>
                <a:ea typeface="Nimbus Sans"/>
                <a:cs typeface="Nimbus Sans"/>
              </a:defRPr>
            </a:lvl2pPr>
            <a:lvl3pPr algn="l">
              <a:defRPr sz="1500" b="0">
                <a:solidFill>
                  <a:srgbClr val="5E7168"/>
                </a:solidFill>
                <a:latin typeface="Nimbus Sans"/>
                <a:ea typeface="Nimbus Sans"/>
                <a:cs typeface="Nimbus Sans"/>
              </a:defRPr>
            </a:lvl3pPr>
            <a:lvl4pPr algn="l">
              <a:defRPr sz="1500" b="0">
                <a:solidFill>
                  <a:srgbClr val="5E7168"/>
                </a:solidFill>
                <a:latin typeface="Nimbus Sans"/>
                <a:ea typeface="Nimbus Sans"/>
                <a:cs typeface="Nimbus Sans"/>
              </a:defRPr>
            </a:lvl4pPr>
            <a:lvl5pPr algn="l">
              <a:defRPr sz="1500" b="0">
                <a:solidFill>
                  <a:srgbClr val="5E7168"/>
                </a:solidFill>
                <a:latin typeface="Nimbus Sans"/>
                <a:ea typeface="Nimbus Sans"/>
                <a:cs typeface="Nimbus Sans"/>
              </a:defRPr>
            </a:lvl5pPr>
            <a:lvl6pPr algn="l">
              <a:defRPr sz="1500" b="0">
                <a:solidFill>
                  <a:srgbClr val="5E7168"/>
                </a:solidFill>
                <a:latin typeface="Nimbus Sans"/>
                <a:ea typeface="Nimbus Sans"/>
                <a:cs typeface="Nimbus Sans"/>
              </a:defRPr>
            </a:lvl6pPr>
            <a:lvl7pPr algn="l">
              <a:defRPr sz="1500" b="0">
                <a:solidFill>
                  <a:srgbClr val="5E7168"/>
                </a:solidFill>
                <a:latin typeface="Nimbus Sans"/>
                <a:ea typeface="Nimbus Sans"/>
                <a:cs typeface="Nimbus Sans"/>
              </a:defRPr>
            </a:lvl7pPr>
            <a:lvl8pPr algn="l">
              <a:defRPr sz="1500" b="0">
                <a:solidFill>
                  <a:srgbClr val="5E7168"/>
                </a:solidFill>
                <a:latin typeface="Nimbus Sans"/>
                <a:ea typeface="Nimbus Sans"/>
                <a:cs typeface="Nimbus Sans"/>
              </a:defRPr>
            </a:lvl8pPr>
            <a:lvl9pPr algn="l">
              <a:defRPr sz="1500" b="0">
                <a:solidFill>
                  <a:srgbClr val="5E7168"/>
                </a:solidFill>
                <a:latin typeface="Nimbus Sans"/>
                <a:ea typeface="Nimbus Sans"/>
                <a:cs typeface="Nimbus Sans"/>
              </a:defRPr>
            </a:lvl9pPr>
          </a:lstStyle>
          <a:p xmlns:a="http://schemas.openxmlformats.org/drawingml/2006/main">
            <a:pPr algn="l">
              <a:defRPr sz="1500" b="0">
                <a:solidFill>
                  <a:srgbClr val="5E7168"/>
                </a:solidFill>
                <a:latin typeface="Nimbus Sans"/>
                <a:ea typeface="Nimbus Sans"/>
                <a:cs typeface="Nimbus Sans"/>
              </a:defRPr>
            </a:pPr>
            <a:r>
              <a:rPr sz="1500" b="0">
                <a:solidFill>
                  <a:srgbClr val="5E7168"/>
                </a:solidFill>
                <a:latin typeface="Nimbus Sans"/>
                <a:ea typeface="Nimbus Sans"/>
                <a:cs typeface="Nimbus Sans"/>
              </a:rPr>
              <a:t>Logic GND</a:t>
            </a:r>
          </a:p>
        </p:txBody>
      </p:sp>
      <p:cxnSp>
        <p:nvCxnSpPr>
          <p:cNvPr id="26" name="">
            <a:extLst xmlns:a="http://schemas.openxmlformats.org/drawingml/2006/main">
              <a:ext uri="{FF2B5EF4-FFF2-40B4-BE49-F238E27FC236}">
                <a16:creationId xmlns:a16="http://schemas.microsoft.com/office/drawing/2014/main" id="{A54E198B-819A-423F-A714-D9940D9A18C3}"/>
              </a:ext>
            </a:extLst>
          </p:cNvPr>
          <p:cNvCxnSpPr/>
          <p:nvPr/>
        </p:nvCxnSpPr>
        <p:spPr>
          <a:xfrm xmlns:a="http://schemas.openxmlformats.org/drawingml/2006/main">
            <a:off x="1323975" y="5143500"/>
            <a:ext cx="5705475" cy="0"/>
          </a:xfrm>
          <a:prstGeom xmlns:a="http://schemas.openxmlformats.org/drawingml/2006/main" prst="straightConnector1">
            <a:avLst/>
          </a:prstGeom>
          <a:ln xmlns:a="http://schemas.openxmlformats.org/drawingml/2006/main" w="19050">
            <a:solidFill>
              <a:srgbClr val="5E7168"/>
            </a:solidFill>
            <a:prstDash val="solid"/>
          </a:ln>
        </p:spPr>
      </p:cxnSp>
      <p:cxnSp>
        <p:nvCxnSpPr>
          <p:cNvPr id="27" name="">
            <a:extLst xmlns:a="http://schemas.openxmlformats.org/drawingml/2006/main">
              <a:ext uri="{FF2B5EF4-FFF2-40B4-BE49-F238E27FC236}">
                <a16:creationId xmlns:a16="http://schemas.microsoft.com/office/drawing/2014/main" id="{E1328BEA-C245-4E1B-941C-5E8D2F285581}"/>
              </a:ext>
            </a:extLst>
          </p:cNvPr>
          <p:cNvCxnSpPr/>
          <p:nvPr/>
        </p:nvCxnSpPr>
        <p:spPr>
          <a:xfrm xmlns:a="http://schemas.openxmlformats.org/drawingml/2006/main">
            <a:off x="4953000" y="5143500"/>
            <a:ext cx="0" cy="142875"/>
          </a:xfrm>
          <a:prstGeom xmlns:a="http://schemas.openxmlformats.org/drawingml/2006/main" prst="straightConnector1">
            <a:avLst/>
          </a:prstGeom>
          <a:ln xmlns:a="http://schemas.openxmlformats.org/drawingml/2006/main" w="19050">
            <a:solidFill>
              <a:srgbClr val="5E7168"/>
            </a:solidFill>
            <a:prstDash val="solid"/>
          </a:ln>
        </p:spPr>
      </p:cxnSp>
      <p:cxnSp>
        <p:nvCxnSpPr>
          <p:cNvPr id="28" name="">
            <a:extLst xmlns:a="http://schemas.openxmlformats.org/drawingml/2006/main">
              <a:ext uri="{FF2B5EF4-FFF2-40B4-BE49-F238E27FC236}">
                <a16:creationId xmlns:a16="http://schemas.microsoft.com/office/drawing/2014/main" id="{5CC15BC1-C664-4B21-B3EC-CF41933E5A14}"/>
              </a:ext>
            </a:extLst>
          </p:cNvPr>
          <p:cNvCxnSpPr/>
          <p:nvPr/>
        </p:nvCxnSpPr>
        <p:spPr>
          <a:xfrm xmlns:a="http://schemas.openxmlformats.org/drawingml/2006/main">
            <a:off x="4762500" y="5286375"/>
            <a:ext cx="381000" cy="0"/>
          </a:xfrm>
          <a:prstGeom xmlns:a="http://schemas.openxmlformats.org/drawingml/2006/main" prst="straightConnector1">
            <a:avLst/>
          </a:prstGeom>
          <a:ln xmlns:a="http://schemas.openxmlformats.org/drawingml/2006/main" w="19050">
            <a:solidFill>
              <a:srgbClr val="5E7168"/>
            </a:solidFill>
            <a:prstDash val="solid"/>
          </a:ln>
        </p:spPr>
      </p:cxnSp>
      <p:cxnSp>
        <p:nvCxnSpPr>
          <p:cNvPr id="29" name="">
            <a:extLst xmlns:a="http://schemas.openxmlformats.org/drawingml/2006/main">
              <a:ext uri="{FF2B5EF4-FFF2-40B4-BE49-F238E27FC236}">
                <a16:creationId xmlns:a16="http://schemas.microsoft.com/office/drawing/2014/main" id="{6161A264-3F9B-43C6-A9C8-5DB692CCD826}"/>
              </a:ext>
            </a:extLst>
          </p:cNvPr>
          <p:cNvCxnSpPr/>
          <p:nvPr/>
        </p:nvCxnSpPr>
        <p:spPr>
          <a:xfrm xmlns:a="http://schemas.openxmlformats.org/drawingml/2006/main">
            <a:off x="4838700" y="5372100"/>
            <a:ext cx="228600" cy="0"/>
          </a:xfrm>
          <a:prstGeom xmlns:a="http://schemas.openxmlformats.org/drawingml/2006/main" prst="straightConnector1">
            <a:avLst/>
          </a:prstGeom>
          <a:ln xmlns:a="http://schemas.openxmlformats.org/drawingml/2006/main" w="19050">
            <a:solidFill>
              <a:srgbClr val="5E7168"/>
            </a:solidFill>
            <a:prstDash val="solid"/>
          </a:ln>
        </p:spPr>
      </p:cxnSp>
      <p:cxnSp>
        <p:nvCxnSpPr>
          <p:cNvPr id="30" name="">
            <a:extLst xmlns:a="http://schemas.openxmlformats.org/drawingml/2006/main">
              <a:ext uri="{FF2B5EF4-FFF2-40B4-BE49-F238E27FC236}">
                <a16:creationId xmlns:a16="http://schemas.microsoft.com/office/drawing/2014/main" id="{ABAB73B9-B858-4A5C-A146-B1395DFE1707}"/>
              </a:ext>
            </a:extLst>
          </p:cNvPr>
          <p:cNvCxnSpPr/>
          <p:nvPr/>
        </p:nvCxnSpPr>
        <p:spPr>
          <a:xfrm xmlns:a="http://schemas.openxmlformats.org/drawingml/2006/main">
            <a:off x="4905375" y="5448300"/>
            <a:ext cx="95250" cy="0"/>
          </a:xfrm>
          <a:prstGeom xmlns:a="http://schemas.openxmlformats.org/drawingml/2006/main" prst="straightConnector1">
            <a:avLst/>
          </a:prstGeom>
          <a:ln xmlns:a="http://schemas.openxmlformats.org/drawingml/2006/main" w="19050">
            <a:solidFill>
              <a:srgbClr val="5E7168"/>
            </a:solidFill>
            <a:prstDash val="solid"/>
          </a:ln>
        </p:spPr>
      </p:cxnSp>
      <p:cxnSp>
        <p:nvCxnSpPr>
          <p:cNvPr id="31" name="">
            <a:extLst xmlns:a="http://schemas.openxmlformats.org/drawingml/2006/main">
              <a:ext uri="{FF2B5EF4-FFF2-40B4-BE49-F238E27FC236}">
                <a16:creationId xmlns:a16="http://schemas.microsoft.com/office/drawing/2014/main" id="{C7FF6092-7226-4455-B628-6BC24DEF2D17}"/>
              </a:ext>
            </a:extLst>
          </p:cNvPr>
          <p:cNvCxnSpPr/>
          <p:nvPr/>
        </p:nvCxnSpPr>
        <p:spPr>
          <a:xfrm xmlns:a="http://schemas.openxmlformats.org/drawingml/2006/main">
            <a:off x="8020050" y="2171700"/>
            <a:ext cx="0" cy="3667125"/>
          </a:xfrm>
          <a:prstGeom xmlns:a="http://schemas.openxmlformats.org/drawingml/2006/main" prst="straightConnector1">
            <a:avLst/>
          </a:prstGeom>
          <a:ln xmlns:a="http://schemas.openxmlformats.org/drawingml/2006/main" w="19050">
            <a:solidFill>
              <a:srgbClr val="CDD8CE"/>
            </a:solidFill>
            <a:prstDash val="solid"/>
          </a:ln>
        </p:spPr>
      </p:cxnSp>
      <p:sp>
        <p:nvSpPr>
          <p:cNvPr id="32" name="Rated lock DC supply">
            <a:extLst xmlns:a="http://schemas.openxmlformats.org/drawingml/2006/main">
              <a:ext uri="{FF2B5EF4-FFF2-40B4-BE49-F238E27FC236}">
                <a16:creationId xmlns:a16="http://schemas.microsoft.com/office/drawing/2014/main" id="{ABD456EA-16B6-4D42-BAB6-2C4504FD43A1}"/>
              </a:ext>
            </a:extLst>
          </p:cNvPr>
          <p:cNvSpPr>
            <a:spLocks xmlns:a="http://schemas.openxmlformats.org/drawingml/2006/main" noGrp="1"/>
          </p:cNvSpPr>
          <p:nvPr/>
        </p:nvSpPr>
        <p:spPr>
          <a:xfrm xmlns:a="http://schemas.openxmlformats.org/drawingml/2006/main">
            <a:off x="8391525" y="2286000"/>
            <a:ext cx="3048000" cy="64770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800" b="1">
                <a:solidFill>
                  <a:srgbClr val="153D33"/>
                </a:solidFill>
                <a:latin typeface="Nimbus Sans"/>
                <a:ea typeface="Nimbus Sans"/>
                <a:cs typeface="Nimbus Sans"/>
              </a:defRPr>
            </a:defPPr>
            <a:lvl1pPr algn="ctr">
              <a:defRPr sz="1800" b="1">
                <a:solidFill>
                  <a:srgbClr val="153D33"/>
                </a:solidFill>
                <a:latin typeface="Nimbus Sans"/>
                <a:ea typeface="Nimbus Sans"/>
                <a:cs typeface="Nimbus Sans"/>
              </a:defRPr>
            </a:lvl1pPr>
            <a:lvl2pPr algn="ctr">
              <a:defRPr sz="1800" b="1">
                <a:solidFill>
                  <a:srgbClr val="153D33"/>
                </a:solidFill>
                <a:latin typeface="Nimbus Sans"/>
                <a:ea typeface="Nimbus Sans"/>
                <a:cs typeface="Nimbus Sans"/>
              </a:defRPr>
            </a:lvl2pPr>
            <a:lvl3pPr algn="ctr">
              <a:defRPr sz="1800" b="1">
                <a:solidFill>
                  <a:srgbClr val="153D33"/>
                </a:solidFill>
                <a:latin typeface="Nimbus Sans"/>
                <a:ea typeface="Nimbus Sans"/>
                <a:cs typeface="Nimbus Sans"/>
              </a:defRPr>
            </a:lvl3pPr>
            <a:lvl4pPr algn="ctr">
              <a:defRPr sz="1800" b="1">
                <a:solidFill>
                  <a:srgbClr val="153D33"/>
                </a:solidFill>
                <a:latin typeface="Nimbus Sans"/>
                <a:ea typeface="Nimbus Sans"/>
                <a:cs typeface="Nimbus Sans"/>
              </a:defRPr>
            </a:lvl4pPr>
            <a:lvl5pPr algn="ctr">
              <a:defRPr sz="1800" b="1">
                <a:solidFill>
                  <a:srgbClr val="153D33"/>
                </a:solidFill>
                <a:latin typeface="Nimbus Sans"/>
                <a:ea typeface="Nimbus Sans"/>
                <a:cs typeface="Nimbus Sans"/>
              </a:defRPr>
            </a:lvl5pPr>
            <a:lvl6pPr algn="ctr">
              <a:defRPr sz="1800" b="1">
                <a:solidFill>
                  <a:srgbClr val="153D33"/>
                </a:solidFill>
                <a:latin typeface="Nimbus Sans"/>
                <a:ea typeface="Nimbus Sans"/>
                <a:cs typeface="Nimbus Sans"/>
              </a:defRPr>
            </a:lvl6pPr>
            <a:lvl7pPr algn="ctr">
              <a:defRPr sz="1800" b="1">
                <a:solidFill>
                  <a:srgbClr val="153D33"/>
                </a:solidFill>
                <a:latin typeface="Nimbus Sans"/>
                <a:ea typeface="Nimbus Sans"/>
                <a:cs typeface="Nimbus Sans"/>
              </a:defRPr>
            </a:lvl7pPr>
            <a:lvl8pPr algn="ctr">
              <a:defRPr sz="1800" b="1">
                <a:solidFill>
                  <a:srgbClr val="153D33"/>
                </a:solidFill>
                <a:latin typeface="Nimbus Sans"/>
                <a:ea typeface="Nimbus Sans"/>
                <a:cs typeface="Nimbus Sans"/>
              </a:defRPr>
            </a:lvl8pPr>
            <a:lvl9pPr algn="ctr">
              <a:defRPr sz="1800" b="1">
                <a:solidFill>
                  <a:srgbClr val="153D33"/>
                </a:solidFill>
                <a:latin typeface="Nimbus Sans"/>
                <a:ea typeface="Nimbus Sans"/>
                <a:cs typeface="Nimbus Sans"/>
              </a:defRPr>
            </a:lvl9pPr>
          </a:lstStyle>
          <a:p xmlns:a="http://schemas.openxmlformats.org/drawingml/2006/main">
            <a:pPr algn="ctr">
              <a:defRPr sz="1800" b="1">
                <a:solidFill>
                  <a:srgbClr val="153D33"/>
                </a:solidFill>
                <a:latin typeface="Nimbus Sans"/>
                <a:ea typeface="Nimbus Sans"/>
                <a:cs typeface="Nimbus Sans"/>
              </a:defRPr>
            </a:pPr>
            <a:r>
              <a:rPr sz="1800" b="1">
                <a:solidFill>
                  <a:srgbClr val="153D33"/>
                </a:solidFill>
                <a:latin typeface="Nimbus Sans"/>
                <a:ea typeface="Nimbus Sans"/>
                <a:cs typeface="Nimbus Sans"/>
              </a:rPr>
              <a:t>Rated lock DC supply</a:t>
            </a:r>
          </a:p>
        </p:txBody>
      </p:sp>
      <p:sp>
        <p:nvSpPr>
          <p:cNvPr id="33" name="+">
            <a:extLst xmlns:a="http://schemas.openxmlformats.org/drawingml/2006/main">
              <a:ext uri="{FF2B5EF4-FFF2-40B4-BE49-F238E27FC236}">
                <a16:creationId xmlns:a16="http://schemas.microsoft.com/office/drawing/2014/main" id="{0D71EF04-D8E9-4A69-9052-FC28E4D8279D}"/>
              </a:ext>
            </a:extLst>
          </p:cNvPr>
          <p:cNvSpPr>
            <a:spLocks xmlns:a="http://schemas.openxmlformats.org/drawingml/2006/main" noGrp="1"/>
          </p:cNvSpPr>
          <p:nvPr/>
        </p:nvSpPr>
        <p:spPr>
          <a:xfrm xmlns:a="http://schemas.openxmlformats.org/drawingml/2006/main">
            <a:off x="8934450" y="299085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a:solidFill>
                  <a:srgbClr val="24745B"/>
                </a:solidFill>
                <a:latin typeface="Nimbus Sans"/>
                <a:ea typeface="Nimbus Sans"/>
                <a:cs typeface="Nimbus Sans"/>
              </a:defRPr>
            </a:defPPr>
            <a:lvl1pPr algn="l">
              <a:defRPr sz="1875" b="1">
                <a:solidFill>
                  <a:srgbClr val="24745B"/>
                </a:solidFill>
                <a:latin typeface="Nimbus Sans"/>
                <a:ea typeface="Nimbus Sans"/>
                <a:cs typeface="Nimbus Sans"/>
              </a:defRPr>
            </a:lvl1pPr>
            <a:lvl2pPr algn="l">
              <a:defRPr sz="1875" b="1">
                <a:solidFill>
                  <a:srgbClr val="24745B"/>
                </a:solidFill>
                <a:latin typeface="Nimbus Sans"/>
                <a:ea typeface="Nimbus Sans"/>
                <a:cs typeface="Nimbus Sans"/>
              </a:defRPr>
            </a:lvl2pPr>
            <a:lvl3pPr algn="l">
              <a:defRPr sz="1875" b="1">
                <a:solidFill>
                  <a:srgbClr val="24745B"/>
                </a:solidFill>
                <a:latin typeface="Nimbus Sans"/>
                <a:ea typeface="Nimbus Sans"/>
                <a:cs typeface="Nimbus Sans"/>
              </a:defRPr>
            </a:lvl3pPr>
            <a:lvl4pPr algn="l">
              <a:defRPr sz="1875" b="1">
                <a:solidFill>
                  <a:srgbClr val="24745B"/>
                </a:solidFill>
                <a:latin typeface="Nimbus Sans"/>
                <a:ea typeface="Nimbus Sans"/>
                <a:cs typeface="Nimbus Sans"/>
              </a:defRPr>
            </a:lvl4pPr>
            <a:lvl5pPr algn="l">
              <a:defRPr sz="1875" b="1">
                <a:solidFill>
                  <a:srgbClr val="24745B"/>
                </a:solidFill>
                <a:latin typeface="Nimbus Sans"/>
                <a:ea typeface="Nimbus Sans"/>
                <a:cs typeface="Nimbus Sans"/>
              </a:defRPr>
            </a:lvl5pPr>
            <a:lvl6pPr algn="l">
              <a:defRPr sz="1875" b="1">
                <a:solidFill>
                  <a:srgbClr val="24745B"/>
                </a:solidFill>
                <a:latin typeface="Nimbus Sans"/>
                <a:ea typeface="Nimbus Sans"/>
                <a:cs typeface="Nimbus Sans"/>
              </a:defRPr>
            </a:lvl6pPr>
            <a:lvl7pPr algn="l">
              <a:defRPr sz="1875" b="1">
                <a:solidFill>
                  <a:srgbClr val="24745B"/>
                </a:solidFill>
                <a:latin typeface="Nimbus Sans"/>
                <a:ea typeface="Nimbus Sans"/>
                <a:cs typeface="Nimbus Sans"/>
              </a:defRPr>
            </a:lvl7pPr>
            <a:lvl8pPr algn="l">
              <a:defRPr sz="1875" b="1">
                <a:solidFill>
                  <a:srgbClr val="24745B"/>
                </a:solidFill>
                <a:latin typeface="Nimbus Sans"/>
                <a:ea typeface="Nimbus Sans"/>
                <a:cs typeface="Nimbus Sans"/>
              </a:defRPr>
            </a:lvl8pPr>
            <a:lvl9pPr algn="l">
              <a:defRPr sz="1875" b="1">
                <a:solidFill>
                  <a:srgbClr val="24745B"/>
                </a:solidFill>
                <a:latin typeface="Nimbus Sans"/>
                <a:ea typeface="Nimbus Sans"/>
                <a:cs typeface="Nimbus Sans"/>
              </a:defRPr>
            </a:lvl9pPr>
          </a:lstStyle>
          <a:p xmlns:a="http://schemas.openxmlformats.org/drawingml/2006/main">
            <a:pPr algn="l">
              <a:defRPr sz="1875" b="1">
                <a:solidFill>
                  <a:srgbClr val="24745B"/>
                </a:solidFill>
                <a:latin typeface="Nimbus Sans"/>
                <a:ea typeface="Nimbus Sans"/>
                <a:cs typeface="Nimbus Sans"/>
              </a:defRPr>
            </a:pPr>
            <a:r>
              <a:rPr sz="1875" b="1">
                <a:solidFill>
                  <a:srgbClr val="24745B"/>
                </a:solidFill>
                <a:latin typeface="Nimbus Sans"/>
                <a:ea typeface="Nimbus Sans"/>
                <a:cs typeface="Nimbus Sans"/>
              </a:rPr>
              <a:t>+</a:t>
            </a:r>
          </a:p>
        </p:txBody>
      </p:sp>
      <p:sp>
        <p:nvSpPr>
          <p:cNvPr id="34" name="−">
            <a:extLst xmlns:a="http://schemas.openxmlformats.org/drawingml/2006/main">
              <a:ext uri="{FF2B5EF4-FFF2-40B4-BE49-F238E27FC236}">
                <a16:creationId xmlns:a16="http://schemas.microsoft.com/office/drawing/2014/main" id="{B8BB485E-629D-4DAC-A46D-5CDCF4DC1E57}"/>
              </a:ext>
            </a:extLst>
          </p:cNvPr>
          <p:cNvSpPr>
            <a:spLocks xmlns:a="http://schemas.openxmlformats.org/drawingml/2006/main" noGrp="1"/>
          </p:cNvSpPr>
          <p:nvPr/>
        </p:nvSpPr>
        <p:spPr>
          <a:xfrm xmlns:a="http://schemas.openxmlformats.org/drawingml/2006/main">
            <a:off x="10953750" y="299085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a:solidFill>
                  <a:srgbClr val="5E7168"/>
                </a:solidFill>
                <a:latin typeface="Nimbus Sans"/>
                <a:ea typeface="Nimbus Sans"/>
                <a:cs typeface="Nimbus Sans"/>
              </a:defRPr>
            </a:defPPr>
            <a:lvl1pPr algn="l">
              <a:defRPr sz="1875" b="1">
                <a:solidFill>
                  <a:srgbClr val="5E7168"/>
                </a:solidFill>
                <a:latin typeface="Nimbus Sans"/>
                <a:ea typeface="Nimbus Sans"/>
                <a:cs typeface="Nimbus Sans"/>
              </a:defRPr>
            </a:lvl1pPr>
            <a:lvl2pPr algn="l">
              <a:defRPr sz="1875" b="1">
                <a:solidFill>
                  <a:srgbClr val="5E7168"/>
                </a:solidFill>
                <a:latin typeface="Nimbus Sans"/>
                <a:ea typeface="Nimbus Sans"/>
                <a:cs typeface="Nimbus Sans"/>
              </a:defRPr>
            </a:lvl2pPr>
            <a:lvl3pPr algn="l">
              <a:defRPr sz="1875" b="1">
                <a:solidFill>
                  <a:srgbClr val="5E7168"/>
                </a:solidFill>
                <a:latin typeface="Nimbus Sans"/>
                <a:ea typeface="Nimbus Sans"/>
                <a:cs typeface="Nimbus Sans"/>
              </a:defRPr>
            </a:lvl3pPr>
            <a:lvl4pPr algn="l">
              <a:defRPr sz="1875" b="1">
                <a:solidFill>
                  <a:srgbClr val="5E7168"/>
                </a:solidFill>
                <a:latin typeface="Nimbus Sans"/>
                <a:ea typeface="Nimbus Sans"/>
                <a:cs typeface="Nimbus Sans"/>
              </a:defRPr>
            </a:lvl4pPr>
            <a:lvl5pPr algn="l">
              <a:defRPr sz="1875" b="1">
                <a:solidFill>
                  <a:srgbClr val="5E7168"/>
                </a:solidFill>
                <a:latin typeface="Nimbus Sans"/>
                <a:ea typeface="Nimbus Sans"/>
                <a:cs typeface="Nimbus Sans"/>
              </a:defRPr>
            </a:lvl5pPr>
            <a:lvl6pPr algn="l">
              <a:defRPr sz="1875" b="1">
                <a:solidFill>
                  <a:srgbClr val="5E7168"/>
                </a:solidFill>
                <a:latin typeface="Nimbus Sans"/>
                <a:ea typeface="Nimbus Sans"/>
                <a:cs typeface="Nimbus Sans"/>
              </a:defRPr>
            </a:lvl6pPr>
            <a:lvl7pPr algn="l">
              <a:defRPr sz="1875" b="1">
                <a:solidFill>
                  <a:srgbClr val="5E7168"/>
                </a:solidFill>
                <a:latin typeface="Nimbus Sans"/>
                <a:ea typeface="Nimbus Sans"/>
                <a:cs typeface="Nimbus Sans"/>
              </a:defRPr>
            </a:lvl7pPr>
            <a:lvl8pPr algn="l">
              <a:defRPr sz="1875" b="1">
                <a:solidFill>
                  <a:srgbClr val="5E7168"/>
                </a:solidFill>
                <a:latin typeface="Nimbus Sans"/>
                <a:ea typeface="Nimbus Sans"/>
                <a:cs typeface="Nimbus Sans"/>
              </a:defRPr>
            </a:lvl8pPr>
            <a:lvl9pPr algn="l">
              <a:defRPr sz="1875" b="1">
                <a:solidFill>
                  <a:srgbClr val="5E7168"/>
                </a:solidFill>
                <a:latin typeface="Nimbus Sans"/>
                <a:ea typeface="Nimbus Sans"/>
                <a:cs typeface="Nimbus Sans"/>
              </a:defRPr>
            </a:lvl9pPr>
          </a:lstStyle>
          <a:p xmlns:a="http://schemas.openxmlformats.org/drawingml/2006/main">
            <a:pPr algn="l">
              <a:defRPr sz="1875" b="1">
                <a:solidFill>
                  <a:srgbClr val="5E7168"/>
                </a:solidFill>
                <a:latin typeface="Nimbus Sans"/>
                <a:ea typeface="Nimbus Sans"/>
                <a:cs typeface="Nimbus Sans"/>
              </a:defRPr>
            </a:pPr>
            <a:r>
              <a:rPr sz="1875" b="1">
                <a:solidFill>
                  <a:srgbClr val="5E7168"/>
                </a:solidFill>
                <a:latin typeface="Nimbus Sans"/>
                <a:ea typeface="Nimbus Sans"/>
                <a:cs typeface="Nimbus Sans"/>
              </a:rPr>
              <a:t>−</a:t>
            </a:r>
          </a:p>
        </p:txBody>
      </p:sp>
      <p:cxnSp>
        <p:nvCxnSpPr>
          <p:cNvPr id="35" name="">
            <a:extLst xmlns:a="http://schemas.openxmlformats.org/drawingml/2006/main">
              <a:ext uri="{FF2B5EF4-FFF2-40B4-BE49-F238E27FC236}">
                <a16:creationId xmlns:a16="http://schemas.microsoft.com/office/drawing/2014/main" id="{05B8B574-F261-4062-AB41-7B8526207189}"/>
              </a:ext>
            </a:extLst>
          </p:cNvPr>
          <p:cNvCxnSpPr/>
          <p:nvPr/>
        </p:nvCxnSpPr>
        <p:spPr>
          <a:xfrm xmlns:a="http://schemas.openxmlformats.org/drawingml/2006/main">
            <a:off x="9210675" y="2933700"/>
            <a:ext cx="0" cy="533400"/>
          </a:xfrm>
          <a:prstGeom xmlns:a="http://schemas.openxmlformats.org/drawingml/2006/main" prst="straightConnector1">
            <a:avLst/>
          </a:prstGeom>
          <a:ln xmlns:a="http://schemas.openxmlformats.org/drawingml/2006/main" w="19050">
            <a:solidFill>
              <a:srgbClr val="24745B"/>
            </a:solidFill>
            <a:prstDash val="solid"/>
          </a:ln>
        </p:spPr>
      </p:cxnSp>
      <p:sp>
        <p:nvSpPr>
          <p:cNvPr id="36" name="Relay COM / NO">
            <a:extLst xmlns:a="http://schemas.openxmlformats.org/drawingml/2006/main">
              <a:ext uri="{FF2B5EF4-FFF2-40B4-BE49-F238E27FC236}">
                <a16:creationId xmlns:a16="http://schemas.microsoft.com/office/drawing/2014/main" id="{0EA21E68-5337-4C27-B755-9CADACE72D41}"/>
              </a:ext>
            </a:extLst>
          </p:cNvPr>
          <p:cNvSpPr>
            <a:spLocks xmlns:a="http://schemas.openxmlformats.org/drawingml/2006/main" noGrp="1"/>
          </p:cNvSpPr>
          <p:nvPr/>
        </p:nvSpPr>
        <p:spPr>
          <a:xfrm xmlns:a="http://schemas.openxmlformats.org/drawingml/2006/main">
            <a:off x="8391525" y="3467100"/>
            <a:ext cx="2333625"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800" b="1">
                <a:solidFill>
                  <a:srgbClr val="153D33"/>
                </a:solidFill>
                <a:latin typeface="Nimbus Sans"/>
                <a:ea typeface="Nimbus Sans"/>
                <a:cs typeface="Nimbus Sans"/>
              </a:defRPr>
            </a:defPPr>
            <a:lvl1pPr algn="ctr">
              <a:defRPr sz="1800" b="1">
                <a:solidFill>
                  <a:srgbClr val="153D33"/>
                </a:solidFill>
                <a:latin typeface="Nimbus Sans"/>
                <a:ea typeface="Nimbus Sans"/>
                <a:cs typeface="Nimbus Sans"/>
              </a:defRPr>
            </a:lvl1pPr>
            <a:lvl2pPr algn="ctr">
              <a:defRPr sz="1800" b="1">
                <a:solidFill>
                  <a:srgbClr val="153D33"/>
                </a:solidFill>
                <a:latin typeface="Nimbus Sans"/>
                <a:ea typeface="Nimbus Sans"/>
                <a:cs typeface="Nimbus Sans"/>
              </a:defRPr>
            </a:lvl2pPr>
            <a:lvl3pPr algn="ctr">
              <a:defRPr sz="1800" b="1">
                <a:solidFill>
                  <a:srgbClr val="153D33"/>
                </a:solidFill>
                <a:latin typeface="Nimbus Sans"/>
                <a:ea typeface="Nimbus Sans"/>
                <a:cs typeface="Nimbus Sans"/>
              </a:defRPr>
            </a:lvl3pPr>
            <a:lvl4pPr algn="ctr">
              <a:defRPr sz="1800" b="1">
                <a:solidFill>
                  <a:srgbClr val="153D33"/>
                </a:solidFill>
                <a:latin typeface="Nimbus Sans"/>
                <a:ea typeface="Nimbus Sans"/>
                <a:cs typeface="Nimbus Sans"/>
              </a:defRPr>
            </a:lvl4pPr>
            <a:lvl5pPr algn="ctr">
              <a:defRPr sz="1800" b="1">
                <a:solidFill>
                  <a:srgbClr val="153D33"/>
                </a:solidFill>
                <a:latin typeface="Nimbus Sans"/>
                <a:ea typeface="Nimbus Sans"/>
                <a:cs typeface="Nimbus Sans"/>
              </a:defRPr>
            </a:lvl5pPr>
            <a:lvl6pPr algn="ctr">
              <a:defRPr sz="1800" b="1">
                <a:solidFill>
                  <a:srgbClr val="153D33"/>
                </a:solidFill>
                <a:latin typeface="Nimbus Sans"/>
                <a:ea typeface="Nimbus Sans"/>
                <a:cs typeface="Nimbus Sans"/>
              </a:defRPr>
            </a:lvl6pPr>
            <a:lvl7pPr algn="ctr">
              <a:defRPr sz="1800" b="1">
                <a:solidFill>
                  <a:srgbClr val="153D33"/>
                </a:solidFill>
                <a:latin typeface="Nimbus Sans"/>
                <a:ea typeface="Nimbus Sans"/>
                <a:cs typeface="Nimbus Sans"/>
              </a:defRPr>
            </a:lvl7pPr>
            <a:lvl8pPr algn="ctr">
              <a:defRPr sz="1800" b="1">
                <a:solidFill>
                  <a:srgbClr val="153D33"/>
                </a:solidFill>
                <a:latin typeface="Nimbus Sans"/>
                <a:ea typeface="Nimbus Sans"/>
                <a:cs typeface="Nimbus Sans"/>
              </a:defRPr>
            </a:lvl8pPr>
            <a:lvl9pPr algn="ctr">
              <a:defRPr sz="1800" b="1">
                <a:solidFill>
                  <a:srgbClr val="153D33"/>
                </a:solidFill>
                <a:latin typeface="Nimbus Sans"/>
                <a:ea typeface="Nimbus Sans"/>
                <a:cs typeface="Nimbus Sans"/>
              </a:defRPr>
            </a:lvl9pPr>
          </a:lstStyle>
          <a:p xmlns:a="http://schemas.openxmlformats.org/drawingml/2006/main">
            <a:pPr algn="ctr">
              <a:defRPr sz="1800" b="1">
                <a:solidFill>
                  <a:srgbClr val="153D33"/>
                </a:solidFill>
                <a:latin typeface="Nimbus Sans"/>
                <a:ea typeface="Nimbus Sans"/>
                <a:cs typeface="Nimbus Sans"/>
              </a:defRPr>
            </a:pPr>
            <a:r>
              <a:rPr sz="1800" b="1">
                <a:solidFill>
                  <a:srgbClr val="153D33"/>
                </a:solidFill>
                <a:latin typeface="Nimbus Sans"/>
                <a:ea typeface="Nimbus Sans"/>
                <a:cs typeface="Nimbus Sans"/>
              </a:rPr>
              <a:t>Relay COM / NO</a:t>
            </a:r>
          </a:p>
        </p:txBody>
      </p:sp>
      <p:cxnSp>
        <p:nvCxnSpPr>
          <p:cNvPr id="37" name="">
            <a:extLst xmlns:a="http://schemas.openxmlformats.org/drawingml/2006/main">
              <a:ext uri="{FF2B5EF4-FFF2-40B4-BE49-F238E27FC236}">
                <a16:creationId xmlns:a16="http://schemas.microsoft.com/office/drawing/2014/main" id="{29930199-1B91-499A-B4B8-8D5C92FB5D3D}"/>
              </a:ext>
            </a:extLst>
          </p:cNvPr>
          <p:cNvCxnSpPr/>
          <p:nvPr/>
        </p:nvCxnSpPr>
        <p:spPr>
          <a:xfrm xmlns:a="http://schemas.openxmlformats.org/drawingml/2006/main">
            <a:off x="9553575" y="4095750"/>
            <a:ext cx="0" cy="36195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sp>
        <p:nvSpPr>
          <p:cNvPr id="38" name="Electric lock   + / −">
            <a:extLst xmlns:a="http://schemas.openxmlformats.org/drawingml/2006/main">
              <a:ext uri="{FF2B5EF4-FFF2-40B4-BE49-F238E27FC236}">
                <a16:creationId xmlns:a16="http://schemas.microsoft.com/office/drawing/2014/main" id="{B27486DB-F169-4ACA-86F8-49FB60100B51}"/>
              </a:ext>
            </a:extLst>
          </p:cNvPr>
          <p:cNvSpPr>
            <a:spLocks xmlns:a="http://schemas.openxmlformats.org/drawingml/2006/main" noGrp="1"/>
          </p:cNvSpPr>
          <p:nvPr/>
        </p:nvSpPr>
        <p:spPr>
          <a:xfrm xmlns:a="http://schemas.openxmlformats.org/drawingml/2006/main">
            <a:off x="8391525" y="4457700"/>
            <a:ext cx="2333625" cy="62865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800" b="1">
                <a:solidFill>
                  <a:srgbClr val="153D33"/>
                </a:solidFill>
                <a:latin typeface="Nimbus Sans"/>
                <a:ea typeface="Nimbus Sans"/>
                <a:cs typeface="Nimbus Sans"/>
              </a:defRPr>
            </a:defPPr>
            <a:lvl1pPr algn="ctr">
              <a:defRPr sz="1800" b="1">
                <a:solidFill>
                  <a:srgbClr val="153D33"/>
                </a:solidFill>
                <a:latin typeface="Nimbus Sans"/>
                <a:ea typeface="Nimbus Sans"/>
                <a:cs typeface="Nimbus Sans"/>
              </a:defRPr>
            </a:lvl1pPr>
            <a:lvl2pPr algn="ctr">
              <a:defRPr sz="1800" b="1">
                <a:solidFill>
                  <a:srgbClr val="153D33"/>
                </a:solidFill>
                <a:latin typeface="Nimbus Sans"/>
                <a:ea typeface="Nimbus Sans"/>
                <a:cs typeface="Nimbus Sans"/>
              </a:defRPr>
            </a:lvl2pPr>
            <a:lvl3pPr algn="ctr">
              <a:defRPr sz="1800" b="1">
                <a:solidFill>
                  <a:srgbClr val="153D33"/>
                </a:solidFill>
                <a:latin typeface="Nimbus Sans"/>
                <a:ea typeface="Nimbus Sans"/>
                <a:cs typeface="Nimbus Sans"/>
              </a:defRPr>
            </a:lvl3pPr>
            <a:lvl4pPr algn="ctr">
              <a:defRPr sz="1800" b="1">
                <a:solidFill>
                  <a:srgbClr val="153D33"/>
                </a:solidFill>
                <a:latin typeface="Nimbus Sans"/>
                <a:ea typeface="Nimbus Sans"/>
                <a:cs typeface="Nimbus Sans"/>
              </a:defRPr>
            </a:lvl4pPr>
            <a:lvl5pPr algn="ctr">
              <a:defRPr sz="1800" b="1">
                <a:solidFill>
                  <a:srgbClr val="153D33"/>
                </a:solidFill>
                <a:latin typeface="Nimbus Sans"/>
                <a:ea typeface="Nimbus Sans"/>
                <a:cs typeface="Nimbus Sans"/>
              </a:defRPr>
            </a:lvl5pPr>
            <a:lvl6pPr algn="ctr">
              <a:defRPr sz="1800" b="1">
                <a:solidFill>
                  <a:srgbClr val="153D33"/>
                </a:solidFill>
                <a:latin typeface="Nimbus Sans"/>
                <a:ea typeface="Nimbus Sans"/>
                <a:cs typeface="Nimbus Sans"/>
              </a:defRPr>
            </a:lvl6pPr>
            <a:lvl7pPr algn="ctr">
              <a:defRPr sz="1800" b="1">
                <a:solidFill>
                  <a:srgbClr val="153D33"/>
                </a:solidFill>
                <a:latin typeface="Nimbus Sans"/>
                <a:ea typeface="Nimbus Sans"/>
                <a:cs typeface="Nimbus Sans"/>
              </a:defRPr>
            </a:lvl7pPr>
            <a:lvl8pPr algn="ctr">
              <a:defRPr sz="1800" b="1">
                <a:solidFill>
                  <a:srgbClr val="153D33"/>
                </a:solidFill>
                <a:latin typeface="Nimbus Sans"/>
                <a:ea typeface="Nimbus Sans"/>
                <a:cs typeface="Nimbus Sans"/>
              </a:defRPr>
            </a:lvl8pPr>
            <a:lvl9pPr algn="ctr">
              <a:defRPr sz="1800" b="1">
                <a:solidFill>
                  <a:srgbClr val="153D33"/>
                </a:solidFill>
                <a:latin typeface="Nimbus Sans"/>
                <a:ea typeface="Nimbus Sans"/>
                <a:cs typeface="Nimbus Sans"/>
              </a:defRPr>
            </a:lvl9pPr>
          </a:lstStyle>
          <a:p xmlns:a="http://schemas.openxmlformats.org/drawingml/2006/main">
            <a:pPr algn="ctr">
              <a:defRPr sz="1800" b="1">
                <a:solidFill>
                  <a:srgbClr val="153D33"/>
                </a:solidFill>
                <a:latin typeface="Nimbus Sans"/>
                <a:ea typeface="Nimbus Sans"/>
                <a:cs typeface="Nimbus Sans"/>
              </a:defRPr>
            </a:pPr>
            <a:r>
              <a:rPr sz="1800" b="1">
                <a:solidFill>
                  <a:srgbClr val="153D33"/>
                </a:solidFill>
                <a:latin typeface="Nimbus Sans"/>
                <a:ea typeface="Nimbus Sans"/>
                <a:cs typeface="Nimbus Sans"/>
              </a:rPr>
              <a:t>Electric lock   + / −</a:t>
            </a:r>
          </a:p>
        </p:txBody>
      </p:sp>
      <p:cxnSp>
        <p:nvCxnSpPr>
          <p:cNvPr id="39" name="">
            <a:extLst xmlns:a="http://schemas.openxmlformats.org/drawingml/2006/main">
              <a:ext uri="{FF2B5EF4-FFF2-40B4-BE49-F238E27FC236}">
                <a16:creationId xmlns:a16="http://schemas.microsoft.com/office/drawing/2014/main" id="{AC1BEDD6-573B-482D-B39A-958BCCCF9208}"/>
              </a:ext>
            </a:extLst>
          </p:cNvPr>
          <p:cNvCxnSpPr/>
          <p:nvPr/>
        </p:nvCxnSpPr>
        <p:spPr>
          <a:xfrm xmlns:a="http://schemas.openxmlformats.org/drawingml/2006/main">
            <a:off x="11106150" y="2933700"/>
            <a:ext cx="0" cy="2590800"/>
          </a:xfrm>
          <a:prstGeom xmlns:a="http://schemas.openxmlformats.org/drawingml/2006/main" prst="straightConnector1">
            <a:avLst/>
          </a:prstGeom>
          <a:ln xmlns:a="http://schemas.openxmlformats.org/drawingml/2006/main" w="19050">
            <a:solidFill>
              <a:srgbClr val="5E7168"/>
            </a:solidFill>
            <a:prstDash val="solid"/>
          </a:ln>
        </p:spPr>
      </p:cxnSp>
      <p:cxnSp>
        <p:nvCxnSpPr>
          <p:cNvPr id="40" name="">
            <a:extLst xmlns:a="http://schemas.openxmlformats.org/drawingml/2006/main">
              <a:ext uri="{FF2B5EF4-FFF2-40B4-BE49-F238E27FC236}">
                <a16:creationId xmlns:a16="http://schemas.microsoft.com/office/drawing/2014/main" id="{606041DB-FA19-4769-9176-9C504562A59E}"/>
              </a:ext>
            </a:extLst>
          </p:cNvPr>
          <p:cNvCxnSpPr/>
          <p:nvPr/>
        </p:nvCxnSpPr>
        <p:spPr>
          <a:xfrm xmlns:a="http://schemas.openxmlformats.org/drawingml/2006/main">
            <a:off x="9553575" y="5086350"/>
            <a:ext cx="0" cy="438150"/>
          </a:xfrm>
          <a:prstGeom xmlns:a="http://schemas.openxmlformats.org/drawingml/2006/main" prst="straightConnector1">
            <a:avLst/>
          </a:prstGeom>
          <a:ln xmlns:a="http://schemas.openxmlformats.org/drawingml/2006/main" w="19050">
            <a:solidFill>
              <a:srgbClr val="5E7168"/>
            </a:solidFill>
            <a:prstDash val="solid"/>
          </a:ln>
        </p:spPr>
      </p:cxnSp>
      <p:cxnSp>
        <p:nvCxnSpPr>
          <p:cNvPr id="41" name="">
            <a:extLst xmlns:a="http://schemas.openxmlformats.org/drawingml/2006/main">
              <a:ext uri="{FF2B5EF4-FFF2-40B4-BE49-F238E27FC236}">
                <a16:creationId xmlns:a16="http://schemas.microsoft.com/office/drawing/2014/main" id="{B32E8D90-D842-49EE-80FA-7205A681965E}"/>
              </a:ext>
            </a:extLst>
          </p:cNvPr>
          <p:cNvCxnSpPr/>
          <p:nvPr/>
        </p:nvCxnSpPr>
        <p:spPr>
          <a:xfrm xmlns:a="http://schemas.openxmlformats.org/drawingml/2006/main">
            <a:off x="9553575" y="5524500"/>
            <a:ext cx="1552575" cy="0"/>
          </a:xfrm>
          <a:prstGeom xmlns:a="http://schemas.openxmlformats.org/drawingml/2006/main" prst="straightConnector1">
            <a:avLst/>
          </a:prstGeom>
          <a:ln xmlns:a="http://schemas.openxmlformats.org/drawingml/2006/main" w="19050">
            <a:solidFill>
              <a:srgbClr val="5E7168"/>
            </a:solidFill>
            <a:prstDash val="solid"/>
          </a:ln>
        </p:spPr>
      </p:cxnSp>
      <p:sp>
        <p:nvSpPr>
          <p:cNvPr id="42" name="HIGH pulse: 0.5 s&#10;Shared Pi / E / relay-logic">
            <a:extLst xmlns:a="http://schemas.openxmlformats.org/drawingml/2006/main">
              <a:ext uri="{FF2B5EF4-FFF2-40B4-BE49-F238E27FC236}">
                <a16:creationId xmlns:a16="http://schemas.microsoft.com/office/drawing/2014/main" id="{839E60B2-F925-4A7D-80D8-0E848692D69D}"/>
              </a:ext>
            </a:extLst>
          </p:cNvPr>
          <p:cNvSpPr>
            <a:spLocks xmlns:a="http://schemas.openxmlformats.org/drawingml/2006/main" noGrp="1"/>
          </p:cNvSpPr>
          <p:nvPr/>
        </p:nvSpPr>
        <p:spPr>
          <a:xfrm xmlns:a="http://schemas.openxmlformats.org/drawingml/2006/main">
            <a:off x="609600" y="5638800"/>
            <a:ext cx="7181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24745B"/>
                </a:solidFill>
                <a:latin typeface="Nimbus Sans"/>
                <a:ea typeface="Nimbus Sans"/>
                <a:cs typeface="Nimbus Sans"/>
              </a:defRPr>
            </a:defPPr>
            <a:lvl1pPr algn="l">
              <a:defRPr sz="1800" b="1">
                <a:solidFill>
                  <a:srgbClr val="24745B"/>
                </a:solidFill>
                <a:latin typeface="Nimbus Sans"/>
                <a:ea typeface="Nimbus Sans"/>
                <a:cs typeface="Nimbus Sans"/>
              </a:defRPr>
            </a:lvl1pPr>
            <a:lvl2pPr algn="l">
              <a:defRPr sz="1800" b="1">
                <a:solidFill>
                  <a:srgbClr val="24745B"/>
                </a:solidFill>
                <a:latin typeface="Nimbus Sans"/>
                <a:ea typeface="Nimbus Sans"/>
                <a:cs typeface="Nimbus Sans"/>
              </a:defRPr>
            </a:lvl2pPr>
            <a:lvl3pPr algn="l">
              <a:defRPr sz="1800" b="1">
                <a:solidFill>
                  <a:srgbClr val="24745B"/>
                </a:solidFill>
                <a:latin typeface="Nimbus Sans"/>
                <a:ea typeface="Nimbus Sans"/>
                <a:cs typeface="Nimbus Sans"/>
              </a:defRPr>
            </a:lvl3pPr>
            <a:lvl4pPr algn="l">
              <a:defRPr sz="1800" b="1">
                <a:solidFill>
                  <a:srgbClr val="24745B"/>
                </a:solidFill>
                <a:latin typeface="Nimbus Sans"/>
                <a:ea typeface="Nimbus Sans"/>
                <a:cs typeface="Nimbus Sans"/>
              </a:defRPr>
            </a:lvl4pPr>
            <a:lvl5pPr algn="l">
              <a:defRPr sz="1800" b="1">
                <a:solidFill>
                  <a:srgbClr val="24745B"/>
                </a:solidFill>
                <a:latin typeface="Nimbus Sans"/>
                <a:ea typeface="Nimbus Sans"/>
                <a:cs typeface="Nimbus Sans"/>
              </a:defRPr>
            </a:lvl5pPr>
            <a:lvl6pPr algn="l">
              <a:defRPr sz="1800" b="1">
                <a:solidFill>
                  <a:srgbClr val="24745B"/>
                </a:solidFill>
                <a:latin typeface="Nimbus Sans"/>
                <a:ea typeface="Nimbus Sans"/>
                <a:cs typeface="Nimbus Sans"/>
              </a:defRPr>
            </a:lvl6pPr>
            <a:lvl7pPr algn="l">
              <a:defRPr sz="1800" b="1">
                <a:solidFill>
                  <a:srgbClr val="24745B"/>
                </a:solidFill>
                <a:latin typeface="Nimbus Sans"/>
                <a:ea typeface="Nimbus Sans"/>
                <a:cs typeface="Nimbus Sans"/>
              </a:defRPr>
            </a:lvl7pPr>
            <a:lvl8pPr algn="l">
              <a:defRPr sz="1800" b="1">
                <a:solidFill>
                  <a:srgbClr val="24745B"/>
                </a:solidFill>
                <a:latin typeface="Nimbus Sans"/>
                <a:ea typeface="Nimbus Sans"/>
                <a:cs typeface="Nimbus Sans"/>
              </a:defRPr>
            </a:lvl8pPr>
            <a:lvl9pPr algn="l">
              <a:defRPr sz="1800" b="1">
                <a:solidFill>
                  <a:srgbClr val="24745B"/>
                </a:solidFill>
                <a:latin typeface="Nimbus Sans"/>
                <a:ea typeface="Nimbus Sans"/>
                <a:cs typeface="Nimbus Sans"/>
              </a:defRPr>
            </a:lvl9pPr>
          </a:lstStyle>
          <a:p xmlns:a="http://schemas.openxmlformats.org/drawingml/2006/main">
            <a:pPr algn="l">
              <a:defRPr sz="1800" b="1">
                <a:solidFill>
                  <a:srgbClr val="24745B"/>
                </a:solidFill>
                <a:latin typeface="Nimbus Sans"/>
                <a:ea typeface="Nimbus Sans"/>
                <a:cs typeface="Nimbus Sans"/>
              </a:defRPr>
            </a:pPr>
            <a:r>
              <a:rPr sz="1800" b="1">
                <a:solidFill>
                  <a:srgbClr val="24745B"/>
                </a:solidFill>
                <a:latin typeface="Nimbus Sans"/>
                <a:ea typeface="Nimbus Sans"/>
                <a:cs typeface="Nimbus Sans"/>
              </a:rPr>
              <a:t>HIGH pulse: 0.5 s</a:t>
            </a:r>
          </a:p>
          <a:p xmlns:a="http://schemas.openxmlformats.org/drawingml/2006/main">
            <a:pPr algn="l">
              <a:defRPr sz="1800" b="1">
                <a:solidFill>
                  <a:srgbClr val="24745B"/>
                </a:solidFill>
                <a:latin typeface="Nimbus Sans"/>
                <a:ea typeface="Nimbus Sans"/>
                <a:cs typeface="Nimbus Sans"/>
              </a:defRPr>
            </a:pPr>
            <a:r>
              <a:rPr sz="1800" b="1">
                <a:solidFill>
                  <a:srgbClr val="24745B"/>
                </a:solidFill>
                <a:latin typeface="Nimbus Sans"/>
                <a:ea typeface="Nimbus Sans"/>
                <a:cs typeface="Nimbus Sans"/>
              </a:rPr>
              <a:t>Shared Pi / E / relay-logic ground</a:t>
            </a:r>
          </a:p>
        </p:txBody>
      </p:sp>
      <p:sp>
        <p:nvSpPr>
          <p:cNvPr id="43" name="Repeat this load path ×4">
            <a:extLst xmlns:a="http://schemas.openxmlformats.org/drawingml/2006/main">
              <a:ext uri="{FF2B5EF4-FFF2-40B4-BE49-F238E27FC236}">
                <a16:creationId xmlns:a16="http://schemas.microsoft.com/office/drawing/2014/main" id="{E5F51D10-42D0-4EA6-9597-03FD0D1D606E}"/>
              </a:ext>
            </a:extLst>
          </p:cNvPr>
          <p:cNvSpPr>
            <a:spLocks xmlns:a="http://schemas.openxmlformats.org/drawingml/2006/main" noGrp="1"/>
          </p:cNvSpPr>
          <p:nvPr/>
        </p:nvSpPr>
        <p:spPr>
          <a:xfrm xmlns:a="http://schemas.openxmlformats.org/drawingml/2006/main">
            <a:off x="8391525" y="5743575"/>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1">
                <a:solidFill>
                  <a:srgbClr val="24745B"/>
                </a:solidFill>
                <a:latin typeface="Nimbus Sans"/>
                <a:ea typeface="Nimbus Sans"/>
                <a:cs typeface="Nimbus Sans"/>
              </a:defRPr>
            </a:defPPr>
            <a:lvl1pPr algn="l">
              <a:defRPr sz="1725" b="1">
                <a:solidFill>
                  <a:srgbClr val="24745B"/>
                </a:solidFill>
                <a:latin typeface="Nimbus Sans"/>
                <a:ea typeface="Nimbus Sans"/>
                <a:cs typeface="Nimbus Sans"/>
              </a:defRPr>
            </a:lvl1pPr>
            <a:lvl2pPr algn="l">
              <a:defRPr sz="1725" b="1">
                <a:solidFill>
                  <a:srgbClr val="24745B"/>
                </a:solidFill>
                <a:latin typeface="Nimbus Sans"/>
                <a:ea typeface="Nimbus Sans"/>
                <a:cs typeface="Nimbus Sans"/>
              </a:defRPr>
            </a:lvl2pPr>
            <a:lvl3pPr algn="l">
              <a:defRPr sz="1725" b="1">
                <a:solidFill>
                  <a:srgbClr val="24745B"/>
                </a:solidFill>
                <a:latin typeface="Nimbus Sans"/>
                <a:ea typeface="Nimbus Sans"/>
                <a:cs typeface="Nimbus Sans"/>
              </a:defRPr>
            </a:lvl3pPr>
            <a:lvl4pPr algn="l">
              <a:defRPr sz="1725" b="1">
                <a:solidFill>
                  <a:srgbClr val="24745B"/>
                </a:solidFill>
                <a:latin typeface="Nimbus Sans"/>
                <a:ea typeface="Nimbus Sans"/>
                <a:cs typeface="Nimbus Sans"/>
              </a:defRPr>
            </a:lvl4pPr>
            <a:lvl5pPr algn="l">
              <a:defRPr sz="1725" b="1">
                <a:solidFill>
                  <a:srgbClr val="24745B"/>
                </a:solidFill>
                <a:latin typeface="Nimbus Sans"/>
                <a:ea typeface="Nimbus Sans"/>
                <a:cs typeface="Nimbus Sans"/>
              </a:defRPr>
            </a:lvl5pPr>
            <a:lvl6pPr algn="l">
              <a:defRPr sz="1725" b="1">
                <a:solidFill>
                  <a:srgbClr val="24745B"/>
                </a:solidFill>
                <a:latin typeface="Nimbus Sans"/>
                <a:ea typeface="Nimbus Sans"/>
                <a:cs typeface="Nimbus Sans"/>
              </a:defRPr>
            </a:lvl6pPr>
            <a:lvl7pPr algn="l">
              <a:defRPr sz="1725" b="1">
                <a:solidFill>
                  <a:srgbClr val="24745B"/>
                </a:solidFill>
                <a:latin typeface="Nimbus Sans"/>
                <a:ea typeface="Nimbus Sans"/>
                <a:cs typeface="Nimbus Sans"/>
              </a:defRPr>
            </a:lvl7pPr>
            <a:lvl8pPr algn="l">
              <a:defRPr sz="1725" b="1">
                <a:solidFill>
                  <a:srgbClr val="24745B"/>
                </a:solidFill>
                <a:latin typeface="Nimbus Sans"/>
                <a:ea typeface="Nimbus Sans"/>
                <a:cs typeface="Nimbus Sans"/>
              </a:defRPr>
            </a:lvl8pPr>
            <a:lvl9pPr algn="l">
              <a:defRPr sz="1725" b="1">
                <a:solidFill>
                  <a:srgbClr val="24745B"/>
                </a:solidFill>
                <a:latin typeface="Nimbus Sans"/>
                <a:ea typeface="Nimbus Sans"/>
                <a:cs typeface="Nimbus Sans"/>
              </a:defRPr>
            </a:lvl9pPr>
          </a:lstStyle>
          <a:p xmlns:a="http://schemas.openxmlformats.org/drawingml/2006/main">
            <a:pPr algn="l">
              <a:defRPr sz="1725" b="1">
                <a:solidFill>
                  <a:srgbClr val="24745B"/>
                </a:solidFill>
                <a:latin typeface="Nimbus Sans"/>
                <a:ea typeface="Nimbus Sans"/>
                <a:cs typeface="Nimbus Sans"/>
              </a:defRPr>
            </a:pPr>
            <a:r>
              <a:rPr sz="1725" b="1">
                <a:solidFill>
                  <a:srgbClr val="24745B"/>
                </a:solidFill>
                <a:latin typeface="Nimbus Sans"/>
                <a:ea typeface="Nimbus Sans"/>
                <a:cs typeface="Nimbus Sans"/>
              </a:rPr>
              <a:t>Repeat this load path ×4</a:t>
            </a:r>
          </a:p>
        </p:txBody>
      </p:sp>
      <p:sp>
        <p:nvSpPr>
          <p:cNvPr id="44" name="BCM mapping:  01 / 17    02 / 26    03 / 13  ">
            <a:extLst xmlns:a="http://schemas.openxmlformats.org/drawingml/2006/main">
              <a:ext uri="{FF2B5EF4-FFF2-40B4-BE49-F238E27FC236}">
                <a16:creationId xmlns:a16="http://schemas.microsoft.com/office/drawing/2014/main" id="{F7FBECA7-C58E-4E70-AF43-8C22F374E57B}"/>
              </a:ext>
            </a:extLst>
          </p:cNvPr>
          <p:cNvSpPr>
            <a:spLocks xmlns:a="http://schemas.openxmlformats.org/drawingml/2006/main" noGrp="1"/>
          </p:cNvSpPr>
          <p:nvPr/>
        </p:nvSpPr>
        <p:spPr>
          <a:xfrm xmlns:a="http://schemas.openxmlformats.org/drawingml/2006/main">
            <a:off x="609600" y="6353175"/>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5E7168"/>
                </a:solidFill>
                <a:latin typeface="Nimbus Sans"/>
                <a:ea typeface="Nimbus Sans"/>
                <a:cs typeface="Nimbus Sans"/>
              </a:defRPr>
            </a:defPPr>
            <a:lvl1pPr algn="l">
              <a:defRPr sz="1500" b="0">
                <a:solidFill>
                  <a:srgbClr val="5E7168"/>
                </a:solidFill>
                <a:latin typeface="Nimbus Sans"/>
                <a:ea typeface="Nimbus Sans"/>
                <a:cs typeface="Nimbus Sans"/>
              </a:defRPr>
            </a:lvl1pPr>
            <a:lvl2pPr algn="l">
              <a:defRPr sz="1500" b="0">
                <a:solidFill>
                  <a:srgbClr val="5E7168"/>
                </a:solidFill>
                <a:latin typeface="Nimbus Sans"/>
                <a:ea typeface="Nimbus Sans"/>
                <a:cs typeface="Nimbus Sans"/>
              </a:defRPr>
            </a:lvl2pPr>
            <a:lvl3pPr algn="l">
              <a:defRPr sz="1500" b="0">
                <a:solidFill>
                  <a:srgbClr val="5E7168"/>
                </a:solidFill>
                <a:latin typeface="Nimbus Sans"/>
                <a:ea typeface="Nimbus Sans"/>
                <a:cs typeface="Nimbus Sans"/>
              </a:defRPr>
            </a:lvl3pPr>
            <a:lvl4pPr algn="l">
              <a:defRPr sz="1500" b="0">
                <a:solidFill>
                  <a:srgbClr val="5E7168"/>
                </a:solidFill>
                <a:latin typeface="Nimbus Sans"/>
                <a:ea typeface="Nimbus Sans"/>
                <a:cs typeface="Nimbus Sans"/>
              </a:defRPr>
            </a:lvl4pPr>
            <a:lvl5pPr algn="l">
              <a:defRPr sz="1500" b="0">
                <a:solidFill>
                  <a:srgbClr val="5E7168"/>
                </a:solidFill>
                <a:latin typeface="Nimbus Sans"/>
                <a:ea typeface="Nimbus Sans"/>
                <a:cs typeface="Nimbus Sans"/>
              </a:defRPr>
            </a:lvl5pPr>
            <a:lvl6pPr algn="l">
              <a:defRPr sz="1500" b="0">
                <a:solidFill>
                  <a:srgbClr val="5E7168"/>
                </a:solidFill>
                <a:latin typeface="Nimbus Sans"/>
                <a:ea typeface="Nimbus Sans"/>
                <a:cs typeface="Nimbus Sans"/>
              </a:defRPr>
            </a:lvl6pPr>
            <a:lvl7pPr algn="l">
              <a:defRPr sz="1500" b="0">
                <a:solidFill>
                  <a:srgbClr val="5E7168"/>
                </a:solidFill>
                <a:latin typeface="Nimbus Sans"/>
                <a:ea typeface="Nimbus Sans"/>
                <a:cs typeface="Nimbus Sans"/>
              </a:defRPr>
            </a:lvl7pPr>
            <a:lvl8pPr algn="l">
              <a:defRPr sz="1500" b="0">
                <a:solidFill>
                  <a:srgbClr val="5E7168"/>
                </a:solidFill>
                <a:latin typeface="Nimbus Sans"/>
                <a:ea typeface="Nimbus Sans"/>
                <a:cs typeface="Nimbus Sans"/>
              </a:defRPr>
            </a:lvl8pPr>
            <a:lvl9pPr algn="l">
              <a:defRPr sz="1500" b="0">
                <a:solidFill>
                  <a:srgbClr val="5E7168"/>
                </a:solidFill>
                <a:latin typeface="Nimbus Sans"/>
                <a:ea typeface="Nimbus Sans"/>
                <a:cs typeface="Nimbus Sans"/>
              </a:defRPr>
            </a:lvl9pPr>
          </a:lstStyle>
          <a:p xmlns:a="http://schemas.openxmlformats.org/drawingml/2006/main">
            <a:pPr algn="l">
              <a:defRPr sz="1500" b="0">
                <a:solidFill>
                  <a:srgbClr val="5E7168"/>
                </a:solidFill>
                <a:latin typeface="Nimbus Sans"/>
                <a:ea typeface="Nimbus Sans"/>
                <a:cs typeface="Nimbus Sans"/>
              </a:defRPr>
            </a:pPr>
            <a:r>
              <a:rPr sz="1500" b="0">
                <a:solidFill>
                  <a:srgbClr val="5E7168"/>
                </a:solidFill>
                <a:latin typeface="Nimbus Sans"/>
                <a:ea typeface="Nimbus Sans"/>
                <a:cs typeface="Nimbus Sans"/>
              </a:rPr>
              <a:t>BCM mapping:  01 / 17    02 / 26    03 / 13    04 / 5</a:t>
            </a:r>
          </a:p>
        </p:txBody>
      </p:sp>
    </p:spTree>
    <p:extLst>
      <p:ext uri="{BB962C8B-B14F-4D97-AF65-F5344CB8AC3E}">
        <p14:creationId xmlns:p14="http://schemas.microsoft.com/office/powerpoint/2010/main" val="784473421"/>
      </p:ext>
    </p:extLst>
  </p:cSld>
</p:sld>
</file>

<file path=ppt/slides/slide5.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7" name="3. Research design: iterations and protocols">
            <a:extLst xmlns:a="http://schemas.openxmlformats.org/drawingml/2006/main">
              <a:ext uri="{FF2B5EF4-FFF2-40B4-BE49-F238E27FC236}">
                <a16:creationId xmlns:a16="http://schemas.microsoft.com/office/drawing/2014/main" id="{D97D30A2-B39B-4D5C-80EA-3079BDA32231}"/>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3. Research design: iterations and protocols</a:t>
            </a:r>
          </a:p>
        </p:txBody>
      </p:sp>
      <p:sp>
        <p:nvSpPr>
          <p:cNvPr id="2" name="The prototype grew from a reliable photo reco">
            <a:extLst xmlns:a="http://schemas.openxmlformats.org/drawingml/2006/main">
              <a:ext uri="{FF2B5EF4-FFF2-40B4-BE49-F238E27FC236}">
                <a16:creationId xmlns:a16="http://schemas.microsoft.com/office/drawing/2014/main" id="{F5DE18AE-D6CC-4740-B3DE-E20407CFBB42}"/>
              </a:ext>
            </a:extLst>
          </p:cNvPr>
          <p:cNvSpPr>
            <a:spLocks xmlns:a="http://schemas.openxmlformats.org/drawingml/2006/main" noGrp="1"/>
          </p:cNvSpPr>
          <p:nvPr/>
        </p:nvSpPr>
        <p:spPr>
          <a:xfrm xmlns:a="http://schemas.openxmlformats.org/drawingml/2006/main">
            <a:off x="609600" y="120015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The prototype grew from a reliable photo record into a recoverable four-compartment workflow</a:t>
            </a:r>
          </a:p>
        </p:txBody>
      </p:sp>
      <p:sp>
        <p:nvSpPr>
          <p:cNvPr id="3" name="05">
            <a:extLst xmlns:a="http://schemas.openxmlformats.org/drawingml/2006/main">
              <a:ext uri="{FF2B5EF4-FFF2-40B4-BE49-F238E27FC236}">
                <a16:creationId xmlns:a16="http://schemas.microsoft.com/office/drawing/2014/main" id="{F4709119-485E-494B-9065-B5D2A507978D}"/>
              </a:ext>
            </a:extLst>
          </p:cNvPr>
          <p:cNvSpPr>
            <a:spLocks xmlns:a="http://schemas.openxmlformats.org/drawingml/2006/main" noGrp="1"/>
          </p:cNvSpPr>
          <p:nvPr/>
        </p:nvSpPr>
        <p:spPr>
          <a:xfrm xmlns:a="http://schemas.openxmlformats.org/drawingml/2006/main">
            <a:off x="11239500" y="64198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05</a:t>
            </a:r>
          </a:p>
        </p:txBody>
      </p:sp>
      <p:sp>
        <p:nvSpPr>
          <p:cNvPr id="4" name="1. Photo records">
            <a:extLst xmlns:a="http://schemas.openxmlformats.org/drawingml/2006/main">
              <a:ext uri="{FF2B5EF4-FFF2-40B4-BE49-F238E27FC236}">
                <a16:creationId xmlns:a16="http://schemas.microsoft.com/office/drawing/2014/main" id="{99955339-5054-48B5-ADFD-7E134D591C90}"/>
              </a:ext>
            </a:extLst>
          </p:cNvPr>
          <p:cNvSpPr>
            <a:spLocks xmlns:a="http://schemas.openxmlformats.org/drawingml/2006/main" noGrp="1"/>
          </p:cNvSpPr>
          <p:nvPr/>
        </p:nvSpPr>
        <p:spPr>
          <a:xfrm xmlns:a="http://schemas.openxmlformats.org/drawingml/2006/main">
            <a:off x="609600" y="1895475"/>
            <a:ext cx="2524125" cy="600075"/>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875" b="1">
                <a:solidFill>
                  <a:srgbClr val="153D33"/>
                </a:solidFill>
                <a:latin typeface="Nimbus Sans"/>
                <a:ea typeface="Nimbus Sans"/>
                <a:cs typeface="Nimbus Sans"/>
              </a:defRPr>
            </a:defPPr>
            <a:lvl1pPr algn="ctr">
              <a:defRPr sz="1875" b="1">
                <a:solidFill>
                  <a:srgbClr val="153D33"/>
                </a:solidFill>
                <a:latin typeface="Nimbus Sans"/>
                <a:ea typeface="Nimbus Sans"/>
                <a:cs typeface="Nimbus Sans"/>
              </a:defRPr>
            </a:lvl1pPr>
            <a:lvl2pPr algn="ctr">
              <a:defRPr sz="1875" b="1">
                <a:solidFill>
                  <a:srgbClr val="153D33"/>
                </a:solidFill>
                <a:latin typeface="Nimbus Sans"/>
                <a:ea typeface="Nimbus Sans"/>
                <a:cs typeface="Nimbus Sans"/>
              </a:defRPr>
            </a:lvl2pPr>
            <a:lvl3pPr algn="ctr">
              <a:defRPr sz="1875" b="1">
                <a:solidFill>
                  <a:srgbClr val="153D33"/>
                </a:solidFill>
                <a:latin typeface="Nimbus Sans"/>
                <a:ea typeface="Nimbus Sans"/>
                <a:cs typeface="Nimbus Sans"/>
              </a:defRPr>
            </a:lvl3pPr>
            <a:lvl4pPr algn="ctr">
              <a:defRPr sz="1875" b="1">
                <a:solidFill>
                  <a:srgbClr val="153D33"/>
                </a:solidFill>
                <a:latin typeface="Nimbus Sans"/>
                <a:ea typeface="Nimbus Sans"/>
                <a:cs typeface="Nimbus Sans"/>
              </a:defRPr>
            </a:lvl4pPr>
            <a:lvl5pPr algn="ctr">
              <a:defRPr sz="1875" b="1">
                <a:solidFill>
                  <a:srgbClr val="153D33"/>
                </a:solidFill>
                <a:latin typeface="Nimbus Sans"/>
                <a:ea typeface="Nimbus Sans"/>
                <a:cs typeface="Nimbus Sans"/>
              </a:defRPr>
            </a:lvl5pPr>
            <a:lvl6pPr algn="ctr">
              <a:defRPr sz="1875" b="1">
                <a:solidFill>
                  <a:srgbClr val="153D33"/>
                </a:solidFill>
                <a:latin typeface="Nimbus Sans"/>
                <a:ea typeface="Nimbus Sans"/>
                <a:cs typeface="Nimbus Sans"/>
              </a:defRPr>
            </a:lvl6pPr>
            <a:lvl7pPr algn="ctr">
              <a:defRPr sz="1875" b="1">
                <a:solidFill>
                  <a:srgbClr val="153D33"/>
                </a:solidFill>
                <a:latin typeface="Nimbus Sans"/>
                <a:ea typeface="Nimbus Sans"/>
                <a:cs typeface="Nimbus Sans"/>
              </a:defRPr>
            </a:lvl7pPr>
            <a:lvl8pPr algn="ctr">
              <a:defRPr sz="1875" b="1">
                <a:solidFill>
                  <a:srgbClr val="153D33"/>
                </a:solidFill>
                <a:latin typeface="Nimbus Sans"/>
                <a:ea typeface="Nimbus Sans"/>
                <a:cs typeface="Nimbus Sans"/>
              </a:defRPr>
            </a:lvl8pPr>
            <a:lvl9pPr algn="ctr">
              <a:defRPr sz="1875" b="1">
                <a:solidFill>
                  <a:srgbClr val="153D33"/>
                </a:solidFill>
                <a:latin typeface="Nimbus Sans"/>
                <a:ea typeface="Nimbus Sans"/>
                <a:cs typeface="Nimbus Sans"/>
              </a:defRPr>
            </a:lvl9pPr>
          </a:lstStyle>
          <a:p xmlns:a="http://schemas.openxmlformats.org/drawingml/2006/main">
            <a:pPr algn="ctr">
              <a:defRPr sz="1875" b="1">
                <a:solidFill>
                  <a:srgbClr val="153D33"/>
                </a:solidFill>
                <a:latin typeface="Nimbus Sans"/>
                <a:ea typeface="Nimbus Sans"/>
                <a:cs typeface="Nimbus Sans"/>
              </a:defRPr>
            </a:pPr>
            <a:r>
              <a:rPr sz="1875" b="1">
                <a:solidFill>
                  <a:srgbClr val="153D33"/>
                </a:solidFill>
                <a:latin typeface="Nimbus Sans"/>
                <a:ea typeface="Nimbus Sans"/>
                <a:cs typeface="Nimbus Sans"/>
              </a:rPr>
              <a:t>1. Photo records</a:t>
            </a:r>
          </a:p>
        </p:txBody>
      </p:sp>
      <p:sp>
        <p:nvSpPr>
          <p:cNvPr id="5" name="Save locally&#10;Retry without duplicates">
            <a:extLst xmlns:a="http://schemas.openxmlformats.org/drawingml/2006/main">
              <a:ext uri="{FF2B5EF4-FFF2-40B4-BE49-F238E27FC236}">
                <a16:creationId xmlns:a16="http://schemas.microsoft.com/office/drawing/2014/main" id="{3B72646E-A19C-404E-8362-70B9F415EA47}"/>
              </a:ext>
            </a:extLst>
          </p:cNvPr>
          <p:cNvSpPr>
            <a:spLocks xmlns:a="http://schemas.openxmlformats.org/drawingml/2006/main" noGrp="1"/>
          </p:cNvSpPr>
          <p:nvPr/>
        </p:nvSpPr>
        <p:spPr>
          <a:xfrm xmlns:a="http://schemas.openxmlformats.org/drawingml/2006/main">
            <a:off x="609600" y="2667000"/>
            <a:ext cx="2524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E7168"/>
                </a:solidFill>
                <a:latin typeface="Nimbus Sans"/>
                <a:ea typeface="Nimbus Sans"/>
                <a:cs typeface="Nimbus Sans"/>
              </a:defRPr>
            </a:defPPr>
            <a:lvl1pPr algn="l">
              <a:defRPr sz="1725" b="0">
                <a:solidFill>
                  <a:srgbClr val="5E7168"/>
                </a:solidFill>
                <a:latin typeface="Nimbus Sans"/>
                <a:ea typeface="Nimbus Sans"/>
                <a:cs typeface="Nimbus Sans"/>
              </a:defRPr>
            </a:lvl1pPr>
            <a:lvl2pPr algn="l">
              <a:defRPr sz="1725" b="0">
                <a:solidFill>
                  <a:srgbClr val="5E7168"/>
                </a:solidFill>
                <a:latin typeface="Nimbus Sans"/>
                <a:ea typeface="Nimbus Sans"/>
                <a:cs typeface="Nimbus Sans"/>
              </a:defRPr>
            </a:lvl2pPr>
            <a:lvl3pPr algn="l">
              <a:defRPr sz="1725" b="0">
                <a:solidFill>
                  <a:srgbClr val="5E7168"/>
                </a:solidFill>
                <a:latin typeface="Nimbus Sans"/>
                <a:ea typeface="Nimbus Sans"/>
                <a:cs typeface="Nimbus Sans"/>
              </a:defRPr>
            </a:lvl3pPr>
            <a:lvl4pPr algn="l">
              <a:defRPr sz="1725" b="0">
                <a:solidFill>
                  <a:srgbClr val="5E7168"/>
                </a:solidFill>
                <a:latin typeface="Nimbus Sans"/>
                <a:ea typeface="Nimbus Sans"/>
                <a:cs typeface="Nimbus Sans"/>
              </a:defRPr>
            </a:lvl4pPr>
            <a:lvl5pPr algn="l">
              <a:defRPr sz="1725" b="0">
                <a:solidFill>
                  <a:srgbClr val="5E7168"/>
                </a:solidFill>
                <a:latin typeface="Nimbus Sans"/>
                <a:ea typeface="Nimbus Sans"/>
                <a:cs typeface="Nimbus Sans"/>
              </a:defRPr>
            </a:lvl5pPr>
            <a:lvl6pPr algn="l">
              <a:defRPr sz="1725" b="0">
                <a:solidFill>
                  <a:srgbClr val="5E7168"/>
                </a:solidFill>
                <a:latin typeface="Nimbus Sans"/>
                <a:ea typeface="Nimbus Sans"/>
                <a:cs typeface="Nimbus Sans"/>
              </a:defRPr>
            </a:lvl6pPr>
            <a:lvl7pPr algn="l">
              <a:defRPr sz="1725" b="0">
                <a:solidFill>
                  <a:srgbClr val="5E7168"/>
                </a:solidFill>
                <a:latin typeface="Nimbus Sans"/>
                <a:ea typeface="Nimbus Sans"/>
                <a:cs typeface="Nimbus Sans"/>
              </a:defRPr>
            </a:lvl7pPr>
            <a:lvl8pPr algn="l">
              <a:defRPr sz="1725" b="0">
                <a:solidFill>
                  <a:srgbClr val="5E7168"/>
                </a:solidFill>
                <a:latin typeface="Nimbus Sans"/>
                <a:ea typeface="Nimbus Sans"/>
                <a:cs typeface="Nimbus Sans"/>
              </a:defRPr>
            </a:lvl8pPr>
            <a:lvl9pPr algn="l">
              <a:defRPr sz="1725" b="0">
                <a:solidFill>
                  <a:srgbClr val="5E7168"/>
                </a:solidFill>
                <a:latin typeface="Nimbus Sans"/>
                <a:ea typeface="Nimbus Sans"/>
                <a:cs typeface="Nimbus Sans"/>
              </a:defRPr>
            </a:lvl9pPr>
          </a:lstStyle>
          <a:p xmlns:a="http://schemas.openxmlformats.org/drawingml/2006/main">
            <a:pPr algn="l">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Save locally</a:t>
            </a:r>
          </a:p>
          <a:p xmlns:a="http://schemas.openxmlformats.org/drawingml/2006/main">
            <a:pPr algn="l">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Retry without duplicates</a:t>
            </a:r>
          </a:p>
        </p:txBody>
      </p:sp>
      <p:cxnSp>
        <p:nvCxnSpPr>
          <p:cNvPr id="6" name="">
            <a:extLst xmlns:a="http://schemas.openxmlformats.org/drawingml/2006/main">
              <a:ext uri="{FF2B5EF4-FFF2-40B4-BE49-F238E27FC236}">
                <a16:creationId xmlns:a16="http://schemas.microsoft.com/office/drawing/2014/main" id="{039ABF52-70F0-46EE-B1D7-0976A18EB8CD}"/>
              </a:ext>
            </a:extLst>
          </p:cNvPr>
          <p:cNvCxnSpPr/>
          <p:nvPr/>
        </p:nvCxnSpPr>
        <p:spPr>
          <a:xfrm xmlns:a="http://schemas.openxmlformats.org/drawingml/2006/main">
            <a:off x="3133725" y="2190750"/>
            <a:ext cx="24765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sp>
        <p:nvSpPr>
          <p:cNvPr id="7" name="2. AI + search">
            <a:extLst xmlns:a="http://schemas.openxmlformats.org/drawingml/2006/main">
              <a:ext uri="{FF2B5EF4-FFF2-40B4-BE49-F238E27FC236}">
                <a16:creationId xmlns:a16="http://schemas.microsoft.com/office/drawing/2014/main" id="{78207716-E07D-4FFE-9EAC-D4DA0F2C6488}"/>
              </a:ext>
            </a:extLst>
          </p:cNvPr>
          <p:cNvSpPr>
            <a:spLocks xmlns:a="http://schemas.openxmlformats.org/drawingml/2006/main" noGrp="1"/>
          </p:cNvSpPr>
          <p:nvPr/>
        </p:nvSpPr>
        <p:spPr>
          <a:xfrm xmlns:a="http://schemas.openxmlformats.org/drawingml/2006/main">
            <a:off x="3419475" y="1895475"/>
            <a:ext cx="2524125" cy="600075"/>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875" b="1">
                <a:solidFill>
                  <a:srgbClr val="153D33"/>
                </a:solidFill>
                <a:latin typeface="Nimbus Sans"/>
                <a:ea typeface="Nimbus Sans"/>
                <a:cs typeface="Nimbus Sans"/>
              </a:defRPr>
            </a:defPPr>
            <a:lvl1pPr algn="ctr">
              <a:defRPr sz="1875" b="1">
                <a:solidFill>
                  <a:srgbClr val="153D33"/>
                </a:solidFill>
                <a:latin typeface="Nimbus Sans"/>
                <a:ea typeface="Nimbus Sans"/>
                <a:cs typeface="Nimbus Sans"/>
              </a:defRPr>
            </a:lvl1pPr>
            <a:lvl2pPr algn="ctr">
              <a:defRPr sz="1875" b="1">
                <a:solidFill>
                  <a:srgbClr val="153D33"/>
                </a:solidFill>
                <a:latin typeface="Nimbus Sans"/>
                <a:ea typeface="Nimbus Sans"/>
                <a:cs typeface="Nimbus Sans"/>
              </a:defRPr>
            </a:lvl2pPr>
            <a:lvl3pPr algn="ctr">
              <a:defRPr sz="1875" b="1">
                <a:solidFill>
                  <a:srgbClr val="153D33"/>
                </a:solidFill>
                <a:latin typeface="Nimbus Sans"/>
                <a:ea typeface="Nimbus Sans"/>
                <a:cs typeface="Nimbus Sans"/>
              </a:defRPr>
            </a:lvl3pPr>
            <a:lvl4pPr algn="ctr">
              <a:defRPr sz="1875" b="1">
                <a:solidFill>
                  <a:srgbClr val="153D33"/>
                </a:solidFill>
                <a:latin typeface="Nimbus Sans"/>
                <a:ea typeface="Nimbus Sans"/>
                <a:cs typeface="Nimbus Sans"/>
              </a:defRPr>
            </a:lvl4pPr>
            <a:lvl5pPr algn="ctr">
              <a:defRPr sz="1875" b="1">
                <a:solidFill>
                  <a:srgbClr val="153D33"/>
                </a:solidFill>
                <a:latin typeface="Nimbus Sans"/>
                <a:ea typeface="Nimbus Sans"/>
                <a:cs typeface="Nimbus Sans"/>
              </a:defRPr>
            </a:lvl5pPr>
            <a:lvl6pPr algn="ctr">
              <a:defRPr sz="1875" b="1">
                <a:solidFill>
                  <a:srgbClr val="153D33"/>
                </a:solidFill>
                <a:latin typeface="Nimbus Sans"/>
                <a:ea typeface="Nimbus Sans"/>
                <a:cs typeface="Nimbus Sans"/>
              </a:defRPr>
            </a:lvl6pPr>
            <a:lvl7pPr algn="ctr">
              <a:defRPr sz="1875" b="1">
                <a:solidFill>
                  <a:srgbClr val="153D33"/>
                </a:solidFill>
                <a:latin typeface="Nimbus Sans"/>
                <a:ea typeface="Nimbus Sans"/>
                <a:cs typeface="Nimbus Sans"/>
              </a:defRPr>
            </a:lvl7pPr>
            <a:lvl8pPr algn="ctr">
              <a:defRPr sz="1875" b="1">
                <a:solidFill>
                  <a:srgbClr val="153D33"/>
                </a:solidFill>
                <a:latin typeface="Nimbus Sans"/>
                <a:ea typeface="Nimbus Sans"/>
                <a:cs typeface="Nimbus Sans"/>
              </a:defRPr>
            </a:lvl8pPr>
            <a:lvl9pPr algn="ctr">
              <a:defRPr sz="1875" b="1">
                <a:solidFill>
                  <a:srgbClr val="153D33"/>
                </a:solidFill>
                <a:latin typeface="Nimbus Sans"/>
                <a:ea typeface="Nimbus Sans"/>
                <a:cs typeface="Nimbus Sans"/>
              </a:defRPr>
            </a:lvl9pPr>
          </a:lstStyle>
          <a:p xmlns:a="http://schemas.openxmlformats.org/drawingml/2006/main">
            <a:pPr algn="ctr">
              <a:defRPr sz="1875" b="1">
                <a:solidFill>
                  <a:srgbClr val="153D33"/>
                </a:solidFill>
                <a:latin typeface="Nimbus Sans"/>
                <a:ea typeface="Nimbus Sans"/>
                <a:cs typeface="Nimbus Sans"/>
              </a:defRPr>
            </a:pPr>
            <a:r>
              <a:rPr sz="1875" b="1">
                <a:solidFill>
                  <a:srgbClr val="153D33"/>
                </a:solidFill>
                <a:latin typeface="Nimbus Sans"/>
                <a:ea typeface="Nimbus Sans"/>
                <a:cs typeface="Nimbus Sans"/>
              </a:rPr>
              <a:t>2. AI + search</a:t>
            </a:r>
          </a:p>
        </p:txBody>
      </p:sp>
      <p:sp>
        <p:nvSpPr>
          <p:cNvPr id="8" name="Short appearance tags&#10;Description-based looku">
            <a:extLst xmlns:a="http://schemas.openxmlformats.org/drawingml/2006/main">
              <a:ext uri="{FF2B5EF4-FFF2-40B4-BE49-F238E27FC236}">
                <a16:creationId xmlns:a16="http://schemas.microsoft.com/office/drawing/2014/main" id="{F8F00750-5375-40C8-8AEE-2E3271885F10}"/>
              </a:ext>
            </a:extLst>
          </p:cNvPr>
          <p:cNvSpPr>
            <a:spLocks xmlns:a="http://schemas.openxmlformats.org/drawingml/2006/main" noGrp="1"/>
          </p:cNvSpPr>
          <p:nvPr/>
        </p:nvSpPr>
        <p:spPr>
          <a:xfrm xmlns:a="http://schemas.openxmlformats.org/drawingml/2006/main">
            <a:off x="3419475" y="2667000"/>
            <a:ext cx="2524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E7168"/>
                </a:solidFill>
                <a:latin typeface="Nimbus Sans"/>
                <a:ea typeface="Nimbus Sans"/>
                <a:cs typeface="Nimbus Sans"/>
              </a:defRPr>
            </a:defPPr>
            <a:lvl1pPr algn="l">
              <a:defRPr sz="1725" b="0">
                <a:solidFill>
                  <a:srgbClr val="5E7168"/>
                </a:solidFill>
                <a:latin typeface="Nimbus Sans"/>
                <a:ea typeface="Nimbus Sans"/>
                <a:cs typeface="Nimbus Sans"/>
              </a:defRPr>
            </a:lvl1pPr>
            <a:lvl2pPr algn="l">
              <a:defRPr sz="1725" b="0">
                <a:solidFill>
                  <a:srgbClr val="5E7168"/>
                </a:solidFill>
                <a:latin typeface="Nimbus Sans"/>
                <a:ea typeface="Nimbus Sans"/>
                <a:cs typeface="Nimbus Sans"/>
              </a:defRPr>
            </a:lvl2pPr>
            <a:lvl3pPr algn="l">
              <a:defRPr sz="1725" b="0">
                <a:solidFill>
                  <a:srgbClr val="5E7168"/>
                </a:solidFill>
                <a:latin typeface="Nimbus Sans"/>
                <a:ea typeface="Nimbus Sans"/>
                <a:cs typeface="Nimbus Sans"/>
              </a:defRPr>
            </a:lvl3pPr>
            <a:lvl4pPr algn="l">
              <a:defRPr sz="1725" b="0">
                <a:solidFill>
                  <a:srgbClr val="5E7168"/>
                </a:solidFill>
                <a:latin typeface="Nimbus Sans"/>
                <a:ea typeface="Nimbus Sans"/>
                <a:cs typeface="Nimbus Sans"/>
              </a:defRPr>
            </a:lvl4pPr>
            <a:lvl5pPr algn="l">
              <a:defRPr sz="1725" b="0">
                <a:solidFill>
                  <a:srgbClr val="5E7168"/>
                </a:solidFill>
                <a:latin typeface="Nimbus Sans"/>
                <a:ea typeface="Nimbus Sans"/>
                <a:cs typeface="Nimbus Sans"/>
              </a:defRPr>
            </a:lvl5pPr>
            <a:lvl6pPr algn="l">
              <a:defRPr sz="1725" b="0">
                <a:solidFill>
                  <a:srgbClr val="5E7168"/>
                </a:solidFill>
                <a:latin typeface="Nimbus Sans"/>
                <a:ea typeface="Nimbus Sans"/>
                <a:cs typeface="Nimbus Sans"/>
              </a:defRPr>
            </a:lvl6pPr>
            <a:lvl7pPr algn="l">
              <a:defRPr sz="1725" b="0">
                <a:solidFill>
                  <a:srgbClr val="5E7168"/>
                </a:solidFill>
                <a:latin typeface="Nimbus Sans"/>
                <a:ea typeface="Nimbus Sans"/>
                <a:cs typeface="Nimbus Sans"/>
              </a:defRPr>
            </a:lvl7pPr>
            <a:lvl8pPr algn="l">
              <a:defRPr sz="1725" b="0">
                <a:solidFill>
                  <a:srgbClr val="5E7168"/>
                </a:solidFill>
                <a:latin typeface="Nimbus Sans"/>
                <a:ea typeface="Nimbus Sans"/>
                <a:cs typeface="Nimbus Sans"/>
              </a:defRPr>
            </a:lvl8pPr>
            <a:lvl9pPr algn="l">
              <a:defRPr sz="1725" b="0">
                <a:solidFill>
                  <a:srgbClr val="5E7168"/>
                </a:solidFill>
                <a:latin typeface="Nimbus Sans"/>
                <a:ea typeface="Nimbus Sans"/>
                <a:cs typeface="Nimbus Sans"/>
              </a:defRPr>
            </a:lvl9pPr>
          </a:lstStyle>
          <a:p xmlns:a="http://schemas.openxmlformats.org/drawingml/2006/main">
            <a:pPr algn="l">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Short appearance tags</a:t>
            </a:r>
          </a:p>
          <a:p xmlns:a="http://schemas.openxmlformats.org/drawingml/2006/main">
            <a:pPr algn="l">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Description-based lookup</a:t>
            </a:r>
          </a:p>
        </p:txBody>
      </p:sp>
      <p:cxnSp>
        <p:nvCxnSpPr>
          <p:cNvPr id="9" name="">
            <a:extLst xmlns:a="http://schemas.openxmlformats.org/drawingml/2006/main">
              <a:ext uri="{FF2B5EF4-FFF2-40B4-BE49-F238E27FC236}">
                <a16:creationId xmlns:a16="http://schemas.microsoft.com/office/drawing/2014/main" id="{9F71B990-5D34-43EF-9972-79830D68CCBF}"/>
              </a:ext>
            </a:extLst>
          </p:cNvPr>
          <p:cNvCxnSpPr/>
          <p:nvPr/>
        </p:nvCxnSpPr>
        <p:spPr>
          <a:xfrm xmlns:a="http://schemas.openxmlformats.org/drawingml/2006/main">
            <a:off x="5943600" y="2190750"/>
            <a:ext cx="24765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sp>
        <p:nvSpPr>
          <p:cNvPr id="10" name="3. Native station">
            <a:extLst xmlns:a="http://schemas.openxmlformats.org/drawingml/2006/main">
              <a:ext uri="{FF2B5EF4-FFF2-40B4-BE49-F238E27FC236}">
                <a16:creationId xmlns:a16="http://schemas.microsoft.com/office/drawing/2014/main" id="{4E03CF11-9D88-40E4-AE4A-C0E567288CD2}"/>
              </a:ext>
            </a:extLst>
          </p:cNvPr>
          <p:cNvSpPr>
            <a:spLocks xmlns:a="http://schemas.openxmlformats.org/drawingml/2006/main" noGrp="1"/>
          </p:cNvSpPr>
          <p:nvPr/>
        </p:nvSpPr>
        <p:spPr>
          <a:xfrm xmlns:a="http://schemas.openxmlformats.org/drawingml/2006/main">
            <a:off x="6229350" y="1895475"/>
            <a:ext cx="2524125" cy="600075"/>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875" b="1">
                <a:solidFill>
                  <a:srgbClr val="153D33"/>
                </a:solidFill>
                <a:latin typeface="Nimbus Sans"/>
                <a:ea typeface="Nimbus Sans"/>
                <a:cs typeface="Nimbus Sans"/>
              </a:defRPr>
            </a:defPPr>
            <a:lvl1pPr algn="ctr">
              <a:defRPr sz="1875" b="1">
                <a:solidFill>
                  <a:srgbClr val="153D33"/>
                </a:solidFill>
                <a:latin typeface="Nimbus Sans"/>
                <a:ea typeface="Nimbus Sans"/>
                <a:cs typeface="Nimbus Sans"/>
              </a:defRPr>
            </a:lvl1pPr>
            <a:lvl2pPr algn="ctr">
              <a:defRPr sz="1875" b="1">
                <a:solidFill>
                  <a:srgbClr val="153D33"/>
                </a:solidFill>
                <a:latin typeface="Nimbus Sans"/>
                <a:ea typeface="Nimbus Sans"/>
                <a:cs typeface="Nimbus Sans"/>
              </a:defRPr>
            </a:lvl2pPr>
            <a:lvl3pPr algn="ctr">
              <a:defRPr sz="1875" b="1">
                <a:solidFill>
                  <a:srgbClr val="153D33"/>
                </a:solidFill>
                <a:latin typeface="Nimbus Sans"/>
                <a:ea typeface="Nimbus Sans"/>
                <a:cs typeface="Nimbus Sans"/>
              </a:defRPr>
            </a:lvl3pPr>
            <a:lvl4pPr algn="ctr">
              <a:defRPr sz="1875" b="1">
                <a:solidFill>
                  <a:srgbClr val="153D33"/>
                </a:solidFill>
                <a:latin typeface="Nimbus Sans"/>
                <a:ea typeface="Nimbus Sans"/>
                <a:cs typeface="Nimbus Sans"/>
              </a:defRPr>
            </a:lvl4pPr>
            <a:lvl5pPr algn="ctr">
              <a:defRPr sz="1875" b="1">
                <a:solidFill>
                  <a:srgbClr val="153D33"/>
                </a:solidFill>
                <a:latin typeface="Nimbus Sans"/>
                <a:ea typeface="Nimbus Sans"/>
                <a:cs typeface="Nimbus Sans"/>
              </a:defRPr>
            </a:lvl5pPr>
            <a:lvl6pPr algn="ctr">
              <a:defRPr sz="1875" b="1">
                <a:solidFill>
                  <a:srgbClr val="153D33"/>
                </a:solidFill>
                <a:latin typeface="Nimbus Sans"/>
                <a:ea typeface="Nimbus Sans"/>
                <a:cs typeface="Nimbus Sans"/>
              </a:defRPr>
            </a:lvl6pPr>
            <a:lvl7pPr algn="ctr">
              <a:defRPr sz="1875" b="1">
                <a:solidFill>
                  <a:srgbClr val="153D33"/>
                </a:solidFill>
                <a:latin typeface="Nimbus Sans"/>
                <a:ea typeface="Nimbus Sans"/>
                <a:cs typeface="Nimbus Sans"/>
              </a:defRPr>
            </a:lvl7pPr>
            <a:lvl8pPr algn="ctr">
              <a:defRPr sz="1875" b="1">
                <a:solidFill>
                  <a:srgbClr val="153D33"/>
                </a:solidFill>
                <a:latin typeface="Nimbus Sans"/>
                <a:ea typeface="Nimbus Sans"/>
                <a:cs typeface="Nimbus Sans"/>
              </a:defRPr>
            </a:lvl8pPr>
            <a:lvl9pPr algn="ctr">
              <a:defRPr sz="1875" b="1">
                <a:solidFill>
                  <a:srgbClr val="153D33"/>
                </a:solidFill>
                <a:latin typeface="Nimbus Sans"/>
                <a:ea typeface="Nimbus Sans"/>
                <a:cs typeface="Nimbus Sans"/>
              </a:defRPr>
            </a:lvl9pPr>
          </a:lstStyle>
          <a:p xmlns:a="http://schemas.openxmlformats.org/drawingml/2006/main">
            <a:pPr algn="ctr">
              <a:defRPr sz="1875" b="1">
                <a:solidFill>
                  <a:srgbClr val="153D33"/>
                </a:solidFill>
                <a:latin typeface="Nimbus Sans"/>
                <a:ea typeface="Nimbus Sans"/>
                <a:cs typeface="Nimbus Sans"/>
              </a:defRPr>
            </a:pPr>
            <a:r>
              <a:rPr sz="1875" b="1">
                <a:solidFill>
                  <a:srgbClr val="153D33"/>
                </a:solidFill>
                <a:latin typeface="Nimbus Sans"/>
                <a:ea typeface="Nimbus Sans"/>
                <a:cs typeface="Nimbus Sans"/>
              </a:rPr>
              <a:t>3. Native station</a:t>
            </a:r>
          </a:p>
        </p:txBody>
      </p:sp>
      <p:sp>
        <p:nvSpPr>
          <p:cNvPr id="11" name="SwiftUI interface&#10;Separate visitor sessions">
            <a:extLst xmlns:a="http://schemas.openxmlformats.org/drawingml/2006/main">
              <a:ext uri="{FF2B5EF4-FFF2-40B4-BE49-F238E27FC236}">
                <a16:creationId xmlns:a16="http://schemas.microsoft.com/office/drawing/2014/main" id="{066BED17-A32F-49D9-A501-5F0757FC2476}"/>
              </a:ext>
            </a:extLst>
          </p:cNvPr>
          <p:cNvSpPr>
            <a:spLocks xmlns:a="http://schemas.openxmlformats.org/drawingml/2006/main" noGrp="1"/>
          </p:cNvSpPr>
          <p:nvPr/>
        </p:nvSpPr>
        <p:spPr>
          <a:xfrm xmlns:a="http://schemas.openxmlformats.org/drawingml/2006/main">
            <a:off x="6229350" y="2667000"/>
            <a:ext cx="2524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E7168"/>
                </a:solidFill>
                <a:latin typeface="Nimbus Sans"/>
                <a:ea typeface="Nimbus Sans"/>
                <a:cs typeface="Nimbus Sans"/>
              </a:defRPr>
            </a:defPPr>
            <a:lvl1pPr algn="l">
              <a:defRPr sz="1725" b="0">
                <a:solidFill>
                  <a:srgbClr val="5E7168"/>
                </a:solidFill>
                <a:latin typeface="Nimbus Sans"/>
                <a:ea typeface="Nimbus Sans"/>
                <a:cs typeface="Nimbus Sans"/>
              </a:defRPr>
            </a:lvl1pPr>
            <a:lvl2pPr algn="l">
              <a:defRPr sz="1725" b="0">
                <a:solidFill>
                  <a:srgbClr val="5E7168"/>
                </a:solidFill>
                <a:latin typeface="Nimbus Sans"/>
                <a:ea typeface="Nimbus Sans"/>
                <a:cs typeface="Nimbus Sans"/>
              </a:defRPr>
            </a:lvl2pPr>
            <a:lvl3pPr algn="l">
              <a:defRPr sz="1725" b="0">
                <a:solidFill>
                  <a:srgbClr val="5E7168"/>
                </a:solidFill>
                <a:latin typeface="Nimbus Sans"/>
                <a:ea typeface="Nimbus Sans"/>
                <a:cs typeface="Nimbus Sans"/>
              </a:defRPr>
            </a:lvl3pPr>
            <a:lvl4pPr algn="l">
              <a:defRPr sz="1725" b="0">
                <a:solidFill>
                  <a:srgbClr val="5E7168"/>
                </a:solidFill>
                <a:latin typeface="Nimbus Sans"/>
                <a:ea typeface="Nimbus Sans"/>
                <a:cs typeface="Nimbus Sans"/>
              </a:defRPr>
            </a:lvl4pPr>
            <a:lvl5pPr algn="l">
              <a:defRPr sz="1725" b="0">
                <a:solidFill>
                  <a:srgbClr val="5E7168"/>
                </a:solidFill>
                <a:latin typeface="Nimbus Sans"/>
                <a:ea typeface="Nimbus Sans"/>
                <a:cs typeface="Nimbus Sans"/>
              </a:defRPr>
            </a:lvl5pPr>
            <a:lvl6pPr algn="l">
              <a:defRPr sz="1725" b="0">
                <a:solidFill>
                  <a:srgbClr val="5E7168"/>
                </a:solidFill>
                <a:latin typeface="Nimbus Sans"/>
                <a:ea typeface="Nimbus Sans"/>
                <a:cs typeface="Nimbus Sans"/>
              </a:defRPr>
            </a:lvl6pPr>
            <a:lvl7pPr algn="l">
              <a:defRPr sz="1725" b="0">
                <a:solidFill>
                  <a:srgbClr val="5E7168"/>
                </a:solidFill>
                <a:latin typeface="Nimbus Sans"/>
                <a:ea typeface="Nimbus Sans"/>
                <a:cs typeface="Nimbus Sans"/>
              </a:defRPr>
            </a:lvl7pPr>
            <a:lvl8pPr algn="l">
              <a:defRPr sz="1725" b="0">
                <a:solidFill>
                  <a:srgbClr val="5E7168"/>
                </a:solidFill>
                <a:latin typeface="Nimbus Sans"/>
                <a:ea typeface="Nimbus Sans"/>
                <a:cs typeface="Nimbus Sans"/>
              </a:defRPr>
            </a:lvl8pPr>
            <a:lvl9pPr algn="l">
              <a:defRPr sz="1725" b="0">
                <a:solidFill>
                  <a:srgbClr val="5E7168"/>
                </a:solidFill>
                <a:latin typeface="Nimbus Sans"/>
                <a:ea typeface="Nimbus Sans"/>
                <a:cs typeface="Nimbus Sans"/>
              </a:defRPr>
            </a:lvl9pPr>
          </a:lstStyle>
          <a:p xmlns:a="http://schemas.openxmlformats.org/drawingml/2006/main">
            <a:pPr algn="l">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SwiftUI interface</a:t>
            </a:r>
          </a:p>
          <a:p xmlns:a="http://schemas.openxmlformats.org/drawingml/2006/main">
            <a:pPr algn="l">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Separate visitor sessions</a:t>
            </a:r>
          </a:p>
        </p:txBody>
      </p:sp>
      <p:cxnSp>
        <p:nvCxnSpPr>
          <p:cNvPr id="12" name="">
            <a:extLst xmlns:a="http://schemas.openxmlformats.org/drawingml/2006/main">
              <a:ext uri="{FF2B5EF4-FFF2-40B4-BE49-F238E27FC236}">
                <a16:creationId xmlns:a16="http://schemas.microsoft.com/office/drawing/2014/main" id="{E9ACE8B2-F3D6-4CF0-A951-9C18FD90A2C2}"/>
              </a:ext>
            </a:extLst>
          </p:cNvPr>
          <p:cNvCxnSpPr/>
          <p:nvPr/>
        </p:nvCxnSpPr>
        <p:spPr>
          <a:xfrm xmlns:a="http://schemas.openxmlformats.org/drawingml/2006/main">
            <a:off x="8753475" y="2190750"/>
            <a:ext cx="24765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sp>
        <p:nvSpPr>
          <p:cNvPr id="13" name="4. Locker workflow">
            <a:extLst xmlns:a="http://schemas.openxmlformats.org/drawingml/2006/main">
              <a:ext uri="{FF2B5EF4-FFF2-40B4-BE49-F238E27FC236}">
                <a16:creationId xmlns:a16="http://schemas.microsoft.com/office/drawing/2014/main" id="{69896F70-4A41-4357-8483-30BE5A9D2EE1}"/>
              </a:ext>
            </a:extLst>
          </p:cNvPr>
          <p:cNvSpPr>
            <a:spLocks xmlns:a="http://schemas.openxmlformats.org/drawingml/2006/main" noGrp="1"/>
          </p:cNvSpPr>
          <p:nvPr/>
        </p:nvSpPr>
        <p:spPr>
          <a:xfrm xmlns:a="http://schemas.openxmlformats.org/drawingml/2006/main">
            <a:off x="9039225" y="1895475"/>
            <a:ext cx="2524125" cy="600075"/>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875" b="1">
                <a:solidFill>
                  <a:srgbClr val="153D33"/>
                </a:solidFill>
                <a:latin typeface="Nimbus Sans"/>
                <a:ea typeface="Nimbus Sans"/>
                <a:cs typeface="Nimbus Sans"/>
              </a:defRPr>
            </a:defPPr>
            <a:lvl1pPr algn="ctr">
              <a:defRPr sz="1875" b="1">
                <a:solidFill>
                  <a:srgbClr val="153D33"/>
                </a:solidFill>
                <a:latin typeface="Nimbus Sans"/>
                <a:ea typeface="Nimbus Sans"/>
                <a:cs typeface="Nimbus Sans"/>
              </a:defRPr>
            </a:lvl1pPr>
            <a:lvl2pPr algn="ctr">
              <a:defRPr sz="1875" b="1">
                <a:solidFill>
                  <a:srgbClr val="153D33"/>
                </a:solidFill>
                <a:latin typeface="Nimbus Sans"/>
                <a:ea typeface="Nimbus Sans"/>
                <a:cs typeface="Nimbus Sans"/>
              </a:defRPr>
            </a:lvl2pPr>
            <a:lvl3pPr algn="ctr">
              <a:defRPr sz="1875" b="1">
                <a:solidFill>
                  <a:srgbClr val="153D33"/>
                </a:solidFill>
                <a:latin typeface="Nimbus Sans"/>
                <a:ea typeface="Nimbus Sans"/>
                <a:cs typeface="Nimbus Sans"/>
              </a:defRPr>
            </a:lvl3pPr>
            <a:lvl4pPr algn="ctr">
              <a:defRPr sz="1875" b="1">
                <a:solidFill>
                  <a:srgbClr val="153D33"/>
                </a:solidFill>
                <a:latin typeface="Nimbus Sans"/>
                <a:ea typeface="Nimbus Sans"/>
                <a:cs typeface="Nimbus Sans"/>
              </a:defRPr>
            </a:lvl4pPr>
            <a:lvl5pPr algn="ctr">
              <a:defRPr sz="1875" b="1">
                <a:solidFill>
                  <a:srgbClr val="153D33"/>
                </a:solidFill>
                <a:latin typeface="Nimbus Sans"/>
                <a:ea typeface="Nimbus Sans"/>
                <a:cs typeface="Nimbus Sans"/>
              </a:defRPr>
            </a:lvl5pPr>
            <a:lvl6pPr algn="ctr">
              <a:defRPr sz="1875" b="1">
                <a:solidFill>
                  <a:srgbClr val="153D33"/>
                </a:solidFill>
                <a:latin typeface="Nimbus Sans"/>
                <a:ea typeface="Nimbus Sans"/>
                <a:cs typeface="Nimbus Sans"/>
              </a:defRPr>
            </a:lvl6pPr>
            <a:lvl7pPr algn="ctr">
              <a:defRPr sz="1875" b="1">
                <a:solidFill>
                  <a:srgbClr val="153D33"/>
                </a:solidFill>
                <a:latin typeface="Nimbus Sans"/>
                <a:ea typeface="Nimbus Sans"/>
                <a:cs typeface="Nimbus Sans"/>
              </a:defRPr>
            </a:lvl7pPr>
            <a:lvl8pPr algn="ctr">
              <a:defRPr sz="1875" b="1">
                <a:solidFill>
                  <a:srgbClr val="153D33"/>
                </a:solidFill>
                <a:latin typeface="Nimbus Sans"/>
                <a:ea typeface="Nimbus Sans"/>
                <a:cs typeface="Nimbus Sans"/>
              </a:defRPr>
            </a:lvl8pPr>
            <a:lvl9pPr algn="ctr">
              <a:defRPr sz="1875" b="1">
                <a:solidFill>
                  <a:srgbClr val="153D33"/>
                </a:solidFill>
                <a:latin typeface="Nimbus Sans"/>
                <a:ea typeface="Nimbus Sans"/>
                <a:cs typeface="Nimbus Sans"/>
              </a:defRPr>
            </a:lvl9pPr>
          </a:lstStyle>
          <a:p xmlns:a="http://schemas.openxmlformats.org/drawingml/2006/main">
            <a:pPr algn="ctr">
              <a:defRPr sz="1875" b="1">
                <a:solidFill>
                  <a:srgbClr val="153D33"/>
                </a:solidFill>
                <a:latin typeface="Nimbus Sans"/>
                <a:ea typeface="Nimbus Sans"/>
                <a:cs typeface="Nimbus Sans"/>
              </a:defRPr>
            </a:pPr>
            <a:r>
              <a:rPr sz="1875" b="1">
                <a:solidFill>
                  <a:srgbClr val="153D33"/>
                </a:solidFill>
                <a:latin typeface="Nimbus Sans"/>
                <a:ea typeface="Nimbus Sans"/>
                <a:cs typeface="Nimbus Sans"/>
              </a:rPr>
              <a:t>4. Locker workflow</a:t>
            </a:r>
          </a:p>
        </p:txBody>
      </p:sp>
      <p:sp>
        <p:nvSpPr>
          <p:cNvPr id="14" name="Reserve before actuation&#10;Confirm and recover">
            <a:extLst xmlns:a="http://schemas.openxmlformats.org/drawingml/2006/main">
              <a:ext uri="{FF2B5EF4-FFF2-40B4-BE49-F238E27FC236}">
                <a16:creationId xmlns:a16="http://schemas.microsoft.com/office/drawing/2014/main" id="{66AE006B-E112-488D-A18F-50AF7CE50D09}"/>
              </a:ext>
            </a:extLst>
          </p:cNvPr>
          <p:cNvSpPr>
            <a:spLocks xmlns:a="http://schemas.openxmlformats.org/drawingml/2006/main" noGrp="1"/>
          </p:cNvSpPr>
          <p:nvPr/>
        </p:nvSpPr>
        <p:spPr>
          <a:xfrm xmlns:a="http://schemas.openxmlformats.org/drawingml/2006/main">
            <a:off x="9039225" y="2667000"/>
            <a:ext cx="2524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E7168"/>
                </a:solidFill>
                <a:latin typeface="Nimbus Sans"/>
                <a:ea typeface="Nimbus Sans"/>
                <a:cs typeface="Nimbus Sans"/>
              </a:defRPr>
            </a:defPPr>
            <a:lvl1pPr algn="l">
              <a:defRPr sz="1725" b="0">
                <a:solidFill>
                  <a:srgbClr val="5E7168"/>
                </a:solidFill>
                <a:latin typeface="Nimbus Sans"/>
                <a:ea typeface="Nimbus Sans"/>
                <a:cs typeface="Nimbus Sans"/>
              </a:defRPr>
            </a:lvl1pPr>
            <a:lvl2pPr algn="l">
              <a:defRPr sz="1725" b="0">
                <a:solidFill>
                  <a:srgbClr val="5E7168"/>
                </a:solidFill>
                <a:latin typeface="Nimbus Sans"/>
                <a:ea typeface="Nimbus Sans"/>
                <a:cs typeface="Nimbus Sans"/>
              </a:defRPr>
            </a:lvl2pPr>
            <a:lvl3pPr algn="l">
              <a:defRPr sz="1725" b="0">
                <a:solidFill>
                  <a:srgbClr val="5E7168"/>
                </a:solidFill>
                <a:latin typeface="Nimbus Sans"/>
                <a:ea typeface="Nimbus Sans"/>
                <a:cs typeface="Nimbus Sans"/>
              </a:defRPr>
            </a:lvl3pPr>
            <a:lvl4pPr algn="l">
              <a:defRPr sz="1725" b="0">
                <a:solidFill>
                  <a:srgbClr val="5E7168"/>
                </a:solidFill>
                <a:latin typeface="Nimbus Sans"/>
                <a:ea typeface="Nimbus Sans"/>
                <a:cs typeface="Nimbus Sans"/>
              </a:defRPr>
            </a:lvl4pPr>
            <a:lvl5pPr algn="l">
              <a:defRPr sz="1725" b="0">
                <a:solidFill>
                  <a:srgbClr val="5E7168"/>
                </a:solidFill>
                <a:latin typeface="Nimbus Sans"/>
                <a:ea typeface="Nimbus Sans"/>
                <a:cs typeface="Nimbus Sans"/>
              </a:defRPr>
            </a:lvl5pPr>
            <a:lvl6pPr algn="l">
              <a:defRPr sz="1725" b="0">
                <a:solidFill>
                  <a:srgbClr val="5E7168"/>
                </a:solidFill>
                <a:latin typeface="Nimbus Sans"/>
                <a:ea typeface="Nimbus Sans"/>
                <a:cs typeface="Nimbus Sans"/>
              </a:defRPr>
            </a:lvl6pPr>
            <a:lvl7pPr algn="l">
              <a:defRPr sz="1725" b="0">
                <a:solidFill>
                  <a:srgbClr val="5E7168"/>
                </a:solidFill>
                <a:latin typeface="Nimbus Sans"/>
                <a:ea typeface="Nimbus Sans"/>
                <a:cs typeface="Nimbus Sans"/>
              </a:defRPr>
            </a:lvl7pPr>
            <a:lvl8pPr algn="l">
              <a:defRPr sz="1725" b="0">
                <a:solidFill>
                  <a:srgbClr val="5E7168"/>
                </a:solidFill>
                <a:latin typeface="Nimbus Sans"/>
                <a:ea typeface="Nimbus Sans"/>
                <a:cs typeface="Nimbus Sans"/>
              </a:defRPr>
            </a:lvl8pPr>
            <a:lvl9pPr algn="l">
              <a:defRPr sz="1725" b="0">
                <a:solidFill>
                  <a:srgbClr val="5E7168"/>
                </a:solidFill>
                <a:latin typeface="Nimbus Sans"/>
                <a:ea typeface="Nimbus Sans"/>
                <a:cs typeface="Nimbus Sans"/>
              </a:defRPr>
            </a:lvl9pPr>
          </a:lstStyle>
          <a:p xmlns:a="http://schemas.openxmlformats.org/drawingml/2006/main">
            <a:pPr algn="l">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Reserve before actuation</a:t>
            </a:r>
          </a:p>
          <a:p xmlns:a="http://schemas.openxmlformats.org/drawingml/2006/main">
            <a:pPr algn="l">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Confirm and recover</a:t>
            </a:r>
          </a:p>
        </p:txBody>
      </p:sp>
      <p:graphicFrame>
        <p:nvGraphicFramePr>
          <p:cNvPr id="15" name="">
            <a:extLst xmlns:a="http://schemas.openxmlformats.org/drawingml/2006/main">
              <a:ext uri="{FF2B5EF4-FFF2-40B4-BE49-F238E27FC236}">
                <a16:creationId xmlns:a16="http://schemas.microsoft.com/office/drawing/2014/main" id="{E37912C9-0AE5-4C5C-A785-A1700E8D55D3}"/>
              </a:ext>
            </a:extLst>
          </p:cNvPr>
          <p:cNvGraphicFramePr/>
          <p:nvPr/>
        </p:nvGraphicFramePr>
        <p:xfrm>
          <a:off xmlns:a="http://schemas.openxmlformats.org/drawingml/2006/main" x="609600" y="3857625"/>
          <a:ext xmlns:a="http://schemas.openxmlformats.org/drawingml/2006/main" cx="10972800" cy="2038350"/>
        </p:xfrm>
        <a:graphic xmlns:a="http://schemas.openxmlformats.org/drawingml/2006/main">
          <a:graphicData uri="http://schemas.openxmlformats.org/drawingml/2006/table">
            <a:tbl>
              <a:tblPr/>
              <a:tblGrid>
                <a:gridCol w="2524125"/>
                <a:gridCol w="4048125"/>
                <a:gridCol w="4400550"/>
              </a:tblGrid>
              <a:tr h="509588">
                <a:tc>
                  <a:txBody>
                    <a:bodyPr lIns="95250" tIns="95250" rIns="95250" bIns="95250"/>
                    <a:lstStyle/>
                    <a:p>
                      <a:r>
                        <a:rPr sz="1725" b="1">
                          <a:solidFill>
                            <a:srgbClr val="FFFFFF"/>
                          </a:solidFill>
                          <a:latin typeface="Nimbus Sans"/>
                          <a:ea typeface="Nimbus Sans"/>
                          <a:cs typeface="Nimbus Sans"/>
                        </a:rPr>
                        <a:t>Stage</a:t>
                      </a:r>
                    </a:p>
                  </a:txBody>
                  <a:tcPr marL="91440" marR="91440" marT="45720" marB="45720" anchor="ctr">
                    <a:lnL w="9525">
                      <a:solidFill>
                        <a:srgbClr val="CDD8CE"/>
                      </a:solidFill>
                      <a:prstDash val="solid"/>
                    </a:lnL>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95250" tIns="95250" rIns="95250" bIns="95250"/>
                    <a:lstStyle/>
                    <a:p>
                      <a:r>
                        <a:rPr sz="1725" b="1">
                          <a:solidFill>
                            <a:srgbClr val="FFFFFF"/>
                          </a:solidFill>
                          <a:latin typeface="Nimbus Sans"/>
                          <a:ea typeface="Nimbus Sans"/>
                          <a:cs typeface="Nimbus Sans"/>
                        </a:rPr>
                        <a:t>Protocol / format</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95250" tIns="95250" rIns="95250" bIns="95250"/>
                    <a:lstStyle/>
                    <a:p>
                      <a:r>
                        <a:rPr sz="1725" b="1">
                          <a:solidFill>
                            <a:srgbClr val="FFFFFF"/>
                          </a:solidFill>
                          <a:latin typeface="Nimbus Sans"/>
                          <a:ea typeface="Nimbus Sans"/>
                          <a:cs typeface="Nimbus Sans"/>
                        </a:rPr>
                        <a:t>Purpose</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r>
              <a:tr h="509588">
                <a:tc>
                  <a:txBody>
                    <a:bodyPr lIns="95250" tIns="95250" rIns="95250" bIns="95250"/>
                    <a:lstStyle/>
                    <a:p>
                      <a:r>
                        <a:rPr sz="1725" b="0">
                          <a:solidFill>
                            <a:srgbClr val="153D33"/>
                          </a:solidFill>
                          <a:latin typeface="Nimbus Sans"/>
                          <a:ea typeface="Nimbus Sans"/>
                          <a:cs typeface="Nimbus Sans"/>
                        </a:rPr>
                        <a:t>iPad to Pi</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725" b="0">
                          <a:solidFill>
                            <a:srgbClr val="153D33"/>
                          </a:solidFill>
                          <a:latin typeface="Nimbus Sans"/>
                          <a:ea typeface="Nimbus Sans"/>
                          <a:cs typeface="Nimbus Sans"/>
                        </a:rPr>
                        <a:t>Wi-Fi, HTTPS, JSON</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725" b="0">
                          <a:solidFill>
                            <a:srgbClr val="153D33"/>
                          </a:solidFill>
                          <a:latin typeface="Nimbus Sans"/>
                          <a:ea typeface="Nimbus Sans"/>
                          <a:cs typeface="Nimbus Sans"/>
                        </a:rPr>
                        <a:t>Capture, search and locker requests</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509588">
                <a:tc>
                  <a:txBody>
                    <a:bodyPr lIns="95250" tIns="95250" rIns="95250" bIns="95250"/>
                    <a:lstStyle/>
                    <a:p>
                      <a:r>
                        <a:rPr sz="1725" b="0">
                          <a:solidFill>
                            <a:srgbClr val="153D33"/>
                          </a:solidFill>
                          <a:latin typeface="Nimbus Sans"/>
                          <a:ea typeface="Nimbus Sans"/>
                          <a:cs typeface="Nimbus Sans"/>
                        </a:rPr>
                        <a:t>Pi to cloud AI</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725" b="0">
                          <a:solidFill>
                            <a:srgbClr val="153D33"/>
                          </a:solidFill>
                          <a:latin typeface="Nimbus Sans"/>
                          <a:ea typeface="Nimbus Sans"/>
                          <a:cs typeface="Nimbus Sans"/>
                        </a:rPr>
                        <a:t>HTTPS, JSON; WAV for ASR</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725" b="0">
                          <a:solidFill>
                            <a:srgbClr val="153D33"/>
                          </a:solidFill>
                          <a:latin typeface="Nimbus Sans"/>
                          <a:ea typeface="Nimbus Sans"/>
                          <a:cs typeface="Nimbus Sans"/>
                        </a:rPr>
                        <a:t>Tags, semantic matches and voice text</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509588">
                <a:tc>
                  <a:txBody>
                    <a:bodyPr lIns="95250" tIns="95250" rIns="95250" bIns="95250"/>
                    <a:lstStyle/>
                    <a:p>
                      <a:r>
                        <a:rPr sz="1725" b="0">
                          <a:solidFill>
                            <a:srgbClr val="153D33"/>
                          </a:solidFill>
                          <a:latin typeface="Nimbus Sans"/>
                          <a:ea typeface="Nimbus Sans"/>
                          <a:cs typeface="Nimbus Sans"/>
                        </a:rPr>
                        <a:t>Pi to relay drivers</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725" b="0">
                          <a:solidFill>
                            <a:srgbClr val="153D33"/>
                          </a:solidFill>
                          <a:latin typeface="Nimbus Sans"/>
                          <a:ea typeface="Nimbus Sans"/>
                          <a:cs typeface="Nimbus Sans"/>
                        </a:rPr>
                        <a:t>BCM GPIO, 0.5 s HIGH pulse</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725" b="0">
                          <a:solidFill>
                            <a:srgbClr val="153D33"/>
                          </a:solidFill>
                          <a:latin typeface="Nimbus Sans"/>
                          <a:ea typeface="Nimbus Sans"/>
                          <a:cs typeface="Nimbus Sans"/>
                        </a:rPr>
                        <a:t>One requested unlock operation</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bl>
          </a:graphicData>
        </a:graphic>
      </p:graphicFrame>
      <p:sp>
        <p:nvSpPr>
          <p:cNvPr id="16" name="SQLite transactions persist state locally. Cu">
            <a:extLst xmlns:a="http://schemas.openxmlformats.org/drawingml/2006/main">
              <a:ext uri="{FF2B5EF4-FFF2-40B4-BE49-F238E27FC236}">
                <a16:creationId xmlns:a16="http://schemas.microsoft.com/office/drawing/2014/main" id="{2B9C21D3-D53A-4ED7-ADFC-9AA535BD8670}"/>
              </a:ext>
            </a:extLst>
          </p:cNvPr>
          <p:cNvSpPr>
            <a:spLocks xmlns:a="http://schemas.openxmlformats.org/drawingml/2006/main" noGrp="1"/>
          </p:cNvSpPr>
          <p:nvPr/>
        </p:nvSpPr>
        <p:spPr>
          <a:xfrm xmlns:a="http://schemas.openxmlformats.org/drawingml/2006/main">
            <a:off x="609600" y="6219825"/>
            <a:ext cx="1076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1">
                <a:solidFill>
                  <a:srgbClr val="24745B"/>
                </a:solidFill>
                <a:latin typeface="Nimbus Sans"/>
                <a:ea typeface="Nimbus Sans"/>
                <a:cs typeface="Nimbus Sans"/>
              </a:defRPr>
            </a:defPPr>
            <a:lvl1pPr algn="l">
              <a:defRPr sz="1650" b="1">
                <a:solidFill>
                  <a:srgbClr val="24745B"/>
                </a:solidFill>
                <a:latin typeface="Nimbus Sans"/>
                <a:ea typeface="Nimbus Sans"/>
                <a:cs typeface="Nimbus Sans"/>
              </a:defRPr>
            </a:lvl1pPr>
            <a:lvl2pPr algn="l">
              <a:defRPr sz="1650" b="1">
                <a:solidFill>
                  <a:srgbClr val="24745B"/>
                </a:solidFill>
                <a:latin typeface="Nimbus Sans"/>
                <a:ea typeface="Nimbus Sans"/>
                <a:cs typeface="Nimbus Sans"/>
              </a:defRPr>
            </a:lvl2pPr>
            <a:lvl3pPr algn="l">
              <a:defRPr sz="1650" b="1">
                <a:solidFill>
                  <a:srgbClr val="24745B"/>
                </a:solidFill>
                <a:latin typeface="Nimbus Sans"/>
                <a:ea typeface="Nimbus Sans"/>
                <a:cs typeface="Nimbus Sans"/>
              </a:defRPr>
            </a:lvl3pPr>
            <a:lvl4pPr algn="l">
              <a:defRPr sz="1650" b="1">
                <a:solidFill>
                  <a:srgbClr val="24745B"/>
                </a:solidFill>
                <a:latin typeface="Nimbus Sans"/>
                <a:ea typeface="Nimbus Sans"/>
                <a:cs typeface="Nimbus Sans"/>
              </a:defRPr>
            </a:lvl4pPr>
            <a:lvl5pPr algn="l">
              <a:defRPr sz="1650" b="1">
                <a:solidFill>
                  <a:srgbClr val="24745B"/>
                </a:solidFill>
                <a:latin typeface="Nimbus Sans"/>
                <a:ea typeface="Nimbus Sans"/>
                <a:cs typeface="Nimbus Sans"/>
              </a:defRPr>
            </a:lvl5pPr>
            <a:lvl6pPr algn="l">
              <a:defRPr sz="1650" b="1">
                <a:solidFill>
                  <a:srgbClr val="24745B"/>
                </a:solidFill>
                <a:latin typeface="Nimbus Sans"/>
                <a:ea typeface="Nimbus Sans"/>
                <a:cs typeface="Nimbus Sans"/>
              </a:defRPr>
            </a:lvl6pPr>
            <a:lvl7pPr algn="l">
              <a:defRPr sz="1650" b="1">
                <a:solidFill>
                  <a:srgbClr val="24745B"/>
                </a:solidFill>
                <a:latin typeface="Nimbus Sans"/>
                <a:ea typeface="Nimbus Sans"/>
                <a:cs typeface="Nimbus Sans"/>
              </a:defRPr>
            </a:lvl7pPr>
            <a:lvl8pPr algn="l">
              <a:defRPr sz="1650" b="1">
                <a:solidFill>
                  <a:srgbClr val="24745B"/>
                </a:solidFill>
                <a:latin typeface="Nimbus Sans"/>
                <a:ea typeface="Nimbus Sans"/>
                <a:cs typeface="Nimbus Sans"/>
              </a:defRPr>
            </a:lvl8pPr>
            <a:lvl9pPr algn="l">
              <a:defRPr sz="1650" b="1">
                <a:solidFill>
                  <a:srgbClr val="24745B"/>
                </a:solidFill>
                <a:latin typeface="Nimbus Sans"/>
                <a:ea typeface="Nimbus Sans"/>
                <a:cs typeface="Nimbus Sans"/>
              </a:defRPr>
            </a:lvl9pPr>
          </a:lstStyle>
          <a:p xmlns:a="http://schemas.openxmlformats.org/drawingml/2006/main">
            <a:pPr algn="l">
              <a:defRPr sz="1650" b="1">
                <a:solidFill>
                  <a:srgbClr val="24745B"/>
                </a:solidFill>
                <a:latin typeface="Nimbus Sans"/>
                <a:ea typeface="Nimbus Sans"/>
                <a:cs typeface="Nimbus Sans"/>
              </a:defRPr>
            </a:pPr>
            <a:r>
              <a:rPr sz="1650" b="1">
                <a:solidFill>
                  <a:srgbClr val="24745B"/>
                </a:solidFill>
                <a:latin typeface="Nimbus Sans"/>
                <a:ea typeface="Nimbus Sans"/>
                <a:cs typeface="Nimbus Sans"/>
              </a:rPr>
              <a:t>SQLite transactions persist state locally. Current implementation does not use MQTT.</a:t>
            </a:r>
          </a:p>
        </p:txBody>
      </p:sp>
    </p:spTree>
    <p:extLst>
      <p:ext uri="{BB962C8B-B14F-4D97-AF65-F5344CB8AC3E}">
        <p14:creationId xmlns:p14="http://schemas.microsoft.com/office/powerpoint/2010/main" val="1106767961"/>
      </p:ext>
    </p:extLst>
  </p:cSld>
</p:sld>
</file>

<file path=ppt/slides/slide6.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5" name="4. Data collection and insights">
            <a:extLst xmlns:a="http://schemas.openxmlformats.org/drawingml/2006/main">
              <a:ext uri="{FF2B5EF4-FFF2-40B4-BE49-F238E27FC236}">
                <a16:creationId xmlns:a16="http://schemas.microsoft.com/office/drawing/2014/main" id="{F82E6953-E1FB-41DC-B3A7-717DCCFFAF0C}"/>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4. Data collection and insights</a:t>
            </a:r>
          </a:p>
        </p:txBody>
      </p:sp>
      <p:sp>
        <p:nvSpPr>
          <p:cNvPr id="2" name="Available pilot observations are separate fro">
            <a:extLst xmlns:a="http://schemas.openxmlformats.org/drawingml/2006/main">
              <a:ext uri="{FF2B5EF4-FFF2-40B4-BE49-F238E27FC236}">
                <a16:creationId xmlns:a16="http://schemas.microsoft.com/office/drawing/2014/main" id="{CC786157-EF71-4EA1-8760-5A6FD0DC3D2C}"/>
              </a:ext>
            </a:extLst>
          </p:cNvPr>
          <p:cNvSpPr>
            <a:spLocks xmlns:a="http://schemas.openxmlformats.org/drawingml/2006/main" noGrp="1"/>
          </p:cNvSpPr>
          <p:nvPr/>
        </p:nvSpPr>
        <p:spPr>
          <a:xfrm xmlns:a="http://schemas.openxmlformats.org/drawingml/2006/main">
            <a:off x="609600" y="120015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Available pilot observations are separate from the required continuous one-week field study</a:t>
            </a:r>
          </a:p>
        </p:txBody>
      </p:sp>
      <p:sp>
        <p:nvSpPr>
          <p:cNvPr id="3" name="06">
            <a:extLst xmlns:a="http://schemas.openxmlformats.org/drawingml/2006/main">
              <a:ext uri="{FF2B5EF4-FFF2-40B4-BE49-F238E27FC236}">
                <a16:creationId xmlns:a16="http://schemas.microsoft.com/office/drawing/2014/main" id="{5ECB853B-7741-4927-8AFC-EE3BA4F48F59}"/>
              </a:ext>
            </a:extLst>
          </p:cNvPr>
          <p:cNvSpPr>
            <a:spLocks xmlns:a="http://schemas.openxmlformats.org/drawingml/2006/main" noGrp="1"/>
          </p:cNvSpPr>
          <p:nvPr/>
        </p:nvSpPr>
        <p:spPr>
          <a:xfrm xmlns:a="http://schemas.openxmlformats.org/drawingml/2006/main">
            <a:off x="11239500" y="64198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06</a:t>
            </a:r>
          </a:p>
        </p:txBody>
      </p:sp>
      <p:sp>
        <p:nvSpPr>
          <p:cNvPr id="4" name="Pilot: 14 October, 4 inventory records">
            <a:extLst xmlns:a="http://schemas.openxmlformats.org/drawingml/2006/main">
              <a:ext uri="{FF2B5EF4-FFF2-40B4-BE49-F238E27FC236}">
                <a16:creationId xmlns:a16="http://schemas.microsoft.com/office/drawing/2014/main" id="{4BF4F718-A5A8-4E58-8757-EB185EBCDF37}"/>
              </a:ext>
            </a:extLst>
          </p:cNvPr>
          <p:cNvSpPr>
            <a:spLocks xmlns:a="http://schemas.openxmlformats.org/drawingml/2006/main" noGrp="1"/>
          </p:cNvSpPr>
          <p:nvPr/>
        </p:nvSpPr>
        <p:spPr>
          <a:xfrm xmlns:a="http://schemas.openxmlformats.org/drawingml/2006/main">
            <a:off x="609600" y="1857375"/>
            <a:ext cx="6334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1">
                <a:solidFill>
                  <a:srgbClr val="24745B"/>
                </a:solidFill>
                <a:latin typeface="Nimbus Sans"/>
                <a:ea typeface="Nimbus Sans"/>
                <a:cs typeface="Nimbus Sans"/>
              </a:defRPr>
            </a:defPPr>
            <a:lvl1pPr algn="l">
              <a:defRPr sz="2100" b="1">
                <a:solidFill>
                  <a:srgbClr val="24745B"/>
                </a:solidFill>
                <a:latin typeface="Nimbus Sans"/>
                <a:ea typeface="Nimbus Sans"/>
                <a:cs typeface="Nimbus Sans"/>
              </a:defRPr>
            </a:lvl1pPr>
            <a:lvl2pPr algn="l">
              <a:defRPr sz="2100" b="1">
                <a:solidFill>
                  <a:srgbClr val="24745B"/>
                </a:solidFill>
                <a:latin typeface="Nimbus Sans"/>
                <a:ea typeface="Nimbus Sans"/>
                <a:cs typeface="Nimbus Sans"/>
              </a:defRPr>
            </a:lvl2pPr>
            <a:lvl3pPr algn="l">
              <a:defRPr sz="2100" b="1">
                <a:solidFill>
                  <a:srgbClr val="24745B"/>
                </a:solidFill>
                <a:latin typeface="Nimbus Sans"/>
                <a:ea typeface="Nimbus Sans"/>
                <a:cs typeface="Nimbus Sans"/>
              </a:defRPr>
            </a:lvl3pPr>
            <a:lvl4pPr algn="l">
              <a:defRPr sz="2100" b="1">
                <a:solidFill>
                  <a:srgbClr val="24745B"/>
                </a:solidFill>
                <a:latin typeface="Nimbus Sans"/>
                <a:ea typeface="Nimbus Sans"/>
                <a:cs typeface="Nimbus Sans"/>
              </a:defRPr>
            </a:lvl4pPr>
            <a:lvl5pPr algn="l">
              <a:defRPr sz="2100" b="1">
                <a:solidFill>
                  <a:srgbClr val="24745B"/>
                </a:solidFill>
                <a:latin typeface="Nimbus Sans"/>
                <a:ea typeface="Nimbus Sans"/>
                <a:cs typeface="Nimbus Sans"/>
              </a:defRPr>
            </a:lvl5pPr>
            <a:lvl6pPr algn="l">
              <a:defRPr sz="2100" b="1">
                <a:solidFill>
                  <a:srgbClr val="24745B"/>
                </a:solidFill>
                <a:latin typeface="Nimbus Sans"/>
                <a:ea typeface="Nimbus Sans"/>
                <a:cs typeface="Nimbus Sans"/>
              </a:defRPr>
            </a:lvl6pPr>
            <a:lvl7pPr algn="l">
              <a:defRPr sz="2100" b="1">
                <a:solidFill>
                  <a:srgbClr val="24745B"/>
                </a:solidFill>
                <a:latin typeface="Nimbus Sans"/>
                <a:ea typeface="Nimbus Sans"/>
                <a:cs typeface="Nimbus Sans"/>
              </a:defRPr>
            </a:lvl7pPr>
            <a:lvl8pPr algn="l">
              <a:defRPr sz="2100" b="1">
                <a:solidFill>
                  <a:srgbClr val="24745B"/>
                </a:solidFill>
                <a:latin typeface="Nimbus Sans"/>
                <a:ea typeface="Nimbus Sans"/>
                <a:cs typeface="Nimbus Sans"/>
              </a:defRPr>
            </a:lvl8pPr>
            <a:lvl9pPr algn="l">
              <a:defRPr sz="2100" b="1">
                <a:solidFill>
                  <a:srgbClr val="24745B"/>
                </a:solidFill>
                <a:latin typeface="Nimbus Sans"/>
                <a:ea typeface="Nimbus Sans"/>
                <a:cs typeface="Nimbus Sans"/>
              </a:defRPr>
            </a:lvl9pPr>
          </a:lstStyle>
          <a:p xmlns:a="http://schemas.openxmlformats.org/drawingml/2006/main">
            <a:pPr algn="l">
              <a:defRPr sz="2100" b="1">
                <a:solidFill>
                  <a:srgbClr val="24745B"/>
                </a:solidFill>
                <a:latin typeface="Nimbus Sans"/>
                <a:ea typeface="Nimbus Sans"/>
                <a:cs typeface="Nimbus Sans"/>
              </a:defRPr>
            </a:pPr>
            <a:r>
              <a:rPr sz="2100" b="1">
                <a:solidFill>
                  <a:srgbClr val="24745B"/>
                </a:solidFill>
                <a:latin typeface="Nimbus Sans"/>
                <a:ea typeface="Nimbus Sans"/>
                <a:cs typeface="Nimbus Sans"/>
              </a:rPr>
              <a:t>Pilot: 14 October, 4 inventory records</a:t>
            </a:r>
          </a:p>
        </p:txBody>
      </p:sp>
      <p:graphicFrame>
        <p:nvGraphicFramePr>
          <p:cNvPr id="5" name="">
            <a:extLst xmlns:a="http://schemas.openxmlformats.org/drawingml/2006/main">
              <a:ext uri="{FF2B5EF4-FFF2-40B4-BE49-F238E27FC236}">
                <a16:creationId xmlns:a16="http://schemas.microsoft.com/office/drawing/2014/main" id="{50FC45F5-A4B1-46F2-AF1D-67C673E1C1F9}"/>
              </a:ext>
            </a:extLst>
          </p:cNvPr>
          <p:cNvGraphicFramePr/>
          <p:nvPr/>
        </p:nvGraphicFramePr>
        <p:xfrm>
          <a:off xmlns:a="http://schemas.openxmlformats.org/drawingml/2006/main" x="609600" y="2390775"/>
          <a:ext xmlns:a="http://schemas.openxmlformats.org/drawingml/2006/main" cx="6115050" cy="2381250"/>
        </p:xfrm>
        <a:graphic xmlns:a="http://schemas.openxmlformats.org/drawingml/2006/main">
          <a:graphicData uri="http://schemas.openxmlformats.org/drawingml/2006/table">
            <a:tbl>
              <a:tblPr/>
              <a:tblGrid>
                <a:gridCol w="3810000"/>
                <a:gridCol w="2305050"/>
              </a:tblGrid>
              <a:tr h="595313">
                <a:tc>
                  <a:txBody>
                    <a:bodyPr lIns="95250" tIns="95250" rIns="95250" bIns="95250"/>
                    <a:lstStyle/>
                    <a:p>
                      <a:r>
                        <a:rPr sz="1800" b="1">
                          <a:solidFill>
                            <a:srgbClr val="FFFFFF"/>
                          </a:solidFill>
                          <a:latin typeface="Nimbus Sans"/>
                          <a:ea typeface="Nimbus Sans"/>
                          <a:cs typeface="Nimbus Sans"/>
                        </a:rPr>
                        <a:t>Query example</a:t>
                      </a:r>
                    </a:p>
                  </a:txBody>
                  <a:tcPr marL="91440" marR="91440" marT="45720" marB="45720" anchor="ctr">
                    <a:lnL w="9525">
                      <a:solidFill>
                        <a:srgbClr val="CDD8CE"/>
                      </a:solidFill>
                      <a:prstDash val="solid"/>
                    </a:lnL>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95250" tIns="95250" rIns="95250" bIns="95250"/>
                    <a:lstStyle/>
                    <a:p>
                      <a:r>
                        <a:rPr sz="1800" b="1">
                          <a:solidFill>
                            <a:srgbClr val="FFFFFF"/>
                          </a:solidFill>
                          <a:latin typeface="Nimbus Sans"/>
                          <a:ea typeface="Nimbus Sans"/>
                          <a:cs typeface="Nimbus Sans"/>
                        </a:rPr>
                        <a:t>Observed response</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r>
              <a:tr h="595313">
                <a:tc>
                  <a:txBody>
                    <a:bodyPr lIns="95250" tIns="95250" rIns="95250" bIns="95250"/>
                    <a:lstStyle/>
                    <a:p>
                      <a:r>
                        <a:rPr sz="1800" b="0">
                          <a:solidFill>
                            <a:srgbClr val="153D33"/>
                          </a:solidFill>
                          <a:latin typeface="Nimbus Sans"/>
                          <a:ea typeface="Nimbus Sans"/>
                          <a:cs typeface="Nimbus Sans"/>
                        </a:rPr>
                        <a:t>Grey cup with folding handle</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Cup returned</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595313">
                <a:tc>
                  <a:txBody>
                    <a:bodyPr lIns="95250" tIns="95250" rIns="95250" bIns="95250"/>
                    <a:lstStyle/>
                    <a:p>
                      <a:r>
                        <a:rPr sz="1800" b="0">
                          <a:solidFill>
                            <a:srgbClr val="153D33"/>
                          </a:solidFill>
                          <a:latin typeface="Nimbus Sans"/>
                          <a:ea typeface="Nimbus Sans"/>
                          <a:cs typeface="Nimbus Sans"/>
                        </a:rPr>
                        <a:t>Beige toy with red scarf</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Toy returned</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595313">
                <a:tc>
                  <a:txBody>
                    <a:bodyPr lIns="95250" tIns="95250" rIns="95250" bIns="95250"/>
                    <a:lstStyle/>
                    <a:p>
                      <a:r>
                        <a:rPr sz="1800" b="0">
                          <a:solidFill>
                            <a:srgbClr val="153D33"/>
                          </a:solidFill>
                          <a:latin typeface="Nimbus Sans"/>
                          <a:ea typeface="Nimbus Sans"/>
                          <a:cs typeface="Nimbus Sans"/>
                        </a:rPr>
                        <a:t>Absent black phone</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No candidate</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bl>
          </a:graphicData>
        </a:graphic>
      </p:graphicFrame>
      <p:sp>
        <p:nvSpPr>
          <p:cNvPr id="6" name="Interpretation">
            <a:extLst xmlns:a="http://schemas.openxmlformats.org/drawingml/2006/main">
              <a:ext uri="{FF2B5EF4-FFF2-40B4-BE49-F238E27FC236}">
                <a16:creationId xmlns:a16="http://schemas.microsoft.com/office/drawing/2014/main" id="{8EE0B734-2CEB-4697-AA4D-BECC95AD2137}"/>
              </a:ext>
            </a:extLst>
          </p:cNvPr>
          <p:cNvSpPr>
            <a:spLocks xmlns:a="http://schemas.openxmlformats.org/drawingml/2006/main" noGrp="1"/>
          </p:cNvSpPr>
          <p:nvPr/>
        </p:nvSpPr>
        <p:spPr>
          <a:xfrm xmlns:a="http://schemas.openxmlformats.org/drawingml/2006/main">
            <a:off x="609600" y="5048250"/>
            <a:ext cx="6115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24745B"/>
                </a:solidFill>
                <a:latin typeface="Nimbus Sans"/>
                <a:ea typeface="Nimbus Sans"/>
                <a:cs typeface="Nimbus Sans"/>
              </a:defRPr>
            </a:defPPr>
            <a:lvl1pPr algn="l">
              <a:defRPr sz="2175" b="1">
                <a:solidFill>
                  <a:srgbClr val="24745B"/>
                </a:solidFill>
                <a:latin typeface="Nimbus Sans"/>
                <a:ea typeface="Nimbus Sans"/>
                <a:cs typeface="Nimbus Sans"/>
              </a:defRPr>
            </a:lvl1pPr>
            <a:lvl2pPr algn="l">
              <a:defRPr sz="2175" b="1">
                <a:solidFill>
                  <a:srgbClr val="24745B"/>
                </a:solidFill>
                <a:latin typeface="Nimbus Sans"/>
                <a:ea typeface="Nimbus Sans"/>
                <a:cs typeface="Nimbus Sans"/>
              </a:defRPr>
            </a:lvl2pPr>
            <a:lvl3pPr algn="l">
              <a:defRPr sz="2175" b="1">
                <a:solidFill>
                  <a:srgbClr val="24745B"/>
                </a:solidFill>
                <a:latin typeface="Nimbus Sans"/>
                <a:ea typeface="Nimbus Sans"/>
                <a:cs typeface="Nimbus Sans"/>
              </a:defRPr>
            </a:lvl3pPr>
            <a:lvl4pPr algn="l">
              <a:defRPr sz="2175" b="1">
                <a:solidFill>
                  <a:srgbClr val="24745B"/>
                </a:solidFill>
                <a:latin typeface="Nimbus Sans"/>
                <a:ea typeface="Nimbus Sans"/>
                <a:cs typeface="Nimbus Sans"/>
              </a:defRPr>
            </a:lvl4pPr>
            <a:lvl5pPr algn="l">
              <a:defRPr sz="2175" b="1">
                <a:solidFill>
                  <a:srgbClr val="24745B"/>
                </a:solidFill>
                <a:latin typeface="Nimbus Sans"/>
                <a:ea typeface="Nimbus Sans"/>
                <a:cs typeface="Nimbus Sans"/>
              </a:defRPr>
            </a:lvl5pPr>
            <a:lvl6pPr algn="l">
              <a:defRPr sz="2175" b="1">
                <a:solidFill>
                  <a:srgbClr val="24745B"/>
                </a:solidFill>
                <a:latin typeface="Nimbus Sans"/>
                <a:ea typeface="Nimbus Sans"/>
                <a:cs typeface="Nimbus Sans"/>
              </a:defRPr>
            </a:lvl6pPr>
            <a:lvl7pPr algn="l">
              <a:defRPr sz="2175" b="1">
                <a:solidFill>
                  <a:srgbClr val="24745B"/>
                </a:solidFill>
                <a:latin typeface="Nimbus Sans"/>
                <a:ea typeface="Nimbus Sans"/>
                <a:cs typeface="Nimbus Sans"/>
              </a:defRPr>
            </a:lvl7pPr>
            <a:lvl8pPr algn="l">
              <a:defRPr sz="2175" b="1">
                <a:solidFill>
                  <a:srgbClr val="24745B"/>
                </a:solidFill>
                <a:latin typeface="Nimbus Sans"/>
                <a:ea typeface="Nimbus Sans"/>
                <a:cs typeface="Nimbus Sans"/>
              </a:defRPr>
            </a:lvl8pPr>
            <a:lvl9pPr algn="l">
              <a:defRPr sz="2175" b="1">
                <a:solidFill>
                  <a:srgbClr val="24745B"/>
                </a:solidFill>
                <a:latin typeface="Nimbus Sans"/>
                <a:ea typeface="Nimbus Sans"/>
                <a:cs typeface="Nimbus Sans"/>
              </a:defRPr>
            </a:lvl9pPr>
          </a:lstStyle>
          <a:p xmlns:a="http://schemas.openxmlformats.org/drawingml/2006/main">
            <a:pPr algn="l">
              <a:defRPr sz="2175" b="1">
                <a:solidFill>
                  <a:srgbClr val="24745B"/>
                </a:solidFill>
                <a:latin typeface="Nimbus Sans"/>
                <a:ea typeface="Nimbus Sans"/>
                <a:cs typeface="Nimbus Sans"/>
              </a:defRPr>
            </a:pPr>
            <a:r>
              <a:rPr sz="2175" b="1">
                <a:solidFill>
                  <a:srgbClr val="24745B"/>
                </a:solidFill>
                <a:latin typeface="Nimbus Sans"/>
                <a:ea typeface="Nimbus Sans"/>
                <a:cs typeface="Nimbus Sans"/>
              </a:rPr>
              <a:t>Interpretation</a:t>
            </a:r>
          </a:p>
        </p:txBody>
      </p:sp>
      <p:sp>
        <p:nvSpPr>
          <p:cNvPr id="7" name="The examples support descriptive lookup. Tag ">
            <a:extLst xmlns:a="http://schemas.openxmlformats.org/drawingml/2006/main">
              <a:ext uri="{FF2B5EF4-FFF2-40B4-BE49-F238E27FC236}">
                <a16:creationId xmlns:a16="http://schemas.microsoft.com/office/drawing/2014/main" id="{56589800-B24C-442C-BDC4-5DE3A97854E3}"/>
              </a:ext>
            </a:extLst>
          </p:cNvPr>
          <p:cNvSpPr>
            <a:spLocks xmlns:a="http://schemas.openxmlformats.org/drawingml/2006/main" noGrp="1"/>
          </p:cNvSpPr>
          <p:nvPr/>
        </p:nvSpPr>
        <p:spPr>
          <a:xfrm xmlns:a="http://schemas.openxmlformats.org/drawingml/2006/main">
            <a:off x="609600" y="5514975"/>
            <a:ext cx="61150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0">
                <a:solidFill>
                  <a:srgbClr val="153D33"/>
                </a:solidFill>
                <a:latin typeface="Nimbus Sans"/>
                <a:ea typeface="Nimbus Sans"/>
                <a:cs typeface="Nimbus Sans"/>
              </a:defRPr>
            </a:defPPr>
            <a:lvl1pPr algn="l">
              <a:defRPr sz="1950" b="0">
                <a:solidFill>
                  <a:srgbClr val="153D33"/>
                </a:solidFill>
                <a:latin typeface="Nimbus Sans"/>
                <a:ea typeface="Nimbus Sans"/>
                <a:cs typeface="Nimbus Sans"/>
              </a:defRPr>
            </a:lvl1pPr>
            <a:lvl2pPr algn="l">
              <a:defRPr sz="1950" b="0">
                <a:solidFill>
                  <a:srgbClr val="153D33"/>
                </a:solidFill>
                <a:latin typeface="Nimbus Sans"/>
                <a:ea typeface="Nimbus Sans"/>
                <a:cs typeface="Nimbus Sans"/>
              </a:defRPr>
            </a:lvl2pPr>
            <a:lvl3pPr algn="l">
              <a:defRPr sz="1950" b="0">
                <a:solidFill>
                  <a:srgbClr val="153D33"/>
                </a:solidFill>
                <a:latin typeface="Nimbus Sans"/>
                <a:ea typeface="Nimbus Sans"/>
                <a:cs typeface="Nimbus Sans"/>
              </a:defRPr>
            </a:lvl3pPr>
            <a:lvl4pPr algn="l">
              <a:defRPr sz="1950" b="0">
                <a:solidFill>
                  <a:srgbClr val="153D33"/>
                </a:solidFill>
                <a:latin typeface="Nimbus Sans"/>
                <a:ea typeface="Nimbus Sans"/>
                <a:cs typeface="Nimbus Sans"/>
              </a:defRPr>
            </a:lvl4pPr>
            <a:lvl5pPr algn="l">
              <a:defRPr sz="1950" b="0">
                <a:solidFill>
                  <a:srgbClr val="153D33"/>
                </a:solidFill>
                <a:latin typeface="Nimbus Sans"/>
                <a:ea typeface="Nimbus Sans"/>
                <a:cs typeface="Nimbus Sans"/>
              </a:defRPr>
            </a:lvl5pPr>
            <a:lvl6pPr algn="l">
              <a:defRPr sz="1950" b="0">
                <a:solidFill>
                  <a:srgbClr val="153D33"/>
                </a:solidFill>
                <a:latin typeface="Nimbus Sans"/>
                <a:ea typeface="Nimbus Sans"/>
                <a:cs typeface="Nimbus Sans"/>
              </a:defRPr>
            </a:lvl6pPr>
            <a:lvl7pPr algn="l">
              <a:defRPr sz="1950" b="0">
                <a:solidFill>
                  <a:srgbClr val="153D33"/>
                </a:solidFill>
                <a:latin typeface="Nimbus Sans"/>
                <a:ea typeface="Nimbus Sans"/>
                <a:cs typeface="Nimbus Sans"/>
              </a:defRPr>
            </a:lvl7pPr>
            <a:lvl8pPr algn="l">
              <a:defRPr sz="1950" b="0">
                <a:solidFill>
                  <a:srgbClr val="153D33"/>
                </a:solidFill>
                <a:latin typeface="Nimbus Sans"/>
                <a:ea typeface="Nimbus Sans"/>
                <a:cs typeface="Nimbus Sans"/>
              </a:defRPr>
            </a:lvl8pPr>
            <a:lvl9pPr algn="l">
              <a:defRPr sz="1950" b="0">
                <a:solidFill>
                  <a:srgbClr val="153D33"/>
                </a:solidFill>
                <a:latin typeface="Nimbus Sans"/>
                <a:ea typeface="Nimbus Sans"/>
                <a:cs typeface="Nimbus Sans"/>
              </a:defRPr>
            </a:lvl9pPr>
          </a:lstStyle>
          <a:p xmlns:a="http://schemas.openxmlformats.org/drawingml/2006/main">
            <a:pPr algn="l">
              <a:defRPr sz="1950" b="0">
                <a:solidFill>
                  <a:srgbClr val="153D33"/>
                </a:solidFill>
                <a:latin typeface="Nimbus Sans"/>
                <a:ea typeface="Nimbus Sans"/>
                <a:cs typeface="Nimbus Sans"/>
              </a:defRPr>
            </a:pPr>
            <a:r>
              <a:rPr sz="1950" b="0">
                <a:solidFill>
                  <a:srgbClr val="153D33"/>
                </a:solidFill>
                <a:latin typeface="Nimbus Sans"/>
                <a:ea typeface="Nimbus Sans"/>
                <a:cs typeface="Nimbus Sans"/>
              </a:rPr>
              <a:t>The examples support descriptive lookup. Tag omissions can still hide a relevant item.</a:t>
            </a:r>
          </a:p>
        </p:txBody>
      </p:sp>
      <p:sp>
        <p:nvSpPr>
          <p:cNvPr id="8" name="One-week dataset: pending">
            <a:extLst xmlns:a="http://schemas.openxmlformats.org/drawingml/2006/main">
              <a:ext uri="{FF2B5EF4-FFF2-40B4-BE49-F238E27FC236}">
                <a16:creationId xmlns:a16="http://schemas.microsoft.com/office/drawing/2014/main" id="{40AB23BE-9028-4AFA-88E3-6ABF9515C7B0}"/>
              </a:ext>
            </a:extLst>
          </p:cNvPr>
          <p:cNvSpPr>
            <a:spLocks xmlns:a="http://schemas.openxmlformats.org/drawingml/2006/main" noGrp="1"/>
          </p:cNvSpPr>
          <p:nvPr/>
        </p:nvSpPr>
        <p:spPr>
          <a:xfrm xmlns:a="http://schemas.openxmlformats.org/drawingml/2006/main">
            <a:off x="7239000" y="1857375"/>
            <a:ext cx="434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1">
                <a:solidFill>
                  <a:srgbClr val="935B21"/>
                </a:solidFill>
                <a:latin typeface="Nimbus Sans"/>
                <a:ea typeface="Nimbus Sans"/>
                <a:cs typeface="Nimbus Sans"/>
              </a:defRPr>
            </a:defPPr>
            <a:lvl1pPr algn="l">
              <a:defRPr sz="2100" b="1">
                <a:solidFill>
                  <a:srgbClr val="935B21"/>
                </a:solidFill>
                <a:latin typeface="Nimbus Sans"/>
                <a:ea typeface="Nimbus Sans"/>
                <a:cs typeface="Nimbus Sans"/>
              </a:defRPr>
            </a:lvl1pPr>
            <a:lvl2pPr algn="l">
              <a:defRPr sz="2100" b="1">
                <a:solidFill>
                  <a:srgbClr val="935B21"/>
                </a:solidFill>
                <a:latin typeface="Nimbus Sans"/>
                <a:ea typeface="Nimbus Sans"/>
                <a:cs typeface="Nimbus Sans"/>
              </a:defRPr>
            </a:lvl2pPr>
            <a:lvl3pPr algn="l">
              <a:defRPr sz="2100" b="1">
                <a:solidFill>
                  <a:srgbClr val="935B21"/>
                </a:solidFill>
                <a:latin typeface="Nimbus Sans"/>
                <a:ea typeface="Nimbus Sans"/>
                <a:cs typeface="Nimbus Sans"/>
              </a:defRPr>
            </a:lvl3pPr>
            <a:lvl4pPr algn="l">
              <a:defRPr sz="2100" b="1">
                <a:solidFill>
                  <a:srgbClr val="935B21"/>
                </a:solidFill>
                <a:latin typeface="Nimbus Sans"/>
                <a:ea typeface="Nimbus Sans"/>
                <a:cs typeface="Nimbus Sans"/>
              </a:defRPr>
            </a:lvl4pPr>
            <a:lvl5pPr algn="l">
              <a:defRPr sz="2100" b="1">
                <a:solidFill>
                  <a:srgbClr val="935B21"/>
                </a:solidFill>
                <a:latin typeface="Nimbus Sans"/>
                <a:ea typeface="Nimbus Sans"/>
                <a:cs typeface="Nimbus Sans"/>
              </a:defRPr>
            </a:lvl5pPr>
            <a:lvl6pPr algn="l">
              <a:defRPr sz="2100" b="1">
                <a:solidFill>
                  <a:srgbClr val="935B21"/>
                </a:solidFill>
                <a:latin typeface="Nimbus Sans"/>
                <a:ea typeface="Nimbus Sans"/>
                <a:cs typeface="Nimbus Sans"/>
              </a:defRPr>
            </a:lvl6pPr>
            <a:lvl7pPr algn="l">
              <a:defRPr sz="2100" b="1">
                <a:solidFill>
                  <a:srgbClr val="935B21"/>
                </a:solidFill>
                <a:latin typeface="Nimbus Sans"/>
                <a:ea typeface="Nimbus Sans"/>
                <a:cs typeface="Nimbus Sans"/>
              </a:defRPr>
            </a:lvl7pPr>
            <a:lvl8pPr algn="l">
              <a:defRPr sz="2100" b="1">
                <a:solidFill>
                  <a:srgbClr val="935B21"/>
                </a:solidFill>
                <a:latin typeface="Nimbus Sans"/>
                <a:ea typeface="Nimbus Sans"/>
                <a:cs typeface="Nimbus Sans"/>
              </a:defRPr>
            </a:lvl8pPr>
            <a:lvl9pPr algn="l">
              <a:defRPr sz="2100" b="1">
                <a:solidFill>
                  <a:srgbClr val="935B21"/>
                </a:solidFill>
                <a:latin typeface="Nimbus Sans"/>
                <a:ea typeface="Nimbus Sans"/>
                <a:cs typeface="Nimbus Sans"/>
              </a:defRPr>
            </a:lvl9pPr>
          </a:lstStyle>
          <a:p xmlns:a="http://schemas.openxmlformats.org/drawingml/2006/main">
            <a:pPr algn="l">
              <a:defRPr sz="2100" b="1">
                <a:solidFill>
                  <a:srgbClr val="935B21"/>
                </a:solidFill>
                <a:latin typeface="Nimbus Sans"/>
                <a:ea typeface="Nimbus Sans"/>
                <a:cs typeface="Nimbus Sans"/>
              </a:defRPr>
            </a:pPr>
            <a:r>
              <a:rPr sz="2100" b="1">
                <a:solidFill>
                  <a:srgbClr val="935B21"/>
                </a:solidFill>
                <a:latin typeface="Nimbus Sans"/>
                <a:ea typeface="Nimbus Sans"/>
                <a:cs typeface="Nimbus Sans"/>
              </a:rPr>
              <a:t>One-week dataset: pending</a:t>
            </a:r>
          </a:p>
        </p:txBody>
      </p:sp>
      <p:sp>
        <p:nvSpPr>
          <p:cNvPr id="9" name="Collect for 7 continuous days">
            <a:extLst xmlns:a="http://schemas.openxmlformats.org/drawingml/2006/main">
              <a:ext uri="{FF2B5EF4-FFF2-40B4-BE49-F238E27FC236}">
                <a16:creationId xmlns:a16="http://schemas.microsoft.com/office/drawing/2014/main" id="{6363B082-7B99-40A0-9CF0-816F2BAAF9BB}"/>
              </a:ext>
            </a:extLst>
          </p:cNvPr>
          <p:cNvSpPr>
            <a:spLocks xmlns:a="http://schemas.openxmlformats.org/drawingml/2006/main" noGrp="1"/>
          </p:cNvSpPr>
          <p:nvPr/>
        </p:nvSpPr>
        <p:spPr>
          <a:xfrm xmlns:a="http://schemas.openxmlformats.org/drawingml/2006/main">
            <a:off x="7239000" y="2505075"/>
            <a:ext cx="4343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a:solidFill>
                  <a:srgbClr val="153D33"/>
                </a:solidFill>
                <a:latin typeface="Nimbus Sans"/>
                <a:ea typeface="Nimbus Sans"/>
                <a:cs typeface="Nimbus Sans"/>
              </a:defRPr>
            </a:defPPr>
            <a:lvl1pPr algn="l">
              <a:defRPr sz="1875" b="1">
                <a:solidFill>
                  <a:srgbClr val="153D33"/>
                </a:solidFill>
                <a:latin typeface="Nimbus Sans"/>
                <a:ea typeface="Nimbus Sans"/>
                <a:cs typeface="Nimbus Sans"/>
              </a:defRPr>
            </a:lvl1pPr>
            <a:lvl2pPr algn="l">
              <a:defRPr sz="1875" b="1">
                <a:solidFill>
                  <a:srgbClr val="153D33"/>
                </a:solidFill>
                <a:latin typeface="Nimbus Sans"/>
                <a:ea typeface="Nimbus Sans"/>
                <a:cs typeface="Nimbus Sans"/>
              </a:defRPr>
            </a:lvl2pPr>
            <a:lvl3pPr algn="l">
              <a:defRPr sz="1875" b="1">
                <a:solidFill>
                  <a:srgbClr val="153D33"/>
                </a:solidFill>
                <a:latin typeface="Nimbus Sans"/>
                <a:ea typeface="Nimbus Sans"/>
                <a:cs typeface="Nimbus Sans"/>
              </a:defRPr>
            </a:lvl3pPr>
            <a:lvl4pPr algn="l">
              <a:defRPr sz="1875" b="1">
                <a:solidFill>
                  <a:srgbClr val="153D33"/>
                </a:solidFill>
                <a:latin typeface="Nimbus Sans"/>
                <a:ea typeface="Nimbus Sans"/>
                <a:cs typeface="Nimbus Sans"/>
              </a:defRPr>
            </a:lvl4pPr>
            <a:lvl5pPr algn="l">
              <a:defRPr sz="1875" b="1">
                <a:solidFill>
                  <a:srgbClr val="153D33"/>
                </a:solidFill>
                <a:latin typeface="Nimbus Sans"/>
                <a:ea typeface="Nimbus Sans"/>
                <a:cs typeface="Nimbus Sans"/>
              </a:defRPr>
            </a:lvl5pPr>
            <a:lvl6pPr algn="l">
              <a:defRPr sz="1875" b="1">
                <a:solidFill>
                  <a:srgbClr val="153D33"/>
                </a:solidFill>
                <a:latin typeface="Nimbus Sans"/>
                <a:ea typeface="Nimbus Sans"/>
                <a:cs typeface="Nimbus Sans"/>
              </a:defRPr>
            </a:lvl6pPr>
            <a:lvl7pPr algn="l">
              <a:defRPr sz="1875" b="1">
                <a:solidFill>
                  <a:srgbClr val="153D33"/>
                </a:solidFill>
                <a:latin typeface="Nimbus Sans"/>
                <a:ea typeface="Nimbus Sans"/>
                <a:cs typeface="Nimbus Sans"/>
              </a:defRPr>
            </a:lvl7pPr>
            <a:lvl8pPr algn="l">
              <a:defRPr sz="1875" b="1">
                <a:solidFill>
                  <a:srgbClr val="153D33"/>
                </a:solidFill>
                <a:latin typeface="Nimbus Sans"/>
                <a:ea typeface="Nimbus Sans"/>
                <a:cs typeface="Nimbus Sans"/>
              </a:defRPr>
            </a:lvl8pPr>
            <a:lvl9pPr algn="l">
              <a:defRPr sz="1875" b="1">
                <a:solidFill>
                  <a:srgbClr val="153D33"/>
                </a:solidFill>
                <a:latin typeface="Nimbus Sans"/>
                <a:ea typeface="Nimbus Sans"/>
                <a:cs typeface="Nimbus Sans"/>
              </a:defRPr>
            </a:lvl9pPr>
          </a:lstStyle>
          <a:p xmlns:a="http://schemas.openxmlformats.org/drawingml/2006/main">
            <a:pPr algn="l">
              <a:defRPr sz="1875" b="1">
                <a:solidFill>
                  <a:srgbClr val="153D33"/>
                </a:solidFill>
                <a:latin typeface="Nimbus Sans"/>
                <a:ea typeface="Nimbus Sans"/>
                <a:cs typeface="Nimbus Sans"/>
              </a:defRPr>
            </a:pPr>
            <a:r>
              <a:rPr sz="1875" b="1">
                <a:solidFill>
                  <a:srgbClr val="153D33"/>
                </a:solidFill>
                <a:latin typeface="Nimbus Sans"/>
                <a:ea typeface="Nimbus Sans"/>
                <a:cs typeface="Nimbus Sans"/>
              </a:rPr>
              <a:t>Collect for 7 continuous days</a:t>
            </a:r>
          </a:p>
        </p:txBody>
      </p:sp>
      <p:sp>
        <p:nvSpPr>
          <p:cNvPr id="10" name="Timestamps, target item, candidate rank, task">
            <a:extLst xmlns:a="http://schemas.openxmlformats.org/drawingml/2006/main">
              <a:ext uri="{FF2B5EF4-FFF2-40B4-BE49-F238E27FC236}">
                <a16:creationId xmlns:a16="http://schemas.microsoft.com/office/drawing/2014/main" id="{A06F9DAC-4855-427B-94FE-F8CA4295821B}"/>
              </a:ext>
            </a:extLst>
          </p:cNvPr>
          <p:cNvSpPr>
            <a:spLocks xmlns:a="http://schemas.openxmlformats.org/drawingml/2006/main" noGrp="1"/>
          </p:cNvSpPr>
          <p:nvPr/>
        </p:nvSpPr>
        <p:spPr>
          <a:xfrm xmlns:a="http://schemas.openxmlformats.org/drawingml/2006/main">
            <a:off x="7239000" y="2905125"/>
            <a:ext cx="4343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E7168"/>
                </a:solidFill>
                <a:latin typeface="Nimbus Sans"/>
                <a:ea typeface="Nimbus Sans"/>
                <a:cs typeface="Nimbus Sans"/>
              </a:defRPr>
            </a:defPPr>
            <a:lvl1pPr algn="l">
              <a:defRPr sz="1725" b="0">
                <a:solidFill>
                  <a:srgbClr val="5E7168"/>
                </a:solidFill>
                <a:latin typeface="Nimbus Sans"/>
                <a:ea typeface="Nimbus Sans"/>
                <a:cs typeface="Nimbus Sans"/>
              </a:defRPr>
            </a:lvl1pPr>
            <a:lvl2pPr algn="l">
              <a:defRPr sz="1725" b="0">
                <a:solidFill>
                  <a:srgbClr val="5E7168"/>
                </a:solidFill>
                <a:latin typeface="Nimbus Sans"/>
                <a:ea typeface="Nimbus Sans"/>
                <a:cs typeface="Nimbus Sans"/>
              </a:defRPr>
            </a:lvl2pPr>
            <a:lvl3pPr algn="l">
              <a:defRPr sz="1725" b="0">
                <a:solidFill>
                  <a:srgbClr val="5E7168"/>
                </a:solidFill>
                <a:latin typeface="Nimbus Sans"/>
                <a:ea typeface="Nimbus Sans"/>
                <a:cs typeface="Nimbus Sans"/>
              </a:defRPr>
            </a:lvl3pPr>
            <a:lvl4pPr algn="l">
              <a:defRPr sz="1725" b="0">
                <a:solidFill>
                  <a:srgbClr val="5E7168"/>
                </a:solidFill>
                <a:latin typeface="Nimbus Sans"/>
                <a:ea typeface="Nimbus Sans"/>
                <a:cs typeface="Nimbus Sans"/>
              </a:defRPr>
            </a:lvl4pPr>
            <a:lvl5pPr algn="l">
              <a:defRPr sz="1725" b="0">
                <a:solidFill>
                  <a:srgbClr val="5E7168"/>
                </a:solidFill>
                <a:latin typeface="Nimbus Sans"/>
                <a:ea typeface="Nimbus Sans"/>
                <a:cs typeface="Nimbus Sans"/>
              </a:defRPr>
            </a:lvl5pPr>
            <a:lvl6pPr algn="l">
              <a:defRPr sz="1725" b="0">
                <a:solidFill>
                  <a:srgbClr val="5E7168"/>
                </a:solidFill>
                <a:latin typeface="Nimbus Sans"/>
                <a:ea typeface="Nimbus Sans"/>
                <a:cs typeface="Nimbus Sans"/>
              </a:defRPr>
            </a:lvl6pPr>
            <a:lvl7pPr algn="l">
              <a:defRPr sz="1725" b="0">
                <a:solidFill>
                  <a:srgbClr val="5E7168"/>
                </a:solidFill>
                <a:latin typeface="Nimbus Sans"/>
                <a:ea typeface="Nimbus Sans"/>
                <a:cs typeface="Nimbus Sans"/>
              </a:defRPr>
            </a:lvl7pPr>
            <a:lvl8pPr algn="l">
              <a:defRPr sz="1725" b="0">
                <a:solidFill>
                  <a:srgbClr val="5E7168"/>
                </a:solidFill>
                <a:latin typeface="Nimbus Sans"/>
                <a:ea typeface="Nimbus Sans"/>
                <a:cs typeface="Nimbus Sans"/>
              </a:defRPr>
            </a:lvl8pPr>
            <a:lvl9pPr algn="l">
              <a:defRPr sz="1725" b="0">
                <a:solidFill>
                  <a:srgbClr val="5E7168"/>
                </a:solidFill>
                <a:latin typeface="Nimbus Sans"/>
                <a:ea typeface="Nimbus Sans"/>
                <a:cs typeface="Nimbus Sans"/>
              </a:defRPr>
            </a:lvl9pPr>
          </a:lstStyle>
          <a:p xmlns:a="http://schemas.openxmlformats.org/drawingml/2006/main">
            <a:pPr algn="l">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Timestamps, target item, candidate rank, task outcome and staff help</a:t>
            </a:r>
          </a:p>
        </p:txBody>
      </p:sp>
      <p:sp>
        <p:nvSpPr>
          <p:cNvPr id="11" name="Analyse the real sessions">
            <a:extLst xmlns:a="http://schemas.openxmlformats.org/drawingml/2006/main">
              <a:ext uri="{FF2B5EF4-FFF2-40B4-BE49-F238E27FC236}">
                <a16:creationId xmlns:a16="http://schemas.microsoft.com/office/drawing/2014/main" id="{D878E00D-3F49-465B-9B9F-C62505AD42D0}"/>
              </a:ext>
            </a:extLst>
          </p:cNvPr>
          <p:cNvSpPr>
            <a:spLocks xmlns:a="http://schemas.openxmlformats.org/drawingml/2006/main" noGrp="1"/>
          </p:cNvSpPr>
          <p:nvPr/>
        </p:nvSpPr>
        <p:spPr>
          <a:xfrm xmlns:a="http://schemas.openxmlformats.org/drawingml/2006/main">
            <a:off x="7239000" y="3762375"/>
            <a:ext cx="4343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a:solidFill>
                  <a:srgbClr val="153D33"/>
                </a:solidFill>
                <a:latin typeface="Nimbus Sans"/>
                <a:ea typeface="Nimbus Sans"/>
                <a:cs typeface="Nimbus Sans"/>
              </a:defRPr>
            </a:defPPr>
            <a:lvl1pPr algn="l">
              <a:defRPr sz="1875" b="1">
                <a:solidFill>
                  <a:srgbClr val="153D33"/>
                </a:solidFill>
                <a:latin typeface="Nimbus Sans"/>
                <a:ea typeface="Nimbus Sans"/>
                <a:cs typeface="Nimbus Sans"/>
              </a:defRPr>
            </a:lvl1pPr>
            <a:lvl2pPr algn="l">
              <a:defRPr sz="1875" b="1">
                <a:solidFill>
                  <a:srgbClr val="153D33"/>
                </a:solidFill>
                <a:latin typeface="Nimbus Sans"/>
                <a:ea typeface="Nimbus Sans"/>
                <a:cs typeface="Nimbus Sans"/>
              </a:defRPr>
            </a:lvl2pPr>
            <a:lvl3pPr algn="l">
              <a:defRPr sz="1875" b="1">
                <a:solidFill>
                  <a:srgbClr val="153D33"/>
                </a:solidFill>
                <a:latin typeface="Nimbus Sans"/>
                <a:ea typeface="Nimbus Sans"/>
                <a:cs typeface="Nimbus Sans"/>
              </a:defRPr>
            </a:lvl3pPr>
            <a:lvl4pPr algn="l">
              <a:defRPr sz="1875" b="1">
                <a:solidFill>
                  <a:srgbClr val="153D33"/>
                </a:solidFill>
                <a:latin typeface="Nimbus Sans"/>
                <a:ea typeface="Nimbus Sans"/>
                <a:cs typeface="Nimbus Sans"/>
              </a:defRPr>
            </a:lvl4pPr>
            <a:lvl5pPr algn="l">
              <a:defRPr sz="1875" b="1">
                <a:solidFill>
                  <a:srgbClr val="153D33"/>
                </a:solidFill>
                <a:latin typeface="Nimbus Sans"/>
                <a:ea typeface="Nimbus Sans"/>
                <a:cs typeface="Nimbus Sans"/>
              </a:defRPr>
            </a:lvl5pPr>
            <a:lvl6pPr algn="l">
              <a:defRPr sz="1875" b="1">
                <a:solidFill>
                  <a:srgbClr val="153D33"/>
                </a:solidFill>
                <a:latin typeface="Nimbus Sans"/>
                <a:ea typeface="Nimbus Sans"/>
                <a:cs typeface="Nimbus Sans"/>
              </a:defRPr>
            </a:lvl6pPr>
            <a:lvl7pPr algn="l">
              <a:defRPr sz="1875" b="1">
                <a:solidFill>
                  <a:srgbClr val="153D33"/>
                </a:solidFill>
                <a:latin typeface="Nimbus Sans"/>
                <a:ea typeface="Nimbus Sans"/>
                <a:cs typeface="Nimbus Sans"/>
              </a:defRPr>
            </a:lvl7pPr>
            <a:lvl8pPr algn="l">
              <a:defRPr sz="1875" b="1">
                <a:solidFill>
                  <a:srgbClr val="153D33"/>
                </a:solidFill>
                <a:latin typeface="Nimbus Sans"/>
                <a:ea typeface="Nimbus Sans"/>
                <a:cs typeface="Nimbus Sans"/>
              </a:defRPr>
            </a:lvl8pPr>
            <a:lvl9pPr algn="l">
              <a:defRPr sz="1875" b="1">
                <a:solidFill>
                  <a:srgbClr val="153D33"/>
                </a:solidFill>
                <a:latin typeface="Nimbus Sans"/>
                <a:ea typeface="Nimbus Sans"/>
                <a:cs typeface="Nimbus Sans"/>
              </a:defRPr>
            </a:lvl9pPr>
          </a:lstStyle>
          <a:p xmlns:a="http://schemas.openxmlformats.org/drawingml/2006/main">
            <a:pPr algn="l">
              <a:defRPr sz="1875" b="1">
                <a:solidFill>
                  <a:srgbClr val="153D33"/>
                </a:solidFill>
                <a:latin typeface="Nimbus Sans"/>
                <a:ea typeface="Nimbus Sans"/>
                <a:cs typeface="Nimbus Sans"/>
              </a:defRPr>
            </a:pPr>
            <a:r>
              <a:rPr sz="1875" b="1">
                <a:solidFill>
                  <a:srgbClr val="153D33"/>
                </a:solidFill>
                <a:latin typeface="Nimbus Sans"/>
                <a:ea typeface="Nimbus Sans"/>
                <a:cs typeface="Nimbus Sans"/>
              </a:rPr>
              <a:t>Analyse the real sessions</a:t>
            </a:r>
          </a:p>
        </p:txBody>
      </p:sp>
      <p:sp>
        <p:nvSpPr>
          <p:cNvPr id="12" name="Top-1 / top-5 recall, completion rate, task t">
            <a:extLst xmlns:a="http://schemas.openxmlformats.org/drawingml/2006/main">
              <a:ext uri="{FF2B5EF4-FFF2-40B4-BE49-F238E27FC236}">
                <a16:creationId xmlns:a16="http://schemas.microsoft.com/office/drawing/2014/main" id="{E4FBBAEE-B108-4D79-BCC2-ACAD180945DE}"/>
              </a:ext>
            </a:extLst>
          </p:cNvPr>
          <p:cNvSpPr>
            <a:spLocks xmlns:a="http://schemas.openxmlformats.org/drawingml/2006/main" noGrp="1"/>
          </p:cNvSpPr>
          <p:nvPr/>
        </p:nvSpPr>
        <p:spPr>
          <a:xfrm xmlns:a="http://schemas.openxmlformats.org/drawingml/2006/main">
            <a:off x="7239000" y="4162425"/>
            <a:ext cx="4343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E7168"/>
                </a:solidFill>
                <a:latin typeface="Nimbus Sans"/>
                <a:ea typeface="Nimbus Sans"/>
                <a:cs typeface="Nimbus Sans"/>
              </a:defRPr>
            </a:defPPr>
            <a:lvl1pPr algn="l">
              <a:defRPr sz="1725" b="0">
                <a:solidFill>
                  <a:srgbClr val="5E7168"/>
                </a:solidFill>
                <a:latin typeface="Nimbus Sans"/>
                <a:ea typeface="Nimbus Sans"/>
                <a:cs typeface="Nimbus Sans"/>
              </a:defRPr>
            </a:lvl1pPr>
            <a:lvl2pPr algn="l">
              <a:defRPr sz="1725" b="0">
                <a:solidFill>
                  <a:srgbClr val="5E7168"/>
                </a:solidFill>
                <a:latin typeface="Nimbus Sans"/>
                <a:ea typeface="Nimbus Sans"/>
                <a:cs typeface="Nimbus Sans"/>
              </a:defRPr>
            </a:lvl2pPr>
            <a:lvl3pPr algn="l">
              <a:defRPr sz="1725" b="0">
                <a:solidFill>
                  <a:srgbClr val="5E7168"/>
                </a:solidFill>
                <a:latin typeface="Nimbus Sans"/>
                <a:ea typeface="Nimbus Sans"/>
                <a:cs typeface="Nimbus Sans"/>
              </a:defRPr>
            </a:lvl3pPr>
            <a:lvl4pPr algn="l">
              <a:defRPr sz="1725" b="0">
                <a:solidFill>
                  <a:srgbClr val="5E7168"/>
                </a:solidFill>
                <a:latin typeface="Nimbus Sans"/>
                <a:ea typeface="Nimbus Sans"/>
                <a:cs typeface="Nimbus Sans"/>
              </a:defRPr>
            </a:lvl4pPr>
            <a:lvl5pPr algn="l">
              <a:defRPr sz="1725" b="0">
                <a:solidFill>
                  <a:srgbClr val="5E7168"/>
                </a:solidFill>
                <a:latin typeface="Nimbus Sans"/>
                <a:ea typeface="Nimbus Sans"/>
                <a:cs typeface="Nimbus Sans"/>
              </a:defRPr>
            </a:lvl5pPr>
            <a:lvl6pPr algn="l">
              <a:defRPr sz="1725" b="0">
                <a:solidFill>
                  <a:srgbClr val="5E7168"/>
                </a:solidFill>
                <a:latin typeface="Nimbus Sans"/>
                <a:ea typeface="Nimbus Sans"/>
                <a:cs typeface="Nimbus Sans"/>
              </a:defRPr>
            </a:lvl6pPr>
            <a:lvl7pPr algn="l">
              <a:defRPr sz="1725" b="0">
                <a:solidFill>
                  <a:srgbClr val="5E7168"/>
                </a:solidFill>
                <a:latin typeface="Nimbus Sans"/>
                <a:ea typeface="Nimbus Sans"/>
                <a:cs typeface="Nimbus Sans"/>
              </a:defRPr>
            </a:lvl7pPr>
            <a:lvl8pPr algn="l">
              <a:defRPr sz="1725" b="0">
                <a:solidFill>
                  <a:srgbClr val="5E7168"/>
                </a:solidFill>
                <a:latin typeface="Nimbus Sans"/>
                <a:ea typeface="Nimbus Sans"/>
                <a:cs typeface="Nimbus Sans"/>
              </a:defRPr>
            </a:lvl8pPr>
            <a:lvl9pPr algn="l">
              <a:defRPr sz="1725" b="0">
                <a:solidFill>
                  <a:srgbClr val="5E7168"/>
                </a:solidFill>
                <a:latin typeface="Nimbus Sans"/>
                <a:ea typeface="Nimbus Sans"/>
                <a:cs typeface="Nimbus Sans"/>
              </a:defRPr>
            </a:lvl9pPr>
          </a:lstStyle>
          <a:p xmlns:a="http://schemas.openxmlformats.org/drawingml/2006/main">
            <a:pPr algn="l">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Top-1 / top-5 recall, completion rate, task time and latency</a:t>
            </a:r>
          </a:p>
        </p:txBody>
      </p:sp>
      <p:sp>
        <p:nvSpPr>
          <p:cNvPr id="13" name="Report the boundary">
            <a:extLst xmlns:a="http://schemas.openxmlformats.org/drawingml/2006/main">
              <a:ext uri="{FF2B5EF4-FFF2-40B4-BE49-F238E27FC236}">
                <a16:creationId xmlns:a16="http://schemas.microsoft.com/office/drawing/2014/main" id="{AB86052C-D336-4918-9A6B-13B50651984C}"/>
              </a:ext>
            </a:extLst>
          </p:cNvPr>
          <p:cNvSpPr>
            <a:spLocks xmlns:a="http://schemas.openxmlformats.org/drawingml/2006/main" noGrp="1"/>
          </p:cNvSpPr>
          <p:nvPr/>
        </p:nvSpPr>
        <p:spPr>
          <a:xfrm xmlns:a="http://schemas.openxmlformats.org/drawingml/2006/main">
            <a:off x="7239000" y="5019675"/>
            <a:ext cx="4343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a:solidFill>
                  <a:srgbClr val="153D33"/>
                </a:solidFill>
                <a:latin typeface="Nimbus Sans"/>
                <a:ea typeface="Nimbus Sans"/>
                <a:cs typeface="Nimbus Sans"/>
              </a:defRPr>
            </a:defPPr>
            <a:lvl1pPr algn="l">
              <a:defRPr sz="1875" b="1">
                <a:solidFill>
                  <a:srgbClr val="153D33"/>
                </a:solidFill>
                <a:latin typeface="Nimbus Sans"/>
                <a:ea typeface="Nimbus Sans"/>
                <a:cs typeface="Nimbus Sans"/>
              </a:defRPr>
            </a:lvl1pPr>
            <a:lvl2pPr algn="l">
              <a:defRPr sz="1875" b="1">
                <a:solidFill>
                  <a:srgbClr val="153D33"/>
                </a:solidFill>
                <a:latin typeface="Nimbus Sans"/>
                <a:ea typeface="Nimbus Sans"/>
                <a:cs typeface="Nimbus Sans"/>
              </a:defRPr>
            </a:lvl2pPr>
            <a:lvl3pPr algn="l">
              <a:defRPr sz="1875" b="1">
                <a:solidFill>
                  <a:srgbClr val="153D33"/>
                </a:solidFill>
                <a:latin typeface="Nimbus Sans"/>
                <a:ea typeface="Nimbus Sans"/>
                <a:cs typeface="Nimbus Sans"/>
              </a:defRPr>
            </a:lvl3pPr>
            <a:lvl4pPr algn="l">
              <a:defRPr sz="1875" b="1">
                <a:solidFill>
                  <a:srgbClr val="153D33"/>
                </a:solidFill>
                <a:latin typeface="Nimbus Sans"/>
                <a:ea typeface="Nimbus Sans"/>
                <a:cs typeface="Nimbus Sans"/>
              </a:defRPr>
            </a:lvl4pPr>
            <a:lvl5pPr algn="l">
              <a:defRPr sz="1875" b="1">
                <a:solidFill>
                  <a:srgbClr val="153D33"/>
                </a:solidFill>
                <a:latin typeface="Nimbus Sans"/>
                <a:ea typeface="Nimbus Sans"/>
                <a:cs typeface="Nimbus Sans"/>
              </a:defRPr>
            </a:lvl5pPr>
            <a:lvl6pPr algn="l">
              <a:defRPr sz="1875" b="1">
                <a:solidFill>
                  <a:srgbClr val="153D33"/>
                </a:solidFill>
                <a:latin typeface="Nimbus Sans"/>
                <a:ea typeface="Nimbus Sans"/>
                <a:cs typeface="Nimbus Sans"/>
              </a:defRPr>
            </a:lvl6pPr>
            <a:lvl7pPr algn="l">
              <a:defRPr sz="1875" b="1">
                <a:solidFill>
                  <a:srgbClr val="153D33"/>
                </a:solidFill>
                <a:latin typeface="Nimbus Sans"/>
                <a:ea typeface="Nimbus Sans"/>
                <a:cs typeface="Nimbus Sans"/>
              </a:defRPr>
            </a:lvl7pPr>
            <a:lvl8pPr algn="l">
              <a:defRPr sz="1875" b="1">
                <a:solidFill>
                  <a:srgbClr val="153D33"/>
                </a:solidFill>
                <a:latin typeface="Nimbus Sans"/>
                <a:ea typeface="Nimbus Sans"/>
                <a:cs typeface="Nimbus Sans"/>
              </a:defRPr>
            </a:lvl8pPr>
            <a:lvl9pPr algn="l">
              <a:defRPr sz="1875" b="1">
                <a:solidFill>
                  <a:srgbClr val="153D33"/>
                </a:solidFill>
                <a:latin typeface="Nimbus Sans"/>
                <a:ea typeface="Nimbus Sans"/>
                <a:cs typeface="Nimbus Sans"/>
              </a:defRPr>
            </a:lvl9pPr>
          </a:lstStyle>
          <a:p xmlns:a="http://schemas.openxmlformats.org/drawingml/2006/main">
            <a:pPr algn="l">
              <a:defRPr sz="1875" b="1">
                <a:solidFill>
                  <a:srgbClr val="153D33"/>
                </a:solidFill>
                <a:latin typeface="Nimbus Sans"/>
                <a:ea typeface="Nimbus Sans"/>
                <a:cs typeface="Nimbus Sans"/>
              </a:defRPr>
            </a:pPr>
            <a:r>
              <a:rPr sz="1875" b="1">
                <a:solidFill>
                  <a:srgbClr val="153D33"/>
                </a:solidFill>
                <a:latin typeface="Nimbus Sans"/>
                <a:ea typeface="Nimbus Sans"/>
                <a:cs typeface="Nimbus Sans"/>
              </a:rPr>
              <a:t>Report the boundary</a:t>
            </a:r>
          </a:p>
        </p:txBody>
      </p:sp>
      <p:sp>
        <p:nvSpPr>
          <p:cNvPr id="14" name="State dates, sample size and failures. Do not">
            <a:extLst xmlns:a="http://schemas.openxmlformats.org/drawingml/2006/main">
              <a:ext uri="{FF2B5EF4-FFF2-40B4-BE49-F238E27FC236}">
                <a16:creationId xmlns:a16="http://schemas.microsoft.com/office/drawing/2014/main" id="{852ADDBC-E1C0-4430-9258-D27EBDB9508D}"/>
              </a:ext>
            </a:extLst>
          </p:cNvPr>
          <p:cNvSpPr>
            <a:spLocks xmlns:a="http://schemas.openxmlformats.org/drawingml/2006/main" noGrp="1"/>
          </p:cNvSpPr>
          <p:nvPr/>
        </p:nvSpPr>
        <p:spPr>
          <a:xfrm xmlns:a="http://schemas.openxmlformats.org/drawingml/2006/main">
            <a:off x="7239000" y="5419725"/>
            <a:ext cx="4343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E7168"/>
                </a:solidFill>
                <a:latin typeface="Nimbus Sans"/>
                <a:ea typeface="Nimbus Sans"/>
                <a:cs typeface="Nimbus Sans"/>
              </a:defRPr>
            </a:defPPr>
            <a:lvl1pPr algn="l">
              <a:defRPr sz="1725" b="0">
                <a:solidFill>
                  <a:srgbClr val="5E7168"/>
                </a:solidFill>
                <a:latin typeface="Nimbus Sans"/>
                <a:ea typeface="Nimbus Sans"/>
                <a:cs typeface="Nimbus Sans"/>
              </a:defRPr>
            </a:lvl1pPr>
            <a:lvl2pPr algn="l">
              <a:defRPr sz="1725" b="0">
                <a:solidFill>
                  <a:srgbClr val="5E7168"/>
                </a:solidFill>
                <a:latin typeface="Nimbus Sans"/>
                <a:ea typeface="Nimbus Sans"/>
                <a:cs typeface="Nimbus Sans"/>
              </a:defRPr>
            </a:lvl2pPr>
            <a:lvl3pPr algn="l">
              <a:defRPr sz="1725" b="0">
                <a:solidFill>
                  <a:srgbClr val="5E7168"/>
                </a:solidFill>
                <a:latin typeface="Nimbus Sans"/>
                <a:ea typeface="Nimbus Sans"/>
                <a:cs typeface="Nimbus Sans"/>
              </a:defRPr>
            </a:lvl3pPr>
            <a:lvl4pPr algn="l">
              <a:defRPr sz="1725" b="0">
                <a:solidFill>
                  <a:srgbClr val="5E7168"/>
                </a:solidFill>
                <a:latin typeface="Nimbus Sans"/>
                <a:ea typeface="Nimbus Sans"/>
                <a:cs typeface="Nimbus Sans"/>
              </a:defRPr>
            </a:lvl4pPr>
            <a:lvl5pPr algn="l">
              <a:defRPr sz="1725" b="0">
                <a:solidFill>
                  <a:srgbClr val="5E7168"/>
                </a:solidFill>
                <a:latin typeface="Nimbus Sans"/>
                <a:ea typeface="Nimbus Sans"/>
                <a:cs typeface="Nimbus Sans"/>
              </a:defRPr>
            </a:lvl5pPr>
            <a:lvl6pPr algn="l">
              <a:defRPr sz="1725" b="0">
                <a:solidFill>
                  <a:srgbClr val="5E7168"/>
                </a:solidFill>
                <a:latin typeface="Nimbus Sans"/>
                <a:ea typeface="Nimbus Sans"/>
                <a:cs typeface="Nimbus Sans"/>
              </a:defRPr>
            </a:lvl6pPr>
            <a:lvl7pPr algn="l">
              <a:defRPr sz="1725" b="0">
                <a:solidFill>
                  <a:srgbClr val="5E7168"/>
                </a:solidFill>
                <a:latin typeface="Nimbus Sans"/>
                <a:ea typeface="Nimbus Sans"/>
                <a:cs typeface="Nimbus Sans"/>
              </a:defRPr>
            </a:lvl7pPr>
            <a:lvl8pPr algn="l">
              <a:defRPr sz="1725" b="0">
                <a:solidFill>
                  <a:srgbClr val="5E7168"/>
                </a:solidFill>
                <a:latin typeface="Nimbus Sans"/>
                <a:ea typeface="Nimbus Sans"/>
                <a:cs typeface="Nimbus Sans"/>
              </a:defRPr>
            </a:lvl8pPr>
            <a:lvl9pPr algn="l">
              <a:defRPr sz="1725" b="0">
                <a:solidFill>
                  <a:srgbClr val="5E7168"/>
                </a:solidFill>
                <a:latin typeface="Nimbus Sans"/>
                <a:ea typeface="Nimbus Sans"/>
                <a:cs typeface="Nimbus Sans"/>
              </a:defRPr>
            </a:lvl9pPr>
          </a:lstStyle>
          <a:p xmlns:a="http://schemas.openxmlformats.org/drawingml/2006/main">
            <a:pPr algn="l">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State dates, sample size and failures. Do not infer accuracy from 3 queries.</a:t>
            </a:r>
          </a:p>
        </p:txBody>
      </p:sp>
    </p:spTree>
    <p:extLst>
      <p:ext uri="{BB962C8B-B14F-4D97-AF65-F5344CB8AC3E}">
        <p14:creationId xmlns:p14="http://schemas.microsoft.com/office/powerpoint/2010/main" val="341525494"/>
      </p:ext>
    </p:extLst>
  </p:cSld>
</p:sld>
</file>

<file path=ppt/slides/slide7.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3" name="5. Conclusion / 6. Future work and limitation">
            <a:extLst xmlns:a="http://schemas.openxmlformats.org/drawingml/2006/main">
              <a:ext uri="{FF2B5EF4-FFF2-40B4-BE49-F238E27FC236}">
                <a16:creationId xmlns:a16="http://schemas.microsoft.com/office/drawing/2014/main" id="{2FA919DF-AAEA-4C08-BE6D-4027D3EFDC05}"/>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5. Conclusion / 6. Future work and limitations</a:t>
            </a:r>
          </a:p>
        </p:txBody>
      </p:sp>
      <p:sp>
        <p:nvSpPr>
          <p:cNvPr id="2" name="Current capability, evidence limits and impro">
            <a:extLst xmlns:a="http://schemas.openxmlformats.org/drawingml/2006/main">
              <a:ext uri="{FF2B5EF4-FFF2-40B4-BE49-F238E27FC236}">
                <a16:creationId xmlns:a16="http://schemas.microsoft.com/office/drawing/2014/main" id="{1B8CE036-9B16-4A44-AB32-2F4C483977C2}"/>
              </a:ext>
            </a:extLst>
          </p:cNvPr>
          <p:cNvSpPr>
            <a:spLocks xmlns:a="http://schemas.openxmlformats.org/drawingml/2006/main" noGrp="1"/>
          </p:cNvSpPr>
          <p:nvPr/>
        </p:nvSpPr>
        <p:spPr>
          <a:xfrm xmlns:a="http://schemas.openxmlformats.org/drawingml/2006/main">
            <a:off x="609600" y="120015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Current capability, evidence limits and improvements that matter to visitors</a:t>
            </a:r>
          </a:p>
        </p:txBody>
      </p:sp>
      <p:sp>
        <p:nvSpPr>
          <p:cNvPr id="3" name="07">
            <a:extLst xmlns:a="http://schemas.openxmlformats.org/drawingml/2006/main">
              <a:ext uri="{FF2B5EF4-FFF2-40B4-BE49-F238E27FC236}">
                <a16:creationId xmlns:a16="http://schemas.microsoft.com/office/drawing/2014/main" id="{FFFF8430-08FD-407C-B5F9-82AC6CDFE144}"/>
              </a:ext>
            </a:extLst>
          </p:cNvPr>
          <p:cNvSpPr>
            <a:spLocks xmlns:a="http://schemas.openxmlformats.org/drawingml/2006/main" noGrp="1"/>
          </p:cNvSpPr>
          <p:nvPr/>
        </p:nvSpPr>
        <p:spPr>
          <a:xfrm xmlns:a="http://schemas.openxmlformats.org/drawingml/2006/main">
            <a:off x="11239500" y="64198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07</a:t>
            </a:r>
          </a:p>
        </p:txBody>
      </p:sp>
      <p:sp>
        <p:nvSpPr>
          <p:cNvPr id="4" name="Project conclusion">
            <a:extLst xmlns:a="http://schemas.openxmlformats.org/drawingml/2006/main">
              <a:ext uri="{FF2B5EF4-FFF2-40B4-BE49-F238E27FC236}">
                <a16:creationId xmlns:a16="http://schemas.microsoft.com/office/drawing/2014/main" id="{2C932B29-0599-4D46-B46A-505D3F92D561}"/>
              </a:ext>
            </a:extLst>
          </p:cNvPr>
          <p:cNvSpPr>
            <a:spLocks xmlns:a="http://schemas.openxmlformats.org/drawingml/2006/main" noGrp="1"/>
          </p:cNvSpPr>
          <p:nvPr/>
        </p:nvSpPr>
        <p:spPr>
          <a:xfrm xmlns:a="http://schemas.openxmlformats.org/drawingml/2006/main">
            <a:off x="609600" y="1876425"/>
            <a:ext cx="504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25" b="1">
                <a:solidFill>
                  <a:srgbClr val="24745B"/>
                </a:solidFill>
                <a:latin typeface="Nimbus Sans"/>
                <a:ea typeface="Nimbus Sans"/>
                <a:cs typeface="Nimbus Sans"/>
              </a:defRPr>
            </a:defPPr>
            <a:lvl1pPr algn="l">
              <a:defRPr sz="2325" b="1">
                <a:solidFill>
                  <a:srgbClr val="24745B"/>
                </a:solidFill>
                <a:latin typeface="Nimbus Sans"/>
                <a:ea typeface="Nimbus Sans"/>
                <a:cs typeface="Nimbus Sans"/>
              </a:defRPr>
            </a:lvl1pPr>
            <a:lvl2pPr algn="l">
              <a:defRPr sz="2325" b="1">
                <a:solidFill>
                  <a:srgbClr val="24745B"/>
                </a:solidFill>
                <a:latin typeface="Nimbus Sans"/>
                <a:ea typeface="Nimbus Sans"/>
                <a:cs typeface="Nimbus Sans"/>
              </a:defRPr>
            </a:lvl2pPr>
            <a:lvl3pPr algn="l">
              <a:defRPr sz="2325" b="1">
                <a:solidFill>
                  <a:srgbClr val="24745B"/>
                </a:solidFill>
                <a:latin typeface="Nimbus Sans"/>
                <a:ea typeface="Nimbus Sans"/>
                <a:cs typeface="Nimbus Sans"/>
              </a:defRPr>
            </a:lvl3pPr>
            <a:lvl4pPr algn="l">
              <a:defRPr sz="2325" b="1">
                <a:solidFill>
                  <a:srgbClr val="24745B"/>
                </a:solidFill>
                <a:latin typeface="Nimbus Sans"/>
                <a:ea typeface="Nimbus Sans"/>
                <a:cs typeface="Nimbus Sans"/>
              </a:defRPr>
            </a:lvl4pPr>
            <a:lvl5pPr algn="l">
              <a:defRPr sz="2325" b="1">
                <a:solidFill>
                  <a:srgbClr val="24745B"/>
                </a:solidFill>
                <a:latin typeface="Nimbus Sans"/>
                <a:ea typeface="Nimbus Sans"/>
                <a:cs typeface="Nimbus Sans"/>
              </a:defRPr>
            </a:lvl5pPr>
            <a:lvl6pPr algn="l">
              <a:defRPr sz="2325" b="1">
                <a:solidFill>
                  <a:srgbClr val="24745B"/>
                </a:solidFill>
                <a:latin typeface="Nimbus Sans"/>
                <a:ea typeface="Nimbus Sans"/>
                <a:cs typeface="Nimbus Sans"/>
              </a:defRPr>
            </a:lvl6pPr>
            <a:lvl7pPr algn="l">
              <a:defRPr sz="2325" b="1">
                <a:solidFill>
                  <a:srgbClr val="24745B"/>
                </a:solidFill>
                <a:latin typeface="Nimbus Sans"/>
                <a:ea typeface="Nimbus Sans"/>
                <a:cs typeface="Nimbus Sans"/>
              </a:defRPr>
            </a:lvl7pPr>
            <a:lvl8pPr algn="l">
              <a:defRPr sz="2325" b="1">
                <a:solidFill>
                  <a:srgbClr val="24745B"/>
                </a:solidFill>
                <a:latin typeface="Nimbus Sans"/>
                <a:ea typeface="Nimbus Sans"/>
                <a:cs typeface="Nimbus Sans"/>
              </a:defRPr>
            </a:lvl8pPr>
            <a:lvl9pPr algn="l">
              <a:defRPr sz="2325" b="1">
                <a:solidFill>
                  <a:srgbClr val="24745B"/>
                </a:solidFill>
                <a:latin typeface="Nimbus Sans"/>
                <a:ea typeface="Nimbus Sans"/>
                <a:cs typeface="Nimbus Sans"/>
              </a:defRPr>
            </a:lvl9pPr>
          </a:lstStyle>
          <a:p xmlns:a="http://schemas.openxmlformats.org/drawingml/2006/main">
            <a:pPr algn="l">
              <a:defRPr sz="2325" b="1">
                <a:solidFill>
                  <a:srgbClr val="24745B"/>
                </a:solidFill>
                <a:latin typeface="Nimbus Sans"/>
                <a:ea typeface="Nimbus Sans"/>
                <a:cs typeface="Nimbus Sans"/>
              </a:defRPr>
            </a:pPr>
            <a:r>
              <a:rPr sz="2325" b="1">
                <a:solidFill>
                  <a:srgbClr val="24745B"/>
                </a:solidFill>
                <a:latin typeface="Nimbus Sans"/>
                <a:ea typeface="Nimbus Sans"/>
                <a:cs typeface="Nimbus Sans"/>
              </a:rPr>
              <a:t>Project conclusion</a:t>
            </a:r>
          </a:p>
        </p:txBody>
      </p:sp>
      <p:sp>
        <p:nvSpPr>
          <p:cNvPr id="5" name="Implemented workflow">
            <a:extLst xmlns:a="http://schemas.openxmlformats.org/drawingml/2006/main">
              <a:ext uri="{FF2B5EF4-FFF2-40B4-BE49-F238E27FC236}">
                <a16:creationId xmlns:a16="http://schemas.microsoft.com/office/drawing/2014/main" id="{8CC322D8-5432-435B-9D1F-8B0A84B70A37}"/>
              </a:ext>
            </a:extLst>
          </p:cNvPr>
          <p:cNvSpPr>
            <a:spLocks xmlns:a="http://schemas.openxmlformats.org/drawingml/2006/main" noGrp="1"/>
          </p:cNvSpPr>
          <p:nvPr/>
        </p:nvSpPr>
        <p:spPr>
          <a:xfrm xmlns:a="http://schemas.openxmlformats.org/drawingml/2006/main">
            <a:off x="609600" y="2524125"/>
            <a:ext cx="5000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153D33"/>
                </a:solidFill>
                <a:latin typeface="Nimbus Sans"/>
                <a:ea typeface="Nimbus Sans"/>
                <a:cs typeface="Nimbus Sans"/>
              </a:defRPr>
            </a:defPPr>
            <a:lvl1pPr algn="l">
              <a:defRPr sz="2025" b="1">
                <a:solidFill>
                  <a:srgbClr val="153D33"/>
                </a:solidFill>
                <a:latin typeface="Nimbus Sans"/>
                <a:ea typeface="Nimbus Sans"/>
                <a:cs typeface="Nimbus Sans"/>
              </a:defRPr>
            </a:lvl1pPr>
            <a:lvl2pPr algn="l">
              <a:defRPr sz="2025" b="1">
                <a:solidFill>
                  <a:srgbClr val="153D33"/>
                </a:solidFill>
                <a:latin typeface="Nimbus Sans"/>
                <a:ea typeface="Nimbus Sans"/>
                <a:cs typeface="Nimbus Sans"/>
              </a:defRPr>
            </a:lvl2pPr>
            <a:lvl3pPr algn="l">
              <a:defRPr sz="2025" b="1">
                <a:solidFill>
                  <a:srgbClr val="153D33"/>
                </a:solidFill>
                <a:latin typeface="Nimbus Sans"/>
                <a:ea typeface="Nimbus Sans"/>
                <a:cs typeface="Nimbus Sans"/>
              </a:defRPr>
            </a:lvl3pPr>
            <a:lvl4pPr algn="l">
              <a:defRPr sz="2025" b="1">
                <a:solidFill>
                  <a:srgbClr val="153D33"/>
                </a:solidFill>
                <a:latin typeface="Nimbus Sans"/>
                <a:ea typeface="Nimbus Sans"/>
                <a:cs typeface="Nimbus Sans"/>
              </a:defRPr>
            </a:lvl4pPr>
            <a:lvl5pPr algn="l">
              <a:defRPr sz="2025" b="1">
                <a:solidFill>
                  <a:srgbClr val="153D33"/>
                </a:solidFill>
                <a:latin typeface="Nimbus Sans"/>
                <a:ea typeface="Nimbus Sans"/>
                <a:cs typeface="Nimbus Sans"/>
              </a:defRPr>
            </a:lvl5pPr>
            <a:lvl6pPr algn="l">
              <a:defRPr sz="2025" b="1">
                <a:solidFill>
                  <a:srgbClr val="153D33"/>
                </a:solidFill>
                <a:latin typeface="Nimbus Sans"/>
                <a:ea typeface="Nimbus Sans"/>
                <a:cs typeface="Nimbus Sans"/>
              </a:defRPr>
            </a:lvl6pPr>
            <a:lvl7pPr algn="l">
              <a:defRPr sz="2025" b="1">
                <a:solidFill>
                  <a:srgbClr val="153D33"/>
                </a:solidFill>
                <a:latin typeface="Nimbus Sans"/>
                <a:ea typeface="Nimbus Sans"/>
                <a:cs typeface="Nimbus Sans"/>
              </a:defRPr>
            </a:lvl7pPr>
            <a:lvl8pPr algn="l">
              <a:defRPr sz="2025" b="1">
                <a:solidFill>
                  <a:srgbClr val="153D33"/>
                </a:solidFill>
                <a:latin typeface="Nimbus Sans"/>
                <a:ea typeface="Nimbus Sans"/>
                <a:cs typeface="Nimbus Sans"/>
              </a:defRPr>
            </a:lvl8pPr>
            <a:lvl9pPr algn="l">
              <a:defRPr sz="2025" b="1">
                <a:solidFill>
                  <a:srgbClr val="153D33"/>
                </a:solidFill>
                <a:latin typeface="Nimbus Sans"/>
                <a:ea typeface="Nimbus Sans"/>
                <a:cs typeface="Nimbus Sans"/>
              </a:defRPr>
            </a:lvl9pPr>
          </a:lstStyle>
          <a:p xmlns:a="http://schemas.openxmlformats.org/drawingml/2006/main">
            <a:pPr algn="l">
              <a:defRPr sz="2025" b="1">
                <a:solidFill>
                  <a:srgbClr val="153D33"/>
                </a:solidFill>
                <a:latin typeface="Nimbus Sans"/>
                <a:ea typeface="Nimbus Sans"/>
                <a:cs typeface="Nimbus Sans"/>
              </a:defRPr>
            </a:pPr>
            <a:r>
              <a:rPr sz="2025" b="1">
                <a:solidFill>
                  <a:srgbClr val="153D33"/>
                </a:solidFill>
                <a:latin typeface="Nimbus Sans"/>
                <a:ea typeface="Nimbus Sans"/>
                <a:cs typeface="Nimbus Sans"/>
              </a:rPr>
              <a:t>Implemented workflow</a:t>
            </a:r>
          </a:p>
        </p:txBody>
      </p:sp>
      <p:sp>
        <p:nvSpPr>
          <p:cNvPr id="6" name="Photo tagging, descriptive search and persist">
            <a:extLst xmlns:a="http://schemas.openxmlformats.org/drawingml/2006/main">
              <a:ext uri="{FF2B5EF4-FFF2-40B4-BE49-F238E27FC236}">
                <a16:creationId xmlns:a16="http://schemas.microsoft.com/office/drawing/2014/main" id="{7C7AA03B-29ED-4DC2-BFF9-7695BC9AD7B7}"/>
              </a:ext>
            </a:extLst>
          </p:cNvPr>
          <p:cNvSpPr>
            <a:spLocks xmlns:a="http://schemas.openxmlformats.org/drawingml/2006/main" noGrp="1"/>
          </p:cNvSpPr>
          <p:nvPr/>
        </p:nvSpPr>
        <p:spPr>
          <a:xfrm xmlns:a="http://schemas.openxmlformats.org/drawingml/2006/main">
            <a:off x="609600" y="2914650"/>
            <a:ext cx="5000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0">
                <a:solidFill>
                  <a:srgbClr val="5E7168"/>
                </a:solidFill>
                <a:latin typeface="Nimbus Sans"/>
                <a:ea typeface="Nimbus Sans"/>
                <a:cs typeface="Nimbus Sans"/>
              </a:defRPr>
            </a:defPPr>
            <a:lvl1pPr algn="l">
              <a:defRPr sz="1875" b="0">
                <a:solidFill>
                  <a:srgbClr val="5E7168"/>
                </a:solidFill>
                <a:latin typeface="Nimbus Sans"/>
                <a:ea typeface="Nimbus Sans"/>
                <a:cs typeface="Nimbus Sans"/>
              </a:defRPr>
            </a:lvl1pPr>
            <a:lvl2pPr algn="l">
              <a:defRPr sz="1875" b="0">
                <a:solidFill>
                  <a:srgbClr val="5E7168"/>
                </a:solidFill>
                <a:latin typeface="Nimbus Sans"/>
                <a:ea typeface="Nimbus Sans"/>
                <a:cs typeface="Nimbus Sans"/>
              </a:defRPr>
            </a:lvl2pPr>
            <a:lvl3pPr algn="l">
              <a:defRPr sz="1875" b="0">
                <a:solidFill>
                  <a:srgbClr val="5E7168"/>
                </a:solidFill>
                <a:latin typeface="Nimbus Sans"/>
                <a:ea typeface="Nimbus Sans"/>
                <a:cs typeface="Nimbus Sans"/>
              </a:defRPr>
            </a:lvl3pPr>
            <a:lvl4pPr algn="l">
              <a:defRPr sz="1875" b="0">
                <a:solidFill>
                  <a:srgbClr val="5E7168"/>
                </a:solidFill>
                <a:latin typeface="Nimbus Sans"/>
                <a:ea typeface="Nimbus Sans"/>
                <a:cs typeface="Nimbus Sans"/>
              </a:defRPr>
            </a:lvl4pPr>
            <a:lvl5pPr algn="l">
              <a:defRPr sz="1875" b="0">
                <a:solidFill>
                  <a:srgbClr val="5E7168"/>
                </a:solidFill>
                <a:latin typeface="Nimbus Sans"/>
                <a:ea typeface="Nimbus Sans"/>
                <a:cs typeface="Nimbus Sans"/>
              </a:defRPr>
            </a:lvl5pPr>
            <a:lvl6pPr algn="l">
              <a:defRPr sz="1875" b="0">
                <a:solidFill>
                  <a:srgbClr val="5E7168"/>
                </a:solidFill>
                <a:latin typeface="Nimbus Sans"/>
                <a:ea typeface="Nimbus Sans"/>
                <a:cs typeface="Nimbus Sans"/>
              </a:defRPr>
            </a:lvl6pPr>
            <a:lvl7pPr algn="l">
              <a:defRPr sz="1875" b="0">
                <a:solidFill>
                  <a:srgbClr val="5E7168"/>
                </a:solidFill>
                <a:latin typeface="Nimbus Sans"/>
                <a:ea typeface="Nimbus Sans"/>
                <a:cs typeface="Nimbus Sans"/>
              </a:defRPr>
            </a:lvl7pPr>
            <a:lvl8pPr algn="l">
              <a:defRPr sz="1875" b="0">
                <a:solidFill>
                  <a:srgbClr val="5E7168"/>
                </a:solidFill>
                <a:latin typeface="Nimbus Sans"/>
                <a:ea typeface="Nimbus Sans"/>
                <a:cs typeface="Nimbus Sans"/>
              </a:defRPr>
            </a:lvl8pPr>
            <a:lvl9pPr algn="l">
              <a:defRPr sz="1875" b="0">
                <a:solidFill>
                  <a:srgbClr val="5E7168"/>
                </a:solidFill>
                <a:latin typeface="Nimbus Sans"/>
                <a:ea typeface="Nimbus Sans"/>
                <a:cs typeface="Nimbus Sans"/>
              </a:defRPr>
            </a:lvl9pPr>
          </a:lstStyle>
          <a:p xmlns:a="http://schemas.openxmlformats.org/drawingml/2006/main">
            <a:pPr algn="l">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Photo tagging, descriptive search and persistent four-slot operations</a:t>
            </a:r>
          </a:p>
        </p:txBody>
      </p:sp>
      <p:sp>
        <p:nvSpPr>
          <p:cNvPr id="7" name="User experience">
            <a:extLst xmlns:a="http://schemas.openxmlformats.org/drawingml/2006/main">
              <a:ext uri="{FF2B5EF4-FFF2-40B4-BE49-F238E27FC236}">
                <a16:creationId xmlns:a16="http://schemas.microsoft.com/office/drawing/2014/main" id="{0231BBB4-08DB-4FAB-815E-BCDB1312F92D}"/>
              </a:ext>
            </a:extLst>
          </p:cNvPr>
          <p:cNvSpPr>
            <a:spLocks xmlns:a="http://schemas.openxmlformats.org/drawingml/2006/main" noGrp="1"/>
          </p:cNvSpPr>
          <p:nvPr/>
        </p:nvSpPr>
        <p:spPr>
          <a:xfrm xmlns:a="http://schemas.openxmlformats.org/drawingml/2006/main">
            <a:off x="609600" y="3657600"/>
            <a:ext cx="5000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153D33"/>
                </a:solidFill>
                <a:latin typeface="Nimbus Sans"/>
                <a:ea typeface="Nimbus Sans"/>
                <a:cs typeface="Nimbus Sans"/>
              </a:defRPr>
            </a:defPPr>
            <a:lvl1pPr algn="l">
              <a:defRPr sz="2025" b="1">
                <a:solidFill>
                  <a:srgbClr val="153D33"/>
                </a:solidFill>
                <a:latin typeface="Nimbus Sans"/>
                <a:ea typeface="Nimbus Sans"/>
                <a:cs typeface="Nimbus Sans"/>
              </a:defRPr>
            </a:lvl1pPr>
            <a:lvl2pPr algn="l">
              <a:defRPr sz="2025" b="1">
                <a:solidFill>
                  <a:srgbClr val="153D33"/>
                </a:solidFill>
                <a:latin typeface="Nimbus Sans"/>
                <a:ea typeface="Nimbus Sans"/>
                <a:cs typeface="Nimbus Sans"/>
              </a:defRPr>
            </a:lvl2pPr>
            <a:lvl3pPr algn="l">
              <a:defRPr sz="2025" b="1">
                <a:solidFill>
                  <a:srgbClr val="153D33"/>
                </a:solidFill>
                <a:latin typeface="Nimbus Sans"/>
                <a:ea typeface="Nimbus Sans"/>
                <a:cs typeface="Nimbus Sans"/>
              </a:defRPr>
            </a:lvl3pPr>
            <a:lvl4pPr algn="l">
              <a:defRPr sz="2025" b="1">
                <a:solidFill>
                  <a:srgbClr val="153D33"/>
                </a:solidFill>
                <a:latin typeface="Nimbus Sans"/>
                <a:ea typeface="Nimbus Sans"/>
                <a:cs typeface="Nimbus Sans"/>
              </a:defRPr>
            </a:lvl4pPr>
            <a:lvl5pPr algn="l">
              <a:defRPr sz="2025" b="1">
                <a:solidFill>
                  <a:srgbClr val="153D33"/>
                </a:solidFill>
                <a:latin typeface="Nimbus Sans"/>
                <a:ea typeface="Nimbus Sans"/>
                <a:cs typeface="Nimbus Sans"/>
              </a:defRPr>
            </a:lvl5pPr>
            <a:lvl6pPr algn="l">
              <a:defRPr sz="2025" b="1">
                <a:solidFill>
                  <a:srgbClr val="153D33"/>
                </a:solidFill>
                <a:latin typeface="Nimbus Sans"/>
                <a:ea typeface="Nimbus Sans"/>
                <a:cs typeface="Nimbus Sans"/>
              </a:defRPr>
            </a:lvl6pPr>
            <a:lvl7pPr algn="l">
              <a:defRPr sz="2025" b="1">
                <a:solidFill>
                  <a:srgbClr val="153D33"/>
                </a:solidFill>
                <a:latin typeface="Nimbus Sans"/>
                <a:ea typeface="Nimbus Sans"/>
                <a:cs typeface="Nimbus Sans"/>
              </a:defRPr>
            </a:lvl7pPr>
            <a:lvl8pPr algn="l">
              <a:defRPr sz="2025" b="1">
                <a:solidFill>
                  <a:srgbClr val="153D33"/>
                </a:solidFill>
                <a:latin typeface="Nimbus Sans"/>
                <a:ea typeface="Nimbus Sans"/>
                <a:cs typeface="Nimbus Sans"/>
              </a:defRPr>
            </a:lvl8pPr>
            <a:lvl9pPr algn="l">
              <a:defRPr sz="2025" b="1">
                <a:solidFill>
                  <a:srgbClr val="153D33"/>
                </a:solidFill>
                <a:latin typeface="Nimbus Sans"/>
                <a:ea typeface="Nimbus Sans"/>
                <a:cs typeface="Nimbus Sans"/>
              </a:defRPr>
            </a:lvl9pPr>
          </a:lstStyle>
          <a:p xmlns:a="http://schemas.openxmlformats.org/drawingml/2006/main">
            <a:pPr algn="l">
              <a:defRPr sz="2025" b="1">
                <a:solidFill>
                  <a:srgbClr val="153D33"/>
                </a:solidFill>
                <a:latin typeface="Nimbus Sans"/>
                <a:ea typeface="Nimbus Sans"/>
                <a:cs typeface="Nimbus Sans"/>
              </a:defRPr>
            </a:pPr>
            <a:r>
              <a:rPr sz="2025" b="1">
                <a:solidFill>
                  <a:srgbClr val="153D33"/>
                </a:solidFill>
                <a:latin typeface="Nimbus Sans"/>
                <a:ea typeface="Nimbus Sans"/>
                <a:cs typeface="Nimbus Sans"/>
              </a:rPr>
              <a:t>User experience</a:t>
            </a:r>
          </a:p>
        </p:txBody>
      </p:sp>
      <p:sp>
        <p:nvSpPr>
          <p:cNvPr id="8" name="Visible next actions, editable voice text and">
            <a:extLst xmlns:a="http://schemas.openxmlformats.org/drawingml/2006/main">
              <a:ext uri="{FF2B5EF4-FFF2-40B4-BE49-F238E27FC236}">
                <a16:creationId xmlns:a16="http://schemas.microsoft.com/office/drawing/2014/main" id="{773C4A3B-6771-4DC9-B408-E8E4AF88F12C}"/>
              </a:ext>
            </a:extLst>
          </p:cNvPr>
          <p:cNvSpPr>
            <a:spLocks xmlns:a="http://schemas.openxmlformats.org/drawingml/2006/main" noGrp="1"/>
          </p:cNvSpPr>
          <p:nvPr/>
        </p:nvSpPr>
        <p:spPr>
          <a:xfrm xmlns:a="http://schemas.openxmlformats.org/drawingml/2006/main">
            <a:off x="609600" y="4048125"/>
            <a:ext cx="5000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0">
                <a:solidFill>
                  <a:srgbClr val="5E7168"/>
                </a:solidFill>
                <a:latin typeface="Nimbus Sans"/>
                <a:ea typeface="Nimbus Sans"/>
                <a:cs typeface="Nimbus Sans"/>
              </a:defRPr>
            </a:defPPr>
            <a:lvl1pPr algn="l">
              <a:defRPr sz="1875" b="0">
                <a:solidFill>
                  <a:srgbClr val="5E7168"/>
                </a:solidFill>
                <a:latin typeface="Nimbus Sans"/>
                <a:ea typeface="Nimbus Sans"/>
                <a:cs typeface="Nimbus Sans"/>
              </a:defRPr>
            </a:lvl1pPr>
            <a:lvl2pPr algn="l">
              <a:defRPr sz="1875" b="0">
                <a:solidFill>
                  <a:srgbClr val="5E7168"/>
                </a:solidFill>
                <a:latin typeface="Nimbus Sans"/>
                <a:ea typeface="Nimbus Sans"/>
                <a:cs typeface="Nimbus Sans"/>
              </a:defRPr>
            </a:lvl2pPr>
            <a:lvl3pPr algn="l">
              <a:defRPr sz="1875" b="0">
                <a:solidFill>
                  <a:srgbClr val="5E7168"/>
                </a:solidFill>
                <a:latin typeface="Nimbus Sans"/>
                <a:ea typeface="Nimbus Sans"/>
                <a:cs typeface="Nimbus Sans"/>
              </a:defRPr>
            </a:lvl3pPr>
            <a:lvl4pPr algn="l">
              <a:defRPr sz="1875" b="0">
                <a:solidFill>
                  <a:srgbClr val="5E7168"/>
                </a:solidFill>
                <a:latin typeface="Nimbus Sans"/>
                <a:ea typeface="Nimbus Sans"/>
                <a:cs typeface="Nimbus Sans"/>
              </a:defRPr>
            </a:lvl4pPr>
            <a:lvl5pPr algn="l">
              <a:defRPr sz="1875" b="0">
                <a:solidFill>
                  <a:srgbClr val="5E7168"/>
                </a:solidFill>
                <a:latin typeface="Nimbus Sans"/>
                <a:ea typeface="Nimbus Sans"/>
                <a:cs typeface="Nimbus Sans"/>
              </a:defRPr>
            </a:lvl5pPr>
            <a:lvl6pPr algn="l">
              <a:defRPr sz="1875" b="0">
                <a:solidFill>
                  <a:srgbClr val="5E7168"/>
                </a:solidFill>
                <a:latin typeface="Nimbus Sans"/>
                <a:ea typeface="Nimbus Sans"/>
                <a:cs typeface="Nimbus Sans"/>
              </a:defRPr>
            </a:lvl6pPr>
            <a:lvl7pPr algn="l">
              <a:defRPr sz="1875" b="0">
                <a:solidFill>
                  <a:srgbClr val="5E7168"/>
                </a:solidFill>
                <a:latin typeface="Nimbus Sans"/>
                <a:ea typeface="Nimbus Sans"/>
                <a:cs typeface="Nimbus Sans"/>
              </a:defRPr>
            </a:lvl7pPr>
            <a:lvl8pPr algn="l">
              <a:defRPr sz="1875" b="0">
                <a:solidFill>
                  <a:srgbClr val="5E7168"/>
                </a:solidFill>
                <a:latin typeface="Nimbus Sans"/>
                <a:ea typeface="Nimbus Sans"/>
                <a:cs typeface="Nimbus Sans"/>
              </a:defRPr>
            </a:lvl8pPr>
            <a:lvl9pPr algn="l">
              <a:defRPr sz="1875" b="0">
                <a:solidFill>
                  <a:srgbClr val="5E7168"/>
                </a:solidFill>
                <a:latin typeface="Nimbus Sans"/>
                <a:ea typeface="Nimbus Sans"/>
                <a:cs typeface="Nimbus Sans"/>
              </a:defRPr>
            </a:lvl9pPr>
          </a:lstStyle>
          <a:p xmlns:a="http://schemas.openxmlformats.org/drawingml/2006/main">
            <a:pPr algn="l">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Visible next actions, editable voice text and session reset</a:t>
            </a:r>
          </a:p>
        </p:txBody>
      </p:sp>
      <p:sp>
        <p:nvSpPr>
          <p:cNvPr id="9" name="Evidence boundary">
            <a:extLst xmlns:a="http://schemas.openxmlformats.org/drawingml/2006/main">
              <a:ext uri="{FF2B5EF4-FFF2-40B4-BE49-F238E27FC236}">
                <a16:creationId xmlns:a16="http://schemas.microsoft.com/office/drawing/2014/main" id="{06CB2BCE-534B-4B60-8F42-199441FF31CD}"/>
              </a:ext>
            </a:extLst>
          </p:cNvPr>
          <p:cNvSpPr>
            <a:spLocks xmlns:a="http://schemas.openxmlformats.org/drawingml/2006/main" noGrp="1"/>
          </p:cNvSpPr>
          <p:nvPr/>
        </p:nvSpPr>
        <p:spPr>
          <a:xfrm xmlns:a="http://schemas.openxmlformats.org/drawingml/2006/main">
            <a:off x="609600" y="4791075"/>
            <a:ext cx="5000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153D33"/>
                </a:solidFill>
                <a:latin typeface="Nimbus Sans"/>
                <a:ea typeface="Nimbus Sans"/>
                <a:cs typeface="Nimbus Sans"/>
              </a:defRPr>
            </a:defPPr>
            <a:lvl1pPr algn="l">
              <a:defRPr sz="2025" b="1">
                <a:solidFill>
                  <a:srgbClr val="153D33"/>
                </a:solidFill>
                <a:latin typeface="Nimbus Sans"/>
                <a:ea typeface="Nimbus Sans"/>
                <a:cs typeface="Nimbus Sans"/>
              </a:defRPr>
            </a:lvl1pPr>
            <a:lvl2pPr algn="l">
              <a:defRPr sz="2025" b="1">
                <a:solidFill>
                  <a:srgbClr val="153D33"/>
                </a:solidFill>
                <a:latin typeface="Nimbus Sans"/>
                <a:ea typeface="Nimbus Sans"/>
                <a:cs typeface="Nimbus Sans"/>
              </a:defRPr>
            </a:lvl2pPr>
            <a:lvl3pPr algn="l">
              <a:defRPr sz="2025" b="1">
                <a:solidFill>
                  <a:srgbClr val="153D33"/>
                </a:solidFill>
                <a:latin typeface="Nimbus Sans"/>
                <a:ea typeface="Nimbus Sans"/>
                <a:cs typeface="Nimbus Sans"/>
              </a:defRPr>
            </a:lvl3pPr>
            <a:lvl4pPr algn="l">
              <a:defRPr sz="2025" b="1">
                <a:solidFill>
                  <a:srgbClr val="153D33"/>
                </a:solidFill>
                <a:latin typeface="Nimbus Sans"/>
                <a:ea typeface="Nimbus Sans"/>
                <a:cs typeface="Nimbus Sans"/>
              </a:defRPr>
            </a:lvl4pPr>
            <a:lvl5pPr algn="l">
              <a:defRPr sz="2025" b="1">
                <a:solidFill>
                  <a:srgbClr val="153D33"/>
                </a:solidFill>
                <a:latin typeface="Nimbus Sans"/>
                <a:ea typeface="Nimbus Sans"/>
                <a:cs typeface="Nimbus Sans"/>
              </a:defRPr>
            </a:lvl5pPr>
            <a:lvl6pPr algn="l">
              <a:defRPr sz="2025" b="1">
                <a:solidFill>
                  <a:srgbClr val="153D33"/>
                </a:solidFill>
                <a:latin typeface="Nimbus Sans"/>
                <a:ea typeface="Nimbus Sans"/>
                <a:cs typeface="Nimbus Sans"/>
              </a:defRPr>
            </a:lvl6pPr>
            <a:lvl7pPr algn="l">
              <a:defRPr sz="2025" b="1">
                <a:solidFill>
                  <a:srgbClr val="153D33"/>
                </a:solidFill>
                <a:latin typeface="Nimbus Sans"/>
                <a:ea typeface="Nimbus Sans"/>
                <a:cs typeface="Nimbus Sans"/>
              </a:defRPr>
            </a:lvl7pPr>
            <a:lvl8pPr algn="l">
              <a:defRPr sz="2025" b="1">
                <a:solidFill>
                  <a:srgbClr val="153D33"/>
                </a:solidFill>
                <a:latin typeface="Nimbus Sans"/>
                <a:ea typeface="Nimbus Sans"/>
                <a:cs typeface="Nimbus Sans"/>
              </a:defRPr>
            </a:lvl8pPr>
            <a:lvl9pPr algn="l">
              <a:defRPr sz="2025" b="1">
                <a:solidFill>
                  <a:srgbClr val="153D33"/>
                </a:solidFill>
                <a:latin typeface="Nimbus Sans"/>
                <a:ea typeface="Nimbus Sans"/>
                <a:cs typeface="Nimbus Sans"/>
              </a:defRPr>
            </a:lvl9pPr>
          </a:lstStyle>
          <a:p xmlns:a="http://schemas.openxmlformats.org/drawingml/2006/main">
            <a:pPr algn="l">
              <a:defRPr sz="2025" b="1">
                <a:solidFill>
                  <a:srgbClr val="153D33"/>
                </a:solidFill>
                <a:latin typeface="Nimbus Sans"/>
                <a:ea typeface="Nimbus Sans"/>
                <a:cs typeface="Nimbus Sans"/>
              </a:defRPr>
            </a:pPr>
            <a:r>
              <a:rPr sz="2025" b="1">
                <a:solidFill>
                  <a:srgbClr val="153D33"/>
                </a:solidFill>
                <a:latin typeface="Nimbus Sans"/>
                <a:ea typeface="Nimbus Sans"/>
                <a:cs typeface="Nimbus Sans"/>
              </a:rPr>
              <a:t>Evidence boundary</a:t>
            </a:r>
          </a:p>
        </p:txBody>
      </p:sp>
      <p:sp>
        <p:nvSpPr>
          <p:cNvPr id="10" name="Software checks support the logic. Real-door ">
            <a:extLst xmlns:a="http://schemas.openxmlformats.org/drawingml/2006/main">
              <a:ext uri="{FF2B5EF4-FFF2-40B4-BE49-F238E27FC236}">
                <a16:creationId xmlns:a16="http://schemas.microsoft.com/office/drawing/2014/main" id="{041D779F-E241-48B8-BA4B-917431A6F205}"/>
              </a:ext>
            </a:extLst>
          </p:cNvPr>
          <p:cNvSpPr>
            <a:spLocks xmlns:a="http://schemas.openxmlformats.org/drawingml/2006/main" noGrp="1"/>
          </p:cNvSpPr>
          <p:nvPr/>
        </p:nvSpPr>
        <p:spPr>
          <a:xfrm xmlns:a="http://schemas.openxmlformats.org/drawingml/2006/main">
            <a:off x="609600" y="5181600"/>
            <a:ext cx="5000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0">
                <a:solidFill>
                  <a:srgbClr val="5E7168"/>
                </a:solidFill>
                <a:latin typeface="Nimbus Sans"/>
                <a:ea typeface="Nimbus Sans"/>
                <a:cs typeface="Nimbus Sans"/>
              </a:defRPr>
            </a:defPPr>
            <a:lvl1pPr algn="l">
              <a:defRPr sz="1875" b="0">
                <a:solidFill>
                  <a:srgbClr val="5E7168"/>
                </a:solidFill>
                <a:latin typeface="Nimbus Sans"/>
                <a:ea typeface="Nimbus Sans"/>
                <a:cs typeface="Nimbus Sans"/>
              </a:defRPr>
            </a:lvl1pPr>
            <a:lvl2pPr algn="l">
              <a:defRPr sz="1875" b="0">
                <a:solidFill>
                  <a:srgbClr val="5E7168"/>
                </a:solidFill>
                <a:latin typeface="Nimbus Sans"/>
                <a:ea typeface="Nimbus Sans"/>
                <a:cs typeface="Nimbus Sans"/>
              </a:defRPr>
            </a:lvl2pPr>
            <a:lvl3pPr algn="l">
              <a:defRPr sz="1875" b="0">
                <a:solidFill>
                  <a:srgbClr val="5E7168"/>
                </a:solidFill>
                <a:latin typeface="Nimbus Sans"/>
                <a:ea typeface="Nimbus Sans"/>
                <a:cs typeface="Nimbus Sans"/>
              </a:defRPr>
            </a:lvl3pPr>
            <a:lvl4pPr algn="l">
              <a:defRPr sz="1875" b="0">
                <a:solidFill>
                  <a:srgbClr val="5E7168"/>
                </a:solidFill>
                <a:latin typeface="Nimbus Sans"/>
                <a:ea typeface="Nimbus Sans"/>
                <a:cs typeface="Nimbus Sans"/>
              </a:defRPr>
            </a:lvl4pPr>
            <a:lvl5pPr algn="l">
              <a:defRPr sz="1875" b="0">
                <a:solidFill>
                  <a:srgbClr val="5E7168"/>
                </a:solidFill>
                <a:latin typeface="Nimbus Sans"/>
                <a:ea typeface="Nimbus Sans"/>
                <a:cs typeface="Nimbus Sans"/>
              </a:defRPr>
            </a:lvl5pPr>
            <a:lvl6pPr algn="l">
              <a:defRPr sz="1875" b="0">
                <a:solidFill>
                  <a:srgbClr val="5E7168"/>
                </a:solidFill>
                <a:latin typeface="Nimbus Sans"/>
                <a:ea typeface="Nimbus Sans"/>
                <a:cs typeface="Nimbus Sans"/>
              </a:defRPr>
            </a:lvl6pPr>
            <a:lvl7pPr algn="l">
              <a:defRPr sz="1875" b="0">
                <a:solidFill>
                  <a:srgbClr val="5E7168"/>
                </a:solidFill>
                <a:latin typeface="Nimbus Sans"/>
                <a:ea typeface="Nimbus Sans"/>
                <a:cs typeface="Nimbus Sans"/>
              </a:defRPr>
            </a:lvl7pPr>
            <a:lvl8pPr algn="l">
              <a:defRPr sz="1875" b="0">
                <a:solidFill>
                  <a:srgbClr val="5E7168"/>
                </a:solidFill>
                <a:latin typeface="Nimbus Sans"/>
                <a:ea typeface="Nimbus Sans"/>
                <a:cs typeface="Nimbus Sans"/>
              </a:defRPr>
            </a:lvl8pPr>
            <a:lvl9pPr algn="l">
              <a:defRPr sz="1875" b="0">
                <a:solidFill>
                  <a:srgbClr val="5E7168"/>
                </a:solidFill>
                <a:latin typeface="Nimbus Sans"/>
                <a:ea typeface="Nimbus Sans"/>
                <a:cs typeface="Nimbus Sans"/>
              </a:defRPr>
            </a:lvl9pPr>
          </a:lstStyle>
          <a:p xmlns:a="http://schemas.openxmlformats.org/drawingml/2006/main">
            <a:pPr algn="l">
              <a:defRPr sz="1875" b="0">
                <a:solidFill>
                  <a:srgbClr val="5E7168"/>
                </a:solidFill>
                <a:latin typeface="Nimbus Sans"/>
                <a:ea typeface="Nimbus Sans"/>
                <a:cs typeface="Nimbus Sans"/>
              </a:defRPr>
            </a:pPr>
            <a:r>
              <a:rPr sz="1875" b="0">
                <a:solidFill>
                  <a:srgbClr val="5E7168"/>
                </a:solidFill>
                <a:latin typeface="Nimbus Sans"/>
                <a:ea typeface="Nimbus Sans"/>
                <a:cs typeface="Nimbus Sans"/>
              </a:rPr>
              <a:t>Software checks support the logic. Real-door acceptance and field outcomes remain open</a:t>
            </a:r>
          </a:p>
        </p:txBody>
      </p:sp>
      <p:sp>
        <p:nvSpPr>
          <p:cNvPr id="11" name="Limitations and future work">
            <a:extLst xmlns:a="http://schemas.openxmlformats.org/drawingml/2006/main">
              <a:ext uri="{FF2B5EF4-FFF2-40B4-BE49-F238E27FC236}">
                <a16:creationId xmlns:a16="http://schemas.microsoft.com/office/drawing/2014/main" id="{488786FD-A8B8-4036-BCD8-212DE2C1C5F6}"/>
              </a:ext>
            </a:extLst>
          </p:cNvPr>
          <p:cNvSpPr>
            <a:spLocks xmlns:a="http://schemas.openxmlformats.org/drawingml/2006/main" noGrp="1"/>
          </p:cNvSpPr>
          <p:nvPr/>
        </p:nvSpPr>
        <p:spPr>
          <a:xfrm xmlns:a="http://schemas.openxmlformats.org/drawingml/2006/main">
            <a:off x="6191250" y="1876425"/>
            <a:ext cx="5391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25" b="1">
                <a:solidFill>
                  <a:srgbClr val="24745B"/>
                </a:solidFill>
                <a:latin typeface="Nimbus Sans"/>
                <a:ea typeface="Nimbus Sans"/>
                <a:cs typeface="Nimbus Sans"/>
              </a:defRPr>
            </a:defPPr>
            <a:lvl1pPr algn="l">
              <a:defRPr sz="2325" b="1">
                <a:solidFill>
                  <a:srgbClr val="24745B"/>
                </a:solidFill>
                <a:latin typeface="Nimbus Sans"/>
                <a:ea typeface="Nimbus Sans"/>
                <a:cs typeface="Nimbus Sans"/>
              </a:defRPr>
            </a:lvl1pPr>
            <a:lvl2pPr algn="l">
              <a:defRPr sz="2325" b="1">
                <a:solidFill>
                  <a:srgbClr val="24745B"/>
                </a:solidFill>
                <a:latin typeface="Nimbus Sans"/>
                <a:ea typeface="Nimbus Sans"/>
                <a:cs typeface="Nimbus Sans"/>
              </a:defRPr>
            </a:lvl2pPr>
            <a:lvl3pPr algn="l">
              <a:defRPr sz="2325" b="1">
                <a:solidFill>
                  <a:srgbClr val="24745B"/>
                </a:solidFill>
                <a:latin typeface="Nimbus Sans"/>
                <a:ea typeface="Nimbus Sans"/>
                <a:cs typeface="Nimbus Sans"/>
              </a:defRPr>
            </a:lvl3pPr>
            <a:lvl4pPr algn="l">
              <a:defRPr sz="2325" b="1">
                <a:solidFill>
                  <a:srgbClr val="24745B"/>
                </a:solidFill>
                <a:latin typeface="Nimbus Sans"/>
                <a:ea typeface="Nimbus Sans"/>
                <a:cs typeface="Nimbus Sans"/>
              </a:defRPr>
            </a:lvl4pPr>
            <a:lvl5pPr algn="l">
              <a:defRPr sz="2325" b="1">
                <a:solidFill>
                  <a:srgbClr val="24745B"/>
                </a:solidFill>
                <a:latin typeface="Nimbus Sans"/>
                <a:ea typeface="Nimbus Sans"/>
                <a:cs typeface="Nimbus Sans"/>
              </a:defRPr>
            </a:lvl5pPr>
            <a:lvl6pPr algn="l">
              <a:defRPr sz="2325" b="1">
                <a:solidFill>
                  <a:srgbClr val="24745B"/>
                </a:solidFill>
                <a:latin typeface="Nimbus Sans"/>
                <a:ea typeface="Nimbus Sans"/>
                <a:cs typeface="Nimbus Sans"/>
              </a:defRPr>
            </a:lvl6pPr>
            <a:lvl7pPr algn="l">
              <a:defRPr sz="2325" b="1">
                <a:solidFill>
                  <a:srgbClr val="24745B"/>
                </a:solidFill>
                <a:latin typeface="Nimbus Sans"/>
                <a:ea typeface="Nimbus Sans"/>
                <a:cs typeface="Nimbus Sans"/>
              </a:defRPr>
            </a:lvl7pPr>
            <a:lvl8pPr algn="l">
              <a:defRPr sz="2325" b="1">
                <a:solidFill>
                  <a:srgbClr val="24745B"/>
                </a:solidFill>
                <a:latin typeface="Nimbus Sans"/>
                <a:ea typeface="Nimbus Sans"/>
                <a:cs typeface="Nimbus Sans"/>
              </a:defRPr>
            </a:lvl8pPr>
            <a:lvl9pPr algn="l">
              <a:defRPr sz="2325" b="1">
                <a:solidFill>
                  <a:srgbClr val="24745B"/>
                </a:solidFill>
                <a:latin typeface="Nimbus Sans"/>
                <a:ea typeface="Nimbus Sans"/>
                <a:cs typeface="Nimbus Sans"/>
              </a:defRPr>
            </a:lvl9pPr>
          </a:lstStyle>
          <a:p xmlns:a="http://schemas.openxmlformats.org/drawingml/2006/main">
            <a:pPr algn="l">
              <a:defRPr sz="2325" b="1">
                <a:solidFill>
                  <a:srgbClr val="24745B"/>
                </a:solidFill>
                <a:latin typeface="Nimbus Sans"/>
                <a:ea typeface="Nimbus Sans"/>
                <a:cs typeface="Nimbus Sans"/>
              </a:defRPr>
            </a:pPr>
            <a:r>
              <a:rPr sz="2325" b="1">
                <a:solidFill>
                  <a:srgbClr val="24745B"/>
                </a:solidFill>
                <a:latin typeface="Nimbus Sans"/>
                <a:ea typeface="Nimbus Sans"/>
                <a:cs typeface="Nimbus Sans"/>
              </a:rPr>
              <a:t>Limitations and future work</a:t>
            </a:r>
          </a:p>
        </p:txBody>
      </p:sp>
      <p:graphicFrame>
        <p:nvGraphicFramePr>
          <p:cNvPr id="12" name="">
            <a:extLst xmlns:a="http://schemas.openxmlformats.org/drawingml/2006/main">
              <a:ext uri="{FF2B5EF4-FFF2-40B4-BE49-F238E27FC236}">
                <a16:creationId xmlns:a16="http://schemas.microsoft.com/office/drawing/2014/main" id="{C1E66E74-A81D-4D89-80B0-2B83F148845C}"/>
              </a:ext>
            </a:extLst>
          </p:cNvPr>
          <p:cNvGraphicFramePr/>
          <p:nvPr/>
        </p:nvGraphicFramePr>
        <p:xfrm>
          <a:off xmlns:a="http://schemas.openxmlformats.org/drawingml/2006/main" x="6191250" y="2524125"/>
          <a:ext xmlns:a="http://schemas.openxmlformats.org/drawingml/2006/main" cx="5391150" cy="3333750"/>
        </p:xfrm>
        <a:graphic xmlns:a="http://schemas.openxmlformats.org/drawingml/2006/main">
          <a:graphicData uri="http://schemas.openxmlformats.org/drawingml/2006/table">
            <a:tbl>
              <a:tblPr/>
              <a:tblGrid>
                <a:gridCol w="2457450"/>
                <a:gridCol w="2933700"/>
              </a:tblGrid>
              <a:tr h="666750">
                <a:tc>
                  <a:txBody>
                    <a:bodyPr lIns="95250" tIns="95250" rIns="95250" bIns="95250"/>
                    <a:lstStyle/>
                    <a:p>
                      <a:r>
                        <a:rPr sz="1650" b="1">
                          <a:solidFill>
                            <a:srgbClr val="FFFFFF"/>
                          </a:solidFill>
                          <a:latin typeface="Nimbus Sans"/>
                          <a:ea typeface="Nimbus Sans"/>
                          <a:cs typeface="Nimbus Sans"/>
                        </a:rPr>
                        <a:t>Current limitation</a:t>
                      </a:r>
                    </a:p>
                  </a:txBody>
                  <a:tcPr marL="91440" marR="91440" marT="45720" marB="45720" anchor="ctr">
                    <a:lnL w="9525">
                      <a:solidFill>
                        <a:srgbClr val="CDD8CE"/>
                      </a:solidFill>
                      <a:prstDash val="solid"/>
                    </a:lnL>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95250" tIns="95250" rIns="95250" bIns="95250"/>
                    <a:lstStyle/>
                    <a:p>
                      <a:r>
                        <a:rPr sz="1650" b="1">
                          <a:solidFill>
                            <a:srgbClr val="FFFFFF"/>
                          </a:solidFill>
                          <a:latin typeface="Nimbus Sans"/>
                          <a:ea typeface="Nimbus Sans"/>
                          <a:cs typeface="Nimbus Sans"/>
                        </a:rPr>
                        <a:t>Next step</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r>
              <a:tr h="666750">
                <a:tc>
                  <a:txBody>
                    <a:bodyPr lIns="95250" tIns="95250" rIns="95250" bIns="95250"/>
                    <a:lstStyle/>
                    <a:p>
                      <a:r>
                        <a:rPr sz="1650" b="0">
                          <a:solidFill>
                            <a:srgbClr val="153D33"/>
                          </a:solidFill>
                          <a:latin typeface="Nimbus Sans"/>
                          <a:ea typeface="Nimbus Sans"/>
                          <a:cs typeface="Nimbus Sans"/>
                        </a:rPr>
                        <a:t>No door / item feedback</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650" b="0">
                          <a:solidFill>
                            <a:srgbClr val="153D33"/>
                          </a:solidFill>
                          <a:latin typeface="Nimbus Sans"/>
                          <a:ea typeface="Nimbus Sans"/>
                          <a:cs typeface="Nimbus Sans"/>
                        </a:rPr>
                        <a:t>Add sensing and validate each physical handover</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66750">
                <a:tc>
                  <a:txBody>
                    <a:bodyPr lIns="95250" tIns="95250" rIns="95250" bIns="95250"/>
                    <a:lstStyle/>
                    <a:p>
                      <a:r>
                        <a:rPr sz="1650" b="0">
                          <a:solidFill>
                            <a:srgbClr val="153D33"/>
                          </a:solidFill>
                          <a:latin typeface="Nimbus Sans"/>
                          <a:ea typeface="Nimbus Sans"/>
                          <a:cs typeface="Nimbus Sans"/>
                        </a:rPr>
                        <a:t>User-asserted ownership</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650" b="0">
                          <a:solidFill>
                            <a:srgbClr val="153D33"/>
                          </a:solidFill>
                          <a:latin typeface="Nimbus Sans"/>
                          <a:ea typeface="Nimbus Sans"/>
                          <a:cs typeface="Nimbus Sans"/>
                        </a:rPr>
                        <a:t>Add staff-assisted claim verification</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66750">
                <a:tc>
                  <a:txBody>
                    <a:bodyPr lIns="95250" tIns="95250" rIns="95250" bIns="95250"/>
                    <a:lstStyle/>
                    <a:p>
                      <a:r>
                        <a:rPr sz="1650" b="0">
                          <a:solidFill>
                            <a:srgbClr val="153D33"/>
                          </a:solidFill>
                          <a:latin typeface="Nimbus Sans"/>
                          <a:ea typeface="Nimbus Sans"/>
                          <a:cs typeface="Nimbus Sans"/>
                        </a:rPr>
                        <a:t>Trusted LAN prototype</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650" b="0">
                          <a:solidFill>
                            <a:srgbClr val="153D33"/>
                          </a:solidFill>
                          <a:latin typeface="Nimbus Sans"/>
                          <a:ea typeface="Nimbus Sans"/>
                          <a:cs typeface="Nimbus Sans"/>
                        </a:rPr>
                        <a:t>Add backend authentication and roles</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66750">
                <a:tc>
                  <a:txBody>
                    <a:bodyPr lIns="95250" tIns="95250" rIns="95250" bIns="95250"/>
                    <a:lstStyle/>
                    <a:p>
                      <a:r>
                        <a:rPr sz="1650" b="0">
                          <a:solidFill>
                            <a:srgbClr val="153D33"/>
                          </a:solidFill>
                          <a:latin typeface="Nimbus Sans"/>
                          <a:ea typeface="Nimbus Sans"/>
                          <a:cs typeface="Nimbus Sans"/>
                        </a:rPr>
                        <a:t>No 7-day user dataset</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650" b="0">
                          <a:solidFill>
                            <a:srgbClr val="153D33"/>
                          </a:solidFill>
                          <a:latin typeface="Nimbus Sans"/>
                          <a:ea typeface="Nimbus Sans"/>
                          <a:cs typeface="Nimbus Sans"/>
                        </a:rPr>
                        <a:t>Run the study and report measured results</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bl>
          </a:graphicData>
        </a:graphic>
      </p:graphicFrame>
    </p:spTree>
    <p:extLst>
      <p:ext uri="{BB962C8B-B14F-4D97-AF65-F5344CB8AC3E}">
        <p14:creationId xmlns:p14="http://schemas.microsoft.com/office/powerpoint/2010/main" val="1964466622"/>
      </p:ext>
    </p:extLst>
  </p:cSld>
</p:sld>
</file>

<file path=ppt/slides/slide8.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7" name="Live demo and questions">
            <a:extLst xmlns:a="http://schemas.openxmlformats.org/drawingml/2006/main">
              <a:ext uri="{FF2B5EF4-FFF2-40B4-BE49-F238E27FC236}">
                <a16:creationId xmlns:a16="http://schemas.microsoft.com/office/drawing/2014/main" id="{503DC82B-F005-4E1D-ABB0-253EF34F2F21}"/>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buNone/>
              <a:defRPr sz="3225" b="1">
                <a:solidFill>
                  <a:srgbClr val="153D33"/>
                </a:solidFill>
                <a:latin typeface="Nimbus Sans"/>
                <a:ea typeface="Nimbus Sans"/>
                <a:cs typeface="Nimbus Sans"/>
              </a:defRPr>
            </a:lvl1pPr>
            <a:lvl2pPr algn="l">
              <a:buNone/>
              <a:defRPr sz="3225" b="1">
                <a:solidFill>
                  <a:srgbClr val="153D33"/>
                </a:solidFill>
                <a:latin typeface="Nimbus Sans"/>
                <a:ea typeface="Nimbus Sans"/>
                <a:cs typeface="Nimbus Sans"/>
              </a:defRPr>
            </a:lvl2pPr>
            <a:lvl3pPr algn="l">
              <a:buNone/>
              <a:defRPr sz="3225" b="1">
                <a:solidFill>
                  <a:srgbClr val="153D33"/>
                </a:solidFill>
                <a:latin typeface="Nimbus Sans"/>
                <a:ea typeface="Nimbus Sans"/>
                <a:cs typeface="Nimbus Sans"/>
              </a:defRPr>
            </a:lvl3pPr>
            <a:lvl4pPr algn="l">
              <a:buNone/>
              <a:defRPr sz="3225" b="1">
                <a:solidFill>
                  <a:srgbClr val="153D33"/>
                </a:solidFill>
                <a:latin typeface="Nimbus Sans"/>
                <a:ea typeface="Nimbus Sans"/>
                <a:cs typeface="Nimbus Sans"/>
              </a:defRPr>
            </a:lvl4pPr>
            <a:lvl5pPr algn="l">
              <a:buNone/>
              <a:defRPr sz="3225" b="1">
                <a:solidFill>
                  <a:srgbClr val="153D33"/>
                </a:solidFill>
                <a:latin typeface="Nimbus Sans"/>
                <a:ea typeface="Nimbus Sans"/>
                <a:cs typeface="Nimbus Sans"/>
              </a:defRPr>
            </a:lvl5pPr>
            <a:lvl6pPr algn="l">
              <a:buNone/>
              <a:defRPr sz="3225" b="1">
                <a:solidFill>
                  <a:srgbClr val="153D33"/>
                </a:solidFill>
                <a:latin typeface="Nimbus Sans"/>
                <a:ea typeface="Nimbus Sans"/>
                <a:cs typeface="Nimbus Sans"/>
              </a:defRPr>
            </a:lvl6pPr>
            <a:lvl7pPr algn="l">
              <a:buNone/>
              <a:defRPr sz="3225" b="1">
                <a:solidFill>
                  <a:srgbClr val="153D33"/>
                </a:solidFill>
                <a:latin typeface="Nimbus Sans"/>
                <a:ea typeface="Nimbus Sans"/>
                <a:cs typeface="Nimbus Sans"/>
              </a:defRPr>
            </a:lvl7pPr>
            <a:lvl8pPr algn="l">
              <a:buNone/>
              <a:defRPr sz="3225" b="1">
                <a:solidFill>
                  <a:srgbClr val="153D33"/>
                </a:solidFill>
                <a:latin typeface="Nimbus Sans"/>
                <a:ea typeface="Nimbus Sans"/>
                <a:cs typeface="Nimbus Sans"/>
              </a:defRPr>
            </a:lvl8pPr>
            <a:lvl9pPr algn="l">
              <a:buNone/>
              <a:defRPr sz="3225" b="1">
                <a:solidFill>
                  <a:srgbClr val="153D33"/>
                </a:solidFill>
                <a:latin typeface="Nimbus Sans"/>
                <a:ea typeface="Nimbus Sans"/>
                <a:cs typeface="Nimbus Sans"/>
              </a:defRPr>
            </a:lvl9pPr>
          </a:lstStyle>
          <a:p xmlns:a="http://schemas.openxmlformats.org/drawingml/2006/main">
            <a:pPr algn="l">
              <a:buNone/>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Live demo and questions</a:t>
            </a:r>
          </a:p>
        </p:txBody>
      </p:sp>
      <p:sp>
        <p:nvSpPr>
          <p:cNvPr id="2" name="3-minute full cycle, followed by 1 minute of ">
            <a:extLst xmlns:a="http://schemas.openxmlformats.org/drawingml/2006/main">
              <a:ext uri="{FF2B5EF4-FFF2-40B4-BE49-F238E27FC236}">
                <a16:creationId xmlns:a16="http://schemas.microsoft.com/office/drawing/2014/main" id="{6A99689C-6CED-4E6B-9513-BB8A9E5B12FB}"/>
              </a:ext>
            </a:extLst>
          </p:cNvPr>
          <p:cNvSpPr>
            <a:spLocks xmlns:a="http://schemas.openxmlformats.org/drawingml/2006/main" noGrp="1"/>
          </p:cNvSpPr>
          <p:nvPr/>
        </p:nvSpPr>
        <p:spPr>
          <a:xfrm xmlns:a="http://schemas.openxmlformats.org/drawingml/2006/main">
            <a:off x="609600" y="120015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buNone/>
              <a:defRPr sz="1650" b="0">
                <a:solidFill>
                  <a:srgbClr val="5E7168"/>
                </a:solidFill>
                <a:latin typeface="Nimbus Sans"/>
                <a:ea typeface="Nimbus Sans"/>
                <a:cs typeface="Nimbus Sans"/>
              </a:defRPr>
            </a:lvl1pPr>
            <a:lvl2pPr algn="l">
              <a:buNone/>
              <a:defRPr sz="1650" b="0">
                <a:solidFill>
                  <a:srgbClr val="5E7168"/>
                </a:solidFill>
                <a:latin typeface="Nimbus Sans"/>
                <a:ea typeface="Nimbus Sans"/>
                <a:cs typeface="Nimbus Sans"/>
              </a:defRPr>
            </a:lvl2pPr>
            <a:lvl3pPr algn="l">
              <a:buNone/>
              <a:defRPr sz="1650" b="0">
                <a:solidFill>
                  <a:srgbClr val="5E7168"/>
                </a:solidFill>
                <a:latin typeface="Nimbus Sans"/>
                <a:ea typeface="Nimbus Sans"/>
                <a:cs typeface="Nimbus Sans"/>
              </a:defRPr>
            </a:lvl3pPr>
            <a:lvl4pPr algn="l">
              <a:buNone/>
              <a:defRPr sz="1650" b="0">
                <a:solidFill>
                  <a:srgbClr val="5E7168"/>
                </a:solidFill>
                <a:latin typeface="Nimbus Sans"/>
                <a:ea typeface="Nimbus Sans"/>
                <a:cs typeface="Nimbus Sans"/>
              </a:defRPr>
            </a:lvl4pPr>
            <a:lvl5pPr algn="l">
              <a:buNone/>
              <a:defRPr sz="1650" b="0">
                <a:solidFill>
                  <a:srgbClr val="5E7168"/>
                </a:solidFill>
                <a:latin typeface="Nimbus Sans"/>
                <a:ea typeface="Nimbus Sans"/>
                <a:cs typeface="Nimbus Sans"/>
              </a:defRPr>
            </a:lvl5pPr>
            <a:lvl6pPr algn="l">
              <a:buNone/>
              <a:defRPr sz="1650" b="0">
                <a:solidFill>
                  <a:srgbClr val="5E7168"/>
                </a:solidFill>
                <a:latin typeface="Nimbus Sans"/>
                <a:ea typeface="Nimbus Sans"/>
                <a:cs typeface="Nimbus Sans"/>
              </a:defRPr>
            </a:lvl6pPr>
            <a:lvl7pPr algn="l">
              <a:buNone/>
              <a:defRPr sz="1650" b="0">
                <a:solidFill>
                  <a:srgbClr val="5E7168"/>
                </a:solidFill>
                <a:latin typeface="Nimbus Sans"/>
                <a:ea typeface="Nimbus Sans"/>
                <a:cs typeface="Nimbus Sans"/>
              </a:defRPr>
            </a:lvl7pPr>
            <a:lvl8pPr algn="l">
              <a:buNone/>
              <a:defRPr sz="1650" b="0">
                <a:solidFill>
                  <a:srgbClr val="5E7168"/>
                </a:solidFill>
                <a:latin typeface="Nimbus Sans"/>
                <a:ea typeface="Nimbus Sans"/>
                <a:cs typeface="Nimbus Sans"/>
              </a:defRPr>
            </a:lvl8pPr>
            <a:lvl9pPr algn="l">
              <a:buNone/>
              <a:defRPr sz="1650" b="0">
                <a:solidFill>
                  <a:srgbClr val="5E7168"/>
                </a:solidFill>
                <a:latin typeface="Nimbus Sans"/>
                <a:ea typeface="Nimbus Sans"/>
                <a:cs typeface="Nimbus Sans"/>
              </a:defRPr>
            </a:lvl9pPr>
          </a:lstStyle>
          <a:p xmlns:a="http://schemas.openxmlformats.org/drawingml/2006/main">
            <a:pPr algn="l">
              <a:buNone/>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3-minute full cycle, followed by 1 minute of Q&amp;A</a:t>
            </a:r>
          </a:p>
        </p:txBody>
      </p:sp>
      <p:sp>
        <p:nvSpPr>
          <p:cNvPr id="3" name="08">
            <a:extLst xmlns:a="http://schemas.openxmlformats.org/drawingml/2006/main">
              <a:ext uri="{FF2B5EF4-FFF2-40B4-BE49-F238E27FC236}">
                <a16:creationId xmlns:a16="http://schemas.microsoft.com/office/drawing/2014/main" id="{23C655B0-21A6-4C40-987D-99831AC77736}"/>
              </a:ext>
            </a:extLst>
          </p:cNvPr>
          <p:cNvSpPr>
            <a:spLocks xmlns:a="http://schemas.openxmlformats.org/drawingml/2006/main" noGrp="1"/>
          </p:cNvSpPr>
          <p:nvPr/>
        </p:nvSpPr>
        <p:spPr>
          <a:xfrm xmlns:a="http://schemas.openxmlformats.org/drawingml/2006/main">
            <a:off x="11239500" y="64198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buNone/>
              <a:defRPr sz="1200" b="0">
                <a:solidFill>
                  <a:srgbClr val="5E7168"/>
                </a:solidFill>
                <a:latin typeface="Nimbus Sans"/>
                <a:ea typeface="Nimbus Sans"/>
                <a:cs typeface="Nimbus Sans"/>
              </a:defRPr>
            </a:lvl1pPr>
            <a:lvl2pPr algn="r">
              <a:buNone/>
              <a:defRPr sz="1200" b="0">
                <a:solidFill>
                  <a:srgbClr val="5E7168"/>
                </a:solidFill>
                <a:latin typeface="Nimbus Sans"/>
                <a:ea typeface="Nimbus Sans"/>
                <a:cs typeface="Nimbus Sans"/>
              </a:defRPr>
            </a:lvl2pPr>
            <a:lvl3pPr algn="r">
              <a:buNone/>
              <a:defRPr sz="1200" b="0">
                <a:solidFill>
                  <a:srgbClr val="5E7168"/>
                </a:solidFill>
                <a:latin typeface="Nimbus Sans"/>
                <a:ea typeface="Nimbus Sans"/>
                <a:cs typeface="Nimbus Sans"/>
              </a:defRPr>
            </a:lvl3pPr>
            <a:lvl4pPr algn="r">
              <a:buNone/>
              <a:defRPr sz="1200" b="0">
                <a:solidFill>
                  <a:srgbClr val="5E7168"/>
                </a:solidFill>
                <a:latin typeface="Nimbus Sans"/>
                <a:ea typeface="Nimbus Sans"/>
                <a:cs typeface="Nimbus Sans"/>
              </a:defRPr>
            </a:lvl4pPr>
            <a:lvl5pPr algn="r">
              <a:buNone/>
              <a:defRPr sz="1200" b="0">
                <a:solidFill>
                  <a:srgbClr val="5E7168"/>
                </a:solidFill>
                <a:latin typeface="Nimbus Sans"/>
                <a:ea typeface="Nimbus Sans"/>
                <a:cs typeface="Nimbus Sans"/>
              </a:defRPr>
            </a:lvl5pPr>
            <a:lvl6pPr algn="r">
              <a:buNone/>
              <a:defRPr sz="1200" b="0">
                <a:solidFill>
                  <a:srgbClr val="5E7168"/>
                </a:solidFill>
                <a:latin typeface="Nimbus Sans"/>
                <a:ea typeface="Nimbus Sans"/>
                <a:cs typeface="Nimbus Sans"/>
              </a:defRPr>
            </a:lvl6pPr>
            <a:lvl7pPr algn="r">
              <a:buNone/>
              <a:defRPr sz="1200" b="0">
                <a:solidFill>
                  <a:srgbClr val="5E7168"/>
                </a:solidFill>
                <a:latin typeface="Nimbus Sans"/>
                <a:ea typeface="Nimbus Sans"/>
                <a:cs typeface="Nimbus Sans"/>
              </a:defRPr>
            </a:lvl7pPr>
            <a:lvl8pPr algn="r">
              <a:buNone/>
              <a:defRPr sz="1200" b="0">
                <a:solidFill>
                  <a:srgbClr val="5E7168"/>
                </a:solidFill>
                <a:latin typeface="Nimbus Sans"/>
                <a:ea typeface="Nimbus Sans"/>
                <a:cs typeface="Nimbus Sans"/>
              </a:defRPr>
            </a:lvl8pPr>
            <a:lvl9pPr algn="r">
              <a:buNone/>
              <a:defRPr sz="1200" b="0">
                <a:solidFill>
                  <a:srgbClr val="5E7168"/>
                </a:solidFill>
                <a:latin typeface="Nimbus Sans"/>
                <a:ea typeface="Nimbus Sans"/>
                <a:cs typeface="Nimbus Sans"/>
              </a:defRPr>
            </a:lvl9pPr>
          </a:lstStyle>
          <a:p xmlns:a="http://schemas.openxmlformats.org/drawingml/2006/main">
            <a:pPr algn="r">
              <a:buNone/>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08</a:t>
            </a:r>
          </a:p>
        </p:txBody>
      </p:sp>
      <p:graphicFrame>
        <p:nvGraphicFramePr>
          <p:cNvPr id="4" name="">
            <a:extLst xmlns:a="http://schemas.openxmlformats.org/drawingml/2006/main">
              <a:ext uri="{FF2B5EF4-FFF2-40B4-BE49-F238E27FC236}">
                <a16:creationId xmlns:a16="http://schemas.microsoft.com/office/drawing/2014/main" id="{03FAD592-C13F-4B06-8AA4-B93D255E0951}"/>
              </a:ext>
            </a:extLst>
          </p:cNvPr>
          <p:cNvGraphicFramePr/>
          <p:nvPr/>
        </p:nvGraphicFramePr>
        <p:xfrm>
          <a:off xmlns:a="http://schemas.openxmlformats.org/drawingml/2006/main" x="609600" y="1866900"/>
          <a:ext xmlns:a="http://schemas.openxmlformats.org/drawingml/2006/main" cx="10972800" cy="3048000"/>
        </p:xfrm>
        <a:graphic xmlns:a="http://schemas.openxmlformats.org/drawingml/2006/main">
          <a:graphicData uri="http://schemas.openxmlformats.org/drawingml/2006/table">
            <a:tbl>
              <a:tblPr/>
              <a:tblGrid>
                <a:gridCol w="2047875"/>
                <a:gridCol w="2000250"/>
                <a:gridCol w="6924675"/>
              </a:tblGrid>
              <a:tr h="609600">
                <a:tc>
                  <a:txBody>
                    <a:bodyPr lIns="95250" tIns="95250" rIns="95250" bIns="95250"/>
                    <a:lstStyle/>
                    <a:p>
                      <a:r>
                        <a:rPr sz="1800" b="1">
                          <a:solidFill>
                            <a:srgbClr val="FFFFFF"/>
                          </a:solidFill>
                          <a:latin typeface="Nimbus Sans"/>
                          <a:ea typeface="Nimbus Sans"/>
                          <a:cs typeface="Nimbus Sans"/>
                        </a:rPr>
                        <a:t>Time</a:t>
                      </a:r>
                    </a:p>
                  </a:txBody>
                  <a:tcPr marL="91440" marR="91440" marT="45720" marB="45720" anchor="ctr">
                    <a:lnL w="9525">
                      <a:solidFill>
                        <a:srgbClr val="CDD8CE"/>
                      </a:solidFill>
                      <a:prstDash val="solid"/>
                    </a:lnL>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95250" tIns="95250" rIns="95250" bIns="95250"/>
                    <a:lstStyle/>
                    <a:p>
                      <a:r>
                        <a:rPr sz="1800" b="1">
                          <a:solidFill>
                            <a:srgbClr val="FFFFFF"/>
                          </a:solidFill>
                          <a:latin typeface="Nimbus Sans"/>
                          <a:ea typeface="Nimbus Sans"/>
                          <a:cs typeface="Nimbus Sans"/>
                        </a:rPr>
                        <a:t>Lead</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95250" tIns="95250" rIns="95250" bIns="95250"/>
                    <a:lstStyle/>
                    <a:p>
                      <a:r>
                        <a:rPr sz="1800" b="1">
                          <a:solidFill>
                            <a:srgbClr val="FFFFFF"/>
                          </a:solidFill>
                          <a:latin typeface="Nimbus Sans"/>
                          <a:ea typeface="Nimbus Sans"/>
                          <a:cs typeface="Nimbus Sans"/>
                        </a:rPr>
                        <a:t>What the audience sees</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r>
              <a:tr h="609600">
                <a:tc>
                  <a:txBody>
                    <a:bodyPr lIns="95250" tIns="95250" rIns="95250" bIns="95250"/>
                    <a:lstStyle/>
                    <a:p>
                      <a:r>
                        <a:rPr sz="1800" b="0">
                          <a:solidFill>
                            <a:srgbClr val="153D33"/>
                          </a:solidFill>
                          <a:latin typeface="Nimbus Sans"/>
                          <a:ea typeface="Nimbus Sans"/>
                          <a:cs typeface="Nimbus Sans"/>
                        </a:rPr>
                        <a:t>0:00–0:45</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Member 1</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Show availability, photograph and review an item</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09600">
                <a:tc>
                  <a:txBody>
                    <a:bodyPr lIns="95250" tIns="95250" rIns="95250" bIns="95250"/>
                    <a:lstStyle/>
                    <a:p>
                      <a:r>
                        <a:rPr sz="1800" b="0">
                          <a:solidFill>
                            <a:srgbClr val="153D33"/>
                          </a:solidFill>
                          <a:latin typeface="Nimbus Sans"/>
                          <a:ea typeface="Nimbus Sans"/>
                          <a:cs typeface="Nimbus Sans"/>
                        </a:rPr>
                        <a:t>0:45–1:30</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Member 2</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Check tags, unlock, deposit and confirm closure</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09600">
                <a:tc>
                  <a:txBody>
                    <a:bodyPr lIns="95250" tIns="95250" rIns="95250" bIns="95250"/>
                    <a:lstStyle/>
                    <a:p>
                      <a:r>
                        <a:rPr sz="1800" b="0">
                          <a:solidFill>
                            <a:srgbClr val="153D33"/>
                          </a:solidFill>
                          <a:latin typeface="Nimbus Sans"/>
                          <a:ea typeface="Nimbus Sans"/>
                          <a:cs typeface="Nimbus Sans"/>
                        </a:rPr>
                        <a:t>1:30–2:15</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Member 3</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Describe the item, compare and request retrieval</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09600">
                <a:tc>
                  <a:txBody>
                    <a:bodyPr lIns="95250" tIns="95250" rIns="95250" bIns="95250"/>
                    <a:lstStyle/>
                    <a:p>
                      <a:r>
                        <a:rPr sz="1800" b="0">
                          <a:solidFill>
                            <a:srgbClr val="153D33"/>
                          </a:solidFill>
                          <a:latin typeface="Nimbus Sans"/>
                          <a:ea typeface="Nimbus Sans"/>
                          <a:cs typeface="Nimbus Sans"/>
                        </a:rPr>
                        <a:t>2:15–3:00</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Member 4</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Collect, confirm and show the compartment free</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bl>
          </a:graphicData>
        </a:graphic>
      </p:graphicFrame>
      <p:sp>
        <p:nvSpPr>
          <p:cNvPr id="5" name="Backup video ready offline">
            <a:extLst xmlns:a="http://schemas.openxmlformats.org/drawingml/2006/main">
              <a:ext uri="{FF2B5EF4-FFF2-40B4-BE49-F238E27FC236}">
                <a16:creationId xmlns:a16="http://schemas.microsoft.com/office/drawing/2014/main" id="{05CA5DAE-D72E-4480-AC3F-5030F9449356}"/>
              </a:ext>
            </a:extLst>
          </p:cNvPr>
          <p:cNvSpPr>
            <a:spLocks xmlns:a="http://schemas.openxmlformats.org/drawingml/2006/main" noGrp="1"/>
          </p:cNvSpPr>
          <p:nvPr/>
        </p:nvSpPr>
        <p:spPr>
          <a:xfrm xmlns:a="http://schemas.openxmlformats.org/drawingml/2006/main">
            <a:off x="609600" y="525780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25" b="1">
                <a:solidFill>
                  <a:srgbClr val="24745B"/>
                </a:solidFill>
                <a:latin typeface="Nimbus Sans"/>
                <a:ea typeface="Nimbus Sans"/>
                <a:cs typeface="Nimbus Sans"/>
              </a:defRPr>
            </a:defPPr>
            <a:lvl1pPr algn="l">
              <a:buNone/>
              <a:defRPr sz="2325" b="1">
                <a:solidFill>
                  <a:srgbClr val="24745B"/>
                </a:solidFill>
                <a:latin typeface="Nimbus Sans"/>
                <a:ea typeface="Nimbus Sans"/>
                <a:cs typeface="Nimbus Sans"/>
              </a:defRPr>
            </a:lvl1pPr>
            <a:lvl2pPr algn="l">
              <a:buNone/>
              <a:defRPr sz="2325" b="1">
                <a:solidFill>
                  <a:srgbClr val="24745B"/>
                </a:solidFill>
                <a:latin typeface="Nimbus Sans"/>
                <a:ea typeface="Nimbus Sans"/>
                <a:cs typeface="Nimbus Sans"/>
              </a:defRPr>
            </a:lvl2pPr>
            <a:lvl3pPr algn="l">
              <a:buNone/>
              <a:defRPr sz="2325" b="1">
                <a:solidFill>
                  <a:srgbClr val="24745B"/>
                </a:solidFill>
                <a:latin typeface="Nimbus Sans"/>
                <a:ea typeface="Nimbus Sans"/>
                <a:cs typeface="Nimbus Sans"/>
              </a:defRPr>
            </a:lvl3pPr>
            <a:lvl4pPr algn="l">
              <a:buNone/>
              <a:defRPr sz="2325" b="1">
                <a:solidFill>
                  <a:srgbClr val="24745B"/>
                </a:solidFill>
                <a:latin typeface="Nimbus Sans"/>
                <a:ea typeface="Nimbus Sans"/>
                <a:cs typeface="Nimbus Sans"/>
              </a:defRPr>
            </a:lvl4pPr>
            <a:lvl5pPr algn="l">
              <a:buNone/>
              <a:defRPr sz="2325" b="1">
                <a:solidFill>
                  <a:srgbClr val="24745B"/>
                </a:solidFill>
                <a:latin typeface="Nimbus Sans"/>
                <a:ea typeface="Nimbus Sans"/>
                <a:cs typeface="Nimbus Sans"/>
              </a:defRPr>
            </a:lvl5pPr>
            <a:lvl6pPr algn="l">
              <a:buNone/>
              <a:defRPr sz="2325" b="1">
                <a:solidFill>
                  <a:srgbClr val="24745B"/>
                </a:solidFill>
                <a:latin typeface="Nimbus Sans"/>
                <a:ea typeface="Nimbus Sans"/>
                <a:cs typeface="Nimbus Sans"/>
              </a:defRPr>
            </a:lvl6pPr>
            <a:lvl7pPr algn="l">
              <a:buNone/>
              <a:defRPr sz="2325" b="1">
                <a:solidFill>
                  <a:srgbClr val="24745B"/>
                </a:solidFill>
                <a:latin typeface="Nimbus Sans"/>
                <a:ea typeface="Nimbus Sans"/>
                <a:cs typeface="Nimbus Sans"/>
              </a:defRPr>
            </a:lvl7pPr>
            <a:lvl8pPr algn="l">
              <a:buNone/>
              <a:defRPr sz="2325" b="1">
                <a:solidFill>
                  <a:srgbClr val="24745B"/>
                </a:solidFill>
                <a:latin typeface="Nimbus Sans"/>
                <a:ea typeface="Nimbus Sans"/>
                <a:cs typeface="Nimbus Sans"/>
              </a:defRPr>
            </a:lvl8pPr>
            <a:lvl9pPr algn="l">
              <a:buNone/>
              <a:defRPr sz="2325" b="1">
                <a:solidFill>
                  <a:srgbClr val="24745B"/>
                </a:solidFill>
                <a:latin typeface="Nimbus Sans"/>
                <a:ea typeface="Nimbus Sans"/>
                <a:cs typeface="Nimbus Sans"/>
              </a:defRPr>
            </a:lvl9pPr>
          </a:lstStyle>
          <a:p xmlns:a="http://schemas.openxmlformats.org/drawingml/2006/main">
            <a:pPr algn="l">
              <a:buNone/>
              <a:defRPr sz="2325" b="1">
                <a:solidFill>
                  <a:srgbClr val="24745B"/>
                </a:solidFill>
                <a:latin typeface="Nimbus Sans"/>
                <a:ea typeface="Nimbus Sans"/>
                <a:cs typeface="Nimbus Sans"/>
              </a:defRPr>
            </a:pPr>
            <a:r>
              <a:rPr sz="2325" b="1">
                <a:solidFill>
                  <a:srgbClr val="24745B"/>
                </a:solidFill>
                <a:latin typeface="Nimbus Sans"/>
                <a:ea typeface="Nimbus Sans"/>
                <a:cs typeface="Nimbus Sans"/>
              </a:rPr>
              <a:t>Backup video ready offline</a:t>
            </a:r>
          </a:p>
        </p:txBody>
      </p:sp>
      <p:sp>
        <p:nvSpPr>
          <p:cNvPr id="6" name="Questions: physical confirmation, interrupted">
            <a:extLst xmlns:a="http://schemas.openxmlformats.org/drawingml/2006/main">
              <a:ext uri="{FF2B5EF4-FFF2-40B4-BE49-F238E27FC236}">
                <a16:creationId xmlns:a16="http://schemas.microsoft.com/office/drawing/2014/main" id="{47E0A92B-C1D3-4860-9310-9C5F1524B885}"/>
              </a:ext>
            </a:extLst>
          </p:cNvPr>
          <p:cNvSpPr>
            <a:spLocks xmlns:a="http://schemas.openxmlformats.org/drawingml/2006/main" noGrp="1"/>
          </p:cNvSpPr>
          <p:nvPr/>
        </p:nvSpPr>
        <p:spPr>
          <a:xfrm xmlns:a="http://schemas.openxmlformats.org/drawingml/2006/main">
            <a:off x="609600" y="5810250"/>
            <a:ext cx="107632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153D33"/>
                </a:solidFill>
                <a:latin typeface="Nimbus Sans"/>
                <a:ea typeface="Nimbus Sans"/>
                <a:cs typeface="Nimbus Sans"/>
              </a:defRPr>
            </a:defPPr>
            <a:lvl1pPr algn="l">
              <a:buNone/>
              <a:defRPr sz="2025" b="0">
                <a:solidFill>
                  <a:srgbClr val="153D33"/>
                </a:solidFill>
                <a:latin typeface="Nimbus Sans"/>
                <a:ea typeface="Nimbus Sans"/>
                <a:cs typeface="Nimbus Sans"/>
              </a:defRPr>
            </a:lvl1pPr>
            <a:lvl2pPr algn="l">
              <a:buNone/>
              <a:defRPr sz="2025" b="0">
                <a:solidFill>
                  <a:srgbClr val="153D33"/>
                </a:solidFill>
                <a:latin typeface="Nimbus Sans"/>
                <a:ea typeface="Nimbus Sans"/>
                <a:cs typeface="Nimbus Sans"/>
              </a:defRPr>
            </a:lvl2pPr>
            <a:lvl3pPr algn="l">
              <a:buNone/>
              <a:defRPr sz="2025" b="0">
                <a:solidFill>
                  <a:srgbClr val="153D33"/>
                </a:solidFill>
                <a:latin typeface="Nimbus Sans"/>
                <a:ea typeface="Nimbus Sans"/>
                <a:cs typeface="Nimbus Sans"/>
              </a:defRPr>
            </a:lvl3pPr>
            <a:lvl4pPr algn="l">
              <a:buNone/>
              <a:defRPr sz="2025" b="0">
                <a:solidFill>
                  <a:srgbClr val="153D33"/>
                </a:solidFill>
                <a:latin typeface="Nimbus Sans"/>
                <a:ea typeface="Nimbus Sans"/>
                <a:cs typeface="Nimbus Sans"/>
              </a:defRPr>
            </a:lvl4pPr>
            <a:lvl5pPr algn="l">
              <a:buNone/>
              <a:defRPr sz="2025" b="0">
                <a:solidFill>
                  <a:srgbClr val="153D33"/>
                </a:solidFill>
                <a:latin typeface="Nimbus Sans"/>
                <a:ea typeface="Nimbus Sans"/>
                <a:cs typeface="Nimbus Sans"/>
              </a:defRPr>
            </a:lvl5pPr>
            <a:lvl6pPr algn="l">
              <a:buNone/>
              <a:defRPr sz="2025" b="0">
                <a:solidFill>
                  <a:srgbClr val="153D33"/>
                </a:solidFill>
                <a:latin typeface="Nimbus Sans"/>
                <a:ea typeface="Nimbus Sans"/>
                <a:cs typeface="Nimbus Sans"/>
              </a:defRPr>
            </a:lvl6pPr>
            <a:lvl7pPr algn="l">
              <a:buNone/>
              <a:defRPr sz="2025" b="0">
                <a:solidFill>
                  <a:srgbClr val="153D33"/>
                </a:solidFill>
                <a:latin typeface="Nimbus Sans"/>
                <a:ea typeface="Nimbus Sans"/>
                <a:cs typeface="Nimbus Sans"/>
              </a:defRPr>
            </a:lvl7pPr>
            <a:lvl8pPr algn="l">
              <a:buNone/>
              <a:defRPr sz="2025" b="0">
                <a:solidFill>
                  <a:srgbClr val="153D33"/>
                </a:solidFill>
                <a:latin typeface="Nimbus Sans"/>
                <a:ea typeface="Nimbus Sans"/>
                <a:cs typeface="Nimbus Sans"/>
              </a:defRPr>
            </a:lvl8pPr>
            <a:lvl9pPr algn="l">
              <a:buNone/>
              <a:defRPr sz="2025" b="0">
                <a:solidFill>
                  <a:srgbClr val="153D33"/>
                </a:solidFill>
                <a:latin typeface="Nimbus Sans"/>
                <a:ea typeface="Nimbus Sans"/>
                <a:cs typeface="Nimbus Sans"/>
              </a:defRPr>
            </a:lvl9pPr>
          </a:lstStyle>
          <a:p xmlns:a="http://schemas.openxmlformats.org/drawingml/2006/main">
            <a:pPr algn="l">
              <a:buNone/>
              <a:defRPr sz="2025" b="0">
                <a:solidFill>
                  <a:srgbClr val="153D33"/>
                </a:solidFill>
                <a:latin typeface="Nimbus Sans"/>
                <a:ea typeface="Nimbus Sans"/>
                <a:cs typeface="Nimbus Sans"/>
              </a:defRPr>
            </a:pPr>
            <a:r>
              <a:rPr sz="2025" b="0">
                <a:solidFill>
                  <a:srgbClr val="153D33"/>
                </a:solidFill>
                <a:latin typeface="Nimbus Sans"/>
                <a:ea typeface="Nimbus Sans"/>
                <a:cs typeface="Nimbus Sans"/>
              </a:rPr>
              <a:t>Questions: physical confirmation, interrupted requests, privacy and ownership</a:t>
            </a:r>
          </a:p>
        </p:txBody>
      </p:sp>
    </p:spTree>
    <p:extLst>
      <p:ext uri="{BB962C8B-B14F-4D97-AF65-F5344CB8AC3E}">
        <p14:creationId xmlns:p14="http://schemas.microsoft.com/office/powerpoint/2010/main" val="16477466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2026-10-22T09:46:50.0950000Z</dcterms:created>
  <dcterms:modified xsi:type="dcterms:W3CDTF">2026-10-22T09:46:50.0950000Z</dcterms:modified>
</coreProperties>
</file>