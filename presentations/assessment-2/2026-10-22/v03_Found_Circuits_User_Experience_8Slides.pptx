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6346dd885e4af6" /><Relationship Type="http://schemas.openxmlformats.org/officeDocument/2006/relationships/extended-properties" Target="/docProps/app.xml" Id="R024b3435c9bd4159" /><Relationship Type="http://schemas.openxmlformats.org/officeDocument/2006/relationships/officeDocument" Target="/ppt/presentation.xml" Id="R225025533ebd4ad9" /></Relationships>
</file>

<file path=ppt/presentation.xml><?xml version="1.0" encoding="utf-8"?>
<p:presentation xmlns:p="http://schemas.openxmlformats.org/presentationml/2006/main">
  <p:sldMasterIdLst>
    <p:sldMasterId xmlns:r="http://schemas.openxmlformats.org/officeDocument/2006/relationships" id="2147483648" r:id="R943e18226b7748a2"/>
  </p:sldMasterIdLst>
  <p:notesMasterIdLst>
    <p:notesMasterId xmlns:r="http://schemas.openxmlformats.org/officeDocument/2006/relationships" r:id="Reb452919e90743c1"/>
  </p:notesMasterIdLst>
  <p:sldIdLst>
    <p:sldId xmlns:r="http://schemas.openxmlformats.org/officeDocument/2006/relationships" id="256" r:id="R037ae825a2744b62"/>
    <p:sldId xmlns:r="http://schemas.openxmlformats.org/officeDocument/2006/relationships" id="257" r:id="R94dcb857a2f7492d"/>
    <p:sldId xmlns:r="http://schemas.openxmlformats.org/officeDocument/2006/relationships" id="258" r:id="R626c388e053646dd"/>
    <p:sldId xmlns:r="http://schemas.openxmlformats.org/officeDocument/2006/relationships" id="259" r:id="R387691cd380344a3"/>
    <p:sldId xmlns:r="http://schemas.openxmlformats.org/officeDocument/2006/relationships" id="260" r:id="R6174eb4a4ca9440e"/>
    <p:sldId xmlns:r="http://schemas.openxmlformats.org/officeDocument/2006/relationships" id="261" r:id="Rc42f001c7b5842bc"/>
    <p:sldId xmlns:r="http://schemas.openxmlformats.org/officeDocument/2006/relationships" id="262" r:id="Ra23c07db49a943fa"/>
    <p:sldId xmlns:r="http://schemas.openxmlformats.org/officeDocument/2006/relationships" id="263" r:id="R2f86bc107a7a44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6ee48c750f410b" /><Relationship Type="http://schemas.openxmlformats.org/officeDocument/2006/relationships/slideMaster" Target="/ppt/slideMasters/slideMaster1.xml" Id="R943e18226b7748a2" /><Relationship Type="http://schemas.openxmlformats.org/officeDocument/2006/relationships/notesMaster" Target="/ppt/notesMasters/notesMaster1.xml" Id="Reb452919e90743c1" /><Relationship Type="http://schemas.openxmlformats.org/officeDocument/2006/relationships/presProps" Target="/ppt/presProps.xml" Id="R4a096c918f274459" /><Relationship Type="http://schemas.openxmlformats.org/officeDocument/2006/relationships/tableStyles" Target="/ppt/tableStyles.xml" Id="R0d281270405f488b" /><Relationship Type="http://schemas.openxmlformats.org/officeDocument/2006/relationships/slide" Target="/ppt/slides/slide1.xml" Id="R037ae825a2744b62" /><Relationship Type="http://schemas.openxmlformats.org/officeDocument/2006/relationships/slide" Target="/ppt/slides/slide2.xml" Id="R94dcb857a2f7492d" /><Relationship Type="http://schemas.openxmlformats.org/officeDocument/2006/relationships/slide" Target="/ppt/slides/slide3.xml" Id="R626c388e053646dd" /><Relationship Type="http://schemas.openxmlformats.org/officeDocument/2006/relationships/slide" Target="/ppt/slides/slide4.xml" Id="R387691cd380344a3" /><Relationship Type="http://schemas.openxmlformats.org/officeDocument/2006/relationships/slide" Target="/ppt/slides/slide5.xml" Id="R6174eb4a4ca9440e" /><Relationship Type="http://schemas.openxmlformats.org/officeDocument/2006/relationships/slide" Target="/ppt/slides/slide6.xml" Id="Rc42f001c7b5842bc" /><Relationship Type="http://schemas.openxmlformats.org/officeDocument/2006/relationships/slide" Target="/ppt/slides/slide7.xml" Id="Ra23c07db49a943fa" /><Relationship Type="http://schemas.openxmlformats.org/officeDocument/2006/relationships/slide" Target="/ppt/slides/slide8.xml" Id="R2f86bc107a7a44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428faaf52344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b0e97b8dfe4d35" /><Relationship Type="http://schemas.openxmlformats.org/officeDocument/2006/relationships/notesMaster" Target="/ppt/notesMasters/notesMaster1.xml" Id="R76e92f8c23dc4d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e5b32e906a482a" /><Relationship Type="http://schemas.openxmlformats.org/officeDocument/2006/relationships/notesMaster" Target="/ppt/notesMasters/notesMaster1.xml" Id="Rde42183c94ca4f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16fb18730241c4" /><Relationship Type="http://schemas.openxmlformats.org/officeDocument/2006/relationships/notesMaster" Target="/ppt/notesMasters/notesMaster1.xml" Id="R161651ed05ba44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1849f7cdd24484" /><Relationship Type="http://schemas.openxmlformats.org/officeDocument/2006/relationships/notesMaster" Target="/ppt/notesMasters/notesMaster1.xml" Id="Rcd99404a03e441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f97cfce0dd42b8" /><Relationship Type="http://schemas.openxmlformats.org/officeDocument/2006/relationships/notesMaster" Target="/ppt/notesMasters/notesMaster1.xml" Id="R64fbe604867a4f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476e273b2c49a3" /><Relationship Type="http://schemas.openxmlformats.org/officeDocument/2006/relationships/notesMaster" Target="/ppt/notesMasters/notesMaster1.xml" Id="R1c8880e3811544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0c3fea9d034fbb" /><Relationship Type="http://schemas.openxmlformats.org/officeDocument/2006/relationships/notesMaster" Target="/ppt/notesMasters/notesMaster1.xml" Id="Rdfb8545402c443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01e7b1396145c3" /><Relationship Type="http://schemas.openxmlformats.org/officeDocument/2006/relationships/notesMaster" Target="/ppt/notesMasters/notesMaster1.xml" Id="Reec25bd7c7a14c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slides 1–2: 90 seconds. Slide 1: 20 seconds.</a:t>
            </a:r>
          </a:p>
          <a:p xmlns:a="http://schemas.openxmlformats.org/drawingml/2006/main">
            <a:r>
              <a:t>English script: Found is a shared campus lost-and-found station. Our goal is to help someone who remembers a belonging by its appearance to find it, then complete a clear physical handover. We connect an iPad, a Raspberry Pi and four storage compartments.</a:t>
            </a:r>
          </a:p>
          <a:p xmlns:a="http://schemas.openxmlformats.org/drawingml/2006/main">
            <a:r>
              <a:t>中文提示：先讲用户要完成的事情，不展开技术。全场 10 分钟，含演示及问答。封面为概念图，不是实物照片。</a:t>
            </a:r>
          </a:p>
          <a:p xmlns:a="http://schemas.openxmlformats.org/drawingml/2006/main">
            <a:r>
              <a:t/>
            </a:r>
          </a:p>
          <a:p xmlns:a="http://schemas.openxmlformats.org/drawingml/2006/main">
            <a:r>
              <a:t>Sources: https://github.com/Justmao1/Found/blob/main/README.md</a:t>
            </a:r>
          </a:p>
          <a:p xmlns:a="http://schemas.openxmlformats.org/drawingml/2006/main">
            <a:r>
              <a:t>Assessment Two Brief-3(1)(2).pdf. This version follows the latest team instruction: 10 minutes total for four members. Allocation: 6 minutes talk + 3 minutes demo + 1 minute Q&amp;A. The earlier written brief used 15 minutes. A genuine backup video remains compulsory. Counts are repository-reported software tests, not newly rerun or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Slide 2: 70 seconds.</a:t>
            </a:r>
          </a:p>
          <a:p xmlns:a="http://schemas.openxmlformats.org/drawingml/2006/main">
            <a:r>
              <a:t>English script: We designed around two visitors. The finder should not need to write a detailed inventory record. They take a photo, review it and see the short appearance tags and assigned compartment. They place the item inside, close the door and confirm. The owner can speak or type, edit the description and compare candidate photos before choosing an item. We show a large compartment number and keep the next physical action visible. A clear Finish step resets the station for the next visitor. These interface decisions aim to reduce uncertainty and unnecessary typing. They still need real user testing rather than an assumed improvement percentage.</a:t>
            </a:r>
          </a:p>
          <a:p xmlns:a="http://schemas.openxmlformats.org/drawingml/2006/main">
            <a:r>
              <a:t>中文提示：强调主类别与颜色、外形细节，不能把 AI 候选等同所有权证明。</a:t>
            </a:r>
          </a:p>
          <a:p xmlns:a="http://schemas.openxmlformats.org/drawingml/2006/main">
            <a:r>
              <a:t/>
            </a:r>
          </a:p>
          <a:p xmlns:a="http://schemas.openxmlformats.org/drawingml/2006/main">
            <a:r>
              <a:t>Sources: https://github.com/Justmao1/Found/blob/main/README.md</a:t>
            </a:r>
          </a:p>
          <a:p xmlns:a="http://schemas.openxmlformats.org/drawingml/2006/main">
            <a:r>
              <a:t>Assessment Two Brief-3(1)(2).pdf. This version follows the latest team instruction: 10 minutes total for four members. Allocation: 6 minutes talk + 3 minutes demo + 1 minute Q&amp;A. The earlier written brief used 15 minutes. A genuine backup video remains compulsory. Counts are repository-reported software tests, not newly rerun or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 Slide 3: 90 seconds.</a:t>
            </a:r>
          </a:p>
          <a:p xmlns:a="http://schemas.openxmlformats.org/drawingml/2006/main">
            <a:r>
              <a:t>English script: The architecture has three digital parts and one physical output. The native iPad app uses SwiftUI and supplies the camera, microphone and large visitor interface. It sends requests over local Wi-Fi with HTTPS and JSON. The Raspberry Pi runs the Python API and SQLite database. It keeps photos, tags, available inventory and locker operations together. Cloud AI supplies visual tags, semantic comparison and speech transcription. The documented defaults are Qwen3-VL-Plus and Qwen3-ASR-Flash, with keys stored only on the server. Search uses existing tags and notes rather than uploading photographs again. Finally, GPIO signals pass through transistor drivers to the relay module and electric locks. The Pi manages when an operation may occur, but it cannot observe door movement because this build has no door sensor.</a:t>
            </a:r>
          </a:p>
          <a:p xmlns:a="http://schemas.openxmlformats.org/drawingml/2006/main">
            <a:r>
              <a:t/>
            </a:r>
          </a:p>
          <a:p xmlns:a="http://schemas.openxmlformats.org/drawingml/2006/main">
            <a:r>
              <a:t>Sources: https://github.com/Justmao1/Found/blob/main/lost-found-box/README.md</a:t>
            </a:r>
          </a:p>
          <a:p xmlns:a="http://schemas.openxmlformats.org/drawingml/2006/main">
            <a:r>
              <a:t>Assessment Two Brief-3(1)(2).pdf. This version follows the latest team instruction: 10 minutes total for four members. Allocation: 6 minutes talk + 3 minutes demo + 1 minute Q&amp;A. The earlier written brief used 15 minutes. A genuine backup video remains compulsory. Counts are repository-reported software tests, not newly rerun or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 slides 4–5: 90 seconds. Slide 4: 50 seconds.</a:t>
            </a:r>
          </a:p>
          <a:p xmlns:a="http://schemas.openxmlformats.org/drawingml/2006/main">
            <a:r>
              <a:t>English script: This is one control channel, repeated four times. The GPIO reaches the transistor base through a one-kilohm resistor. A ten-kilohm resistor pulls the base towards the emitter ground. The S8050 collector connects to the relay input, while the emitter shares the Pi and relay logic ground. A HIGH pulse turns the transistor on and pulls the active-LOW relay input low. After half a second, GPIO returns LOW. This separates the software control signal from the lock supply current. It still does not prove that a door has moved.</a:t>
            </a:r>
          </a:p>
          <a:p xmlns:a="http://schemas.openxmlformats.org/drawingml/2006/main">
            <a:r>
              <a:t>Diagram is a functional B/C/E connection diagram, not a transistor package pin-layout drawing. The actual S8050 package pin order must be checked against its part datasheet. Project documentation specifies 1 kΩ base and 10 kΩ B–E resistors for the recorded setup. Raspberry Pi GPIO HIGH is 3.3 V, per official documentation: https://www.raspberrypi.com/documentation/computers/raspberry-pi.html . GPIO labels use BCM numbering.</a:t>
            </a:r>
          </a:p>
          <a:p xmlns:a="http://schemas.openxmlformats.org/drawingml/2006/main">
            <a:r>
              <a:t/>
            </a:r>
          </a:p>
          <a:p xmlns:a="http://schemas.openxmlformats.org/drawingml/2006/main">
            <a:r>
              <a:t>Sources: https://github.com/Justmao1/Found/blob/main/lost-found-box/VERIFICATION.md</a:t>
            </a:r>
          </a:p>
          <a:p xmlns:a="http://schemas.openxmlformats.org/drawingml/2006/main">
            <a:r>
              <a:t>Assessment Two Brief-3(1)(2).pdf. This version follows the latest team instruction: 10 minutes total for four members. Allocation: 6 minutes talk + 3 minutes demo + 1 minute Q&amp;A. The earlier written brief used 15 minutes. A genuine backup video remains compulsory. Counts are repository-reported software tests, not newly rerun or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 Slide 5: 40 seconds.</a:t>
            </a:r>
          </a:p>
          <a:p xmlns:a="http://schemas.openxmlformats.org/drawingml/2006/main">
            <a:r>
              <a:t>English script: The load side uses four parallel branches. For a power-to-unlock lock, the positive supply feeds each relay COM terminal. The normally open contact supplies that lock when the relay activates, and each negative lead returns to the supply. The relay module also needs its correctly rated DC-plus and DC-minus supply connection. Those power terminals have a different purpose from the COM and NO contact terminals. GPIO controls the module input through the transistor; the lock current comes from the load supply.</a:t>
            </a:r>
          </a:p>
          <a:p xmlns:a="http://schemas.openxmlformats.org/drawingml/2006/main">
            <a:r>
              <a:t>This is a proposed functional contact/power arrangement for the described power-to-unlock mechanism, not a verified as-built wiring photograph. Supply voltage, current rating, lock polarity, module DC input rating and suppression components are not specified in the supplied files and are not invented here. Do not assume the module and lock have the same rated voltage. The drawing omits package pin order and any manufacturer-specific protection circuitry. Do not infer galvanic isolation from the diagram.</a:t>
            </a:r>
          </a:p>
          <a:p xmlns:a="http://schemas.openxmlformats.org/drawingml/2006/main">
            <a:r>
              <a:t>Channel mapping: 01=BCM17/physical11, 02=BCM26/physical37, 03=BCM13/physical33, 04=BCM5/physical29.</a:t>
            </a:r>
          </a:p>
          <a:p xmlns:a="http://schemas.openxmlformats.org/drawingml/2006/main">
            <a:r>
              <a:t/>
            </a:r>
          </a:p>
          <a:p xmlns:a="http://schemas.openxmlformats.org/drawingml/2006/main">
            <a:r>
              <a:t>Sources: https://github.com/Justmao1/Found/blob/main/lost-found-box/README.md</a:t>
            </a:r>
          </a:p>
          <a:p xmlns:a="http://schemas.openxmlformats.org/drawingml/2006/main">
            <a:r>
              <a:t>Assessment Two Brief-3(1)(2).pdf. This version follows the latest team instruction: 10 minutes total for four members. Allocation: 6 minutes talk + 3 minutes demo + 1 minute Q&amp;A. The earlier written brief used 15 minutes. A genuine backup video remains compulsory. Counts are repository-reported software tests, not newly rerun or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 slides 6–7: 90 seconds. Slide 6: 50 seconds.</a:t>
            </a:r>
          </a:p>
          <a:p xmlns:a="http://schemas.openxmlformats.org/drawingml/2006/main">
            <a:r>
              <a:t>English script: We also considered the moment when a visitor cannot finish normally. A full cabinet pauses deposits rather than accepting an item without space. Voice has an editable text alternative. A tagging failure keeps the saved photo so the visitor does not need to submit it again. If a lock request becomes uncertain, the system keeps the compartment reserved for staff inspection. Finish or idle timeout resets the visitor screen. This reduces accidental exposure to the next user. It is a session boundary, not a claim of complete backend privacy. Stronger server authorization and ownership checks remain future work.</a:t>
            </a:r>
          </a:p>
          <a:p xmlns:a="http://schemas.openxmlformats.org/drawingml/2006/main">
            <a:r>
              <a:t/>
            </a:r>
          </a:p>
          <a:p xmlns:a="http://schemas.openxmlformats.org/drawingml/2006/main">
            <a:r>
              <a:t>Sources: https://github.com/Justmao1/Found/blob/main/README.md</a:t>
            </a:r>
          </a:p>
          <a:p xmlns:a="http://schemas.openxmlformats.org/drawingml/2006/main">
            <a:r>
              <a:t>Assessment Two Brief-3(1)(2).pdf. This version follows the latest team instruction: 10 minutes total for four members. Allocation: 6 minutes talk + 3 minutes demo + 1 minute Q&amp;A. The earlier written brief used 15 minutes. A genuine backup video remains compulsory. Counts are repository-reported software tests, not newly rerun or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 Slide 7: 40 seconds.</a:t>
            </a:r>
          </a:p>
          <a:p xmlns:a="http://schemas.openxmlformats.org/drawingml/2006/main">
            <a:r>
              <a:t>English script: The repository reports ninety-nine backend tests, forty-two Swift core tests, fifty-one native tests and ten locker integration checks. They verify software behavior with simulated GPIO, not retrieval accuracy. Earlier live searches show that descriptive lookup is feasible, but the sample is too small for a rate. Next, we need seven continuous days of real sessions, measuring whether users find the right item, finish the task and need staff help. We also need complete real-door acceptance and stronger ownership and server access checks.</a:t>
            </a:r>
          </a:p>
          <a:p xmlns:a="http://schemas.openxmlformats.org/drawingml/2006/main">
            <a:r>
              <a:t>Reported live searches on 14 October: a grey folding-handle cup description matched the cup, a beige toy with red scarf matched the toy, an absent black phone returned no candidate. Inventory had four records. These are qualitative examples only. The latest recorded backend deployment is not a completed four-door physical acceptance run. All source citations: https://github.com/Justmao1/Found/blob/main/verification/README.md and https://github.com/Justmao1/Found/blob/main/lost-found-box/VERIFICATION.md .</a:t>
            </a:r>
          </a:p>
          <a:p xmlns:a="http://schemas.openxmlformats.org/drawingml/2006/main">
            <a:r>
              <a:t/>
            </a:r>
          </a:p>
          <a:p xmlns:a="http://schemas.openxmlformats.org/drawingml/2006/main">
            <a:r>
              <a:t>Sources: https://github.com/Justmao1/Found/blob/main/verification/README.md</a:t>
            </a:r>
          </a:p>
          <a:p xmlns:a="http://schemas.openxmlformats.org/drawingml/2006/main">
            <a:r>
              <a:t>Assessment Two Brief-3(1)(2).pdf. This version follows the latest team instruction: 10 minutes total for four members. Allocation: 6 minutes talk + 3 minutes demo + 1 minute Q&amp;A. The earlier written brief used 15 minutes. A genuine backup video remains compulsory. Counts are repository-reported software tests, not newly rerun or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3 minutes, then Q&amp;A: 1 minute. Four members each lead one 45-second stage. Total timed presentation: Member 1 slides 1–2 (90s), Member 2 slide3 (90s), Member3 slides4–5 (90s), Member4 slides6–7 (90s), demo180s, Q&amp;A60s =600s. Each member has135s of planned speaking before the shared Q&amp;A.</a:t>
            </a:r>
          </a:p>
          <a:p xmlns:a="http://schemas.openxmlformats.org/drawingml/2006/main">
            <a:r>
              <a:t>Before demo: verify actual camera, AI, microphone, network, TLS, four real lock channels and physical reclosure. This deck does not contain a demo recording. Record a genuine full-cycle backup and keep it ready offline. The 30-second per-lock cooldown needs attention when rehearsing the retrieval timing.</a:t>
            </a:r>
          </a:p>
          <a:p xmlns:a="http://schemas.openxmlformats.org/drawingml/2006/main">
            <a:r>
              <a:t>现场台词：1. We start with the available compartments and photograph the item. 2. I check the tags, deposit the item, close the door and confirm. 3. I describe and compare the item, then request retrieval. 4. I collect it, close the door and confirm. The compartment is free again.</a:t>
            </a:r>
          </a:p>
          <a:p xmlns:a="http://schemas.openxmlformats.org/drawingml/2006/main">
            <a:r>
              <a:t>Q&amp;A: An API response and GPIO level do not prove door opening. Manual completion is current, sensing is future. Repeated UUIDs do not repeat pulses. An uncertain request keeps its slot. AI matching does not prove ownership. Staff device authentication does not replace backend authorization. A genuine one-week operational study is still missing.</a:t>
            </a:r>
          </a:p>
          <a:p xmlns:a="http://schemas.openxmlformats.org/drawingml/2006/main">
            <a:r>
              <a:t>Generated icon prompts: isolated matte forest-green and ivory illustrations of tablet, Raspberry Pi style board, cloud service and 2x2 locker. Icons are raster assets, while diagram topology, labels and circuits are native editable objects.</a:t>
            </a:r>
          </a:p>
          <a:p xmlns:a="http://schemas.openxmlformats.org/drawingml/2006/main">
            <a:r>
              <a:t/>
            </a:r>
          </a:p>
          <a:p xmlns:a="http://schemas.openxmlformats.org/drawingml/2006/main">
            <a:r>
              <a:t>Sources: https://github.com/Justmao1/Found/blob/main/docs/locker-flow.md</a:t>
            </a:r>
          </a:p>
          <a:p xmlns:a="http://schemas.openxmlformats.org/drawingml/2006/main">
            <a:r>
              <a:t>Assessment Two Brief-3(1)(2).pdf. This version follows the latest team instruction: 10 minutes total for four members. Allocation: 6 minutes talk + 3 minutes demo + 1 minute Q&amp;A. The earlier written brief used 15 minutes. A genuine backup video remains compulsory. Counts are repository-reported software tests, not newly rerun or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8d18d9f8c141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3cfc5e6e964c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cf7c630f91a4a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1040608ccdc42a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675aa05eae45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78c5b303ac4a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74A810-6BC0-42C9-B81B-66A0865D3E1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914A10-AA75-4239-A007-F79F3A27F20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1E195B-0F39-424D-A44E-7C7AE190BB5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9832A1-0660-4AEC-BF57-053D7F38B5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763A965-AB8B-4FD7-B249-1A86EBA630C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CCB079-AAE9-4763-9708-E285A64EE5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0783FE-3A29-4F64-AE21-A31E81D075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1B26F7A-F141-4BE9-9C73-26F58C17483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D5B3E5-088D-44E4-880B-E300FBDB5C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2FD02A-6C87-427B-9A68-BC202E39D1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f880643058462b" /><Relationship Type="http://schemas.openxmlformats.org/officeDocument/2006/relationships/slideLayout" Target="/ppt/slideLayouts/slideLayout1.xml" Id="R6d72ace026a94d13" /><Relationship Type="http://schemas.openxmlformats.org/officeDocument/2006/relationships/slideLayout" Target="/ppt/slideLayouts/slideLayout2.xml" Id="Rb8e006632849472b" /><Relationship Type="http://schemas.openxmlformats.org/officeDocument/2006/relationships/slideLayout" Target="/ppt/slideLayouts/slideLayout3.xml" Id="R6ef68f823cf043f5" /><Relationship Type="http://schemas.openxmlformats.org/officeDocument/2006/relationships/slideLayout" Target="/ppt/slideLayouts/slideLayout4.xml" Id="R430f2e7415af4a1d" /><Relationship Type="http://schemas.openxmlformats.org/officeDocument/2006/relationships/slideLayout" Target="/ppt/slideLayouts/slideLayout5.xml" Id="R4c2b230f7833431b" /><Relationship Type="http://schemas.openxmlformats.org/officeDocument/2006/relationships/slideLayout" Target="/ppt/slideLayouts/slideLayout6.xml" Id="R5501d81962284c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72ace026a94d13"/>
    <p:sldLayoutId xmlns:r="http://schemas.openxmlformats.org/officeDocument/2006/relationships" id="2147483650" r:id="Rb8e006632849472b"/>
    <p:sldLayoutId xmlns:r="http://schemas.openxmlformats.org/officeDocument/2006/relationships" id="2147483651" r:id="R6ef68f823cf043f5"/>
    <p:sldLayoutId xmlns:r="http://schemas.openxmlformats.org/officeDocument/2006/relationships" id="2147483652" r:id="R430f2e7415af4a1d"/>
    <p:sldLayoutId xmlns:r="http://schemas.openxmlformats.org/officeDocument/2006/relationships" id="2147483653" r:id="R4c2b230f7833431b"/>
    <p:sldLayoutId xmlns:r="http://schemas.openxmlformats.org/officeDocument/2006/relationships" id="2147483654" r:id="R5501d81962284c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47c12ff79dd4e2d" /><Relationship Type="http://schemas.openxmlformats.org/officeDocument/2006/relationships/image" Target="/ppt/media/image.png" Id="R69cdd00110e4471e" /><Relationship Type="http://schemas.openxmlformats.org/officeDocument/2006/relationships/notesSlide" Target="/ppt/notesSlides/notesSlide1.xml" Id="R6733181fa0514d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682aaa860f4bb6" /><Relationship Type="http://schemas.openxmlformats.org/officeDocument/2006/relationships/notesSlide" Target="/ppt/notesSlides/notesSlide2.xml" Id="R337b3afdf55046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f82618b71064ab0" /><Relationship Type="http://schemas.openxmlformats.org/officeDocument/2006/relationships/image" Target="/ppt/media/image2.png" Id="Rdee7e9f89e0a4510" /><Relationship Type="http://schemas.openxmlformats.org/officeDocument/2006/relationships/image" Target="/ppt/media/image3.png" Id="Rd5a627face474f43" /><Relationship Type="http://schemas.openxmlformats.org/officeDocument/2006/relationships/image" Target="/ppt/media/image4.png" Id="R7801871b204a497f" /><Relationship Type="http://schemas.openxmlformats.org/officeDocument/2006/relationships/image" Target="/ppt/media/image5.png" Id="R910c66226af249d4" /><Relationship Type="http://schemas.openxmlformats.org/officeDocument/2006/relationships/notesSlide" Target="/ppt/notesSlides/notesSlide3.xml" Id="Rc3acb0b511c248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c9d07ab83949ae" /><Relationship Type="http://schemas.openxmlformats.org/officeDocument/2006/relationships/notesSlide" Target="/ppt/notesSlides/notesSlide4.xml" Id="R88470379f10841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670357cf2814cca" /><Relationship Type="http://schemas.openxmlformats.org/officeDocument/2006/relationships/notesSlide" Target="/ppt/notesSlides/notesSlide5.xml" Id="Rb7ced12138f240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f7c6ffab7f443d7" /><Relationship Type="http://schemas.openxmlformats.org/officeDocument/2006/relationships/notesSlide" Target="/ppt/notesSlides/notesSlide6.xml" Id="Rfba5a7e4f1db4e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f0bd258b0e64a78" /><Relationship Type="http://schemas.openxmlformats.org/officeDocument/2006/relationships/notesSlide" Target="/ppt/notesSlides/notesSlide7.xml" Id="R5a2dd36ef12943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221480de42a4e41" /><Relationship Type="http://schemas.openxmlformats.org/officeDocument/2006/relationships/notesSlide" Target="/ppt/notesSlides/notesSlide8.xml" Id="R465c19c3bf434c15" /></Relationships>
</file>

<file path=ppt/slides/slide1.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A4A1CB8-39A9-42B5-963A-7723B2F8FF3C}"/>
              </a:ext>
            </a:extLst>
          </p:cNvPr>
          <p:cNvPicPr>
            <a:picLocks xmlns:a="http://schemas.openxmlformats.org/drawingml/2006/main" noChangeAspect="1"/>
          </p:cNvPicPr>
          <p:nvPr/>
        </p:nvPicPr>
        <p:blipFill>
          <a:blip xmlns:r="http://schemas.openxmlformats.org/officeDocument/2006/relationships" xmlns:a="http://schemas.openxmlformats.org/drawingml/2006/main" r:embed="R69cdd00110e4471e"/>
          <a:srcRect xmlns:a="http://schemas.openxmlformats.org/drawingml/2006/main" l="20688" t="0" r="20688" b="0"/>
          <a:stretch xmlns:a="http://schemas.openxmlformats.org/drawingml/2006/main">
            <a:fillRect l="0" t="0" r="0" b="0"/>
          </a:stretch>
        </p:blipFill>
        <p:spPr>
          <a:xfrm xmlns:a="http://schemas.openxmlformats.org/drawingml/2006/main">
            <a:off x="5048250" y="0"/>
            <a:ext cx="7143750" cy="6858000"/>
          </a:xfrm>
          <a:prstGeom xmlns:a="http://schemas.openxmlformats.org/drawingml/2006/main" prst="rect">
            <a:avLst/>
          </a:prstGeom>
        </p:spPr>
      </p:pic>
      <p:sp>
        <p:nvSpPr>
          <p:cNvPr id="2" name="Found">
            <a:extLst xmlns:a="http://schemas.openxmlformats.org/drawingml/2006/main">
              <a:ext uri="{FF2B5EF4-FFF2-40B4-BE49-F238E27FC236}">
                <a16:creationId xmlns:a16="http://schemas.microsoft.com/office/drawing/2014/main" id="{593FCB7A-F764-4F0C-A8AE-711E7316424A}"/>
              </a:ext>
            </a:extLst>
          </p:cNvPr>
          <p:cNvSpPr>
            <a:spLocks xmlns:a="http://schemas.openxmlformats.org/drawingml/2006/main" noGrp="1"/>
          </p:cNvSpPr>
          <p:nvPr/>
        </p:nvSpPr>
        <p:spPr>
          <a:xfrm xmlns:a="http://schemas.openxmlformats.org/drawingml/2006/main">
            <a:off x="609600" y="1504950"/>
            <a:ext cx="428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6600" b="1">
                <a:solidFill>
                  <a:srgbClr val="153D33"/>
                </a:solidFill>
                <a:latin typeface="Nimbus Sans"/>
                <a:ea typeface="Nimbus Sans"/>
                <a:cs typeface="Nimbus Sans"/>
              </a:defRPr>
            </a:defPPr>
            <a:lvl1pPr algn="l">
              <a:buNone/>
              <a:defRPr sz="6600" b="1">
                <a:solidFill>
                  <a:srgbClr val="153D33"/>
                </a:solidFill>
                <a:latin typeface="Nimbus Sans"/>
                <a:ea typeface="Nimbus Sans"/>
                <a:cs typeface="Nimbus Sans"/>
              </a:defRPr>
            </a:lvl1pPr>
            <a:lvl2pPr algn="l">
              <a:buNone/>
              <a:defRPr sz="6600" b="1">
                <a:solidFill>
                  <a:srgbClr val="153D33"/>
                </a:solidFill>
                <a:latin typeface="Nimbus Sans"/>
                <a:ea typeface="Nimbus Sans"/>
                <a:cs typeface="Nimbus Sans"/>
              </a:defRPr>
            </a:lvl2pPr>
            <a:lvl3pPr algn="l">
              <a:buNone/>
              <a:defRPr sz="6600" b="1">
                <a:solidFill>
                  <a:srgbClr val="153D33"/>
                </a:solidFill>
                <a:latin typeface="Nimbus Sans"/>
                <a:ea typeface="Nimbus Sans"/>
                <a:cs typeface="Nimbus Sans"/>
              </a:defRPr>
            </a:lvl3pPr>
            <a:lvl4pPr algn="l">
              <a:buNone/>
              <a:defRPr sz="6600" b="1">
                <a:solidFill>
                  <a:srgbClr val="153D33"/>
                </a:solidFill>
                <a:latin typeface="Nimbus Sans"/>
                <a:ea typeface="Nimbus Sans"/>
                <a:cs typeface="Nimbus Sans"/>
              </a:defRPr>
            </a:lvl4pPr>
            <a:lvl5pPr algn="l">
              <a:buNone/>
              <a:defRPr sz="6600" b="1">
                <a:solidFill>
                  <a:srgbClr val="153D33"/>
                </a:solidFill>
                <a:latin typeface="Nimbus Sans"/>
                <a:ea typeface="Nimbus Sans"/>
                <a:cs typeface="Nimbus Sans"/>
              </a:defRPr>
            </a:lvl5pPr>
            <a:lvl6pPr algn="l">
              <a:buNone/>
              <a:defRPr sz="6600" b="1">
                <a:solidFill>
                  <a:srgbClr val="153D33"/>
                </a:solidFill>
                <a:latin typeface="Nimbus Sans"/>
                <a:ea typeface="Nimbus Sans"/>
                <a:cs typeface="Nimbus Sans"/>
              </a:defRPr>
            </a:lvl6pPr>
            <a:lvl7pPr algn="l">
              <a:buNone/>
              <a:defRPr sz="6600" b="1">
                <a:solidFill>
                  <a:srgbClr val="153D33"/>
                </a:solidFill>
                <a:latin typeface="Nimbus Sans"/>
                <a:ea typeface="Nimbus Sans"/>
                <a:cs typeface="Nimbus Sans"/>
              </a:defRPr>
            </a:lvl7pPr>
            <a:lvl8pPr algn="l">
              <a:buNone/>
              <a:defRPr sz="6600" b="1">
                <a:solidFill>
                  <a:srgbClr val="153D33"/>
                </a:solidFill>
                <a:latin typeface="Nimbus Sans"/>
                <a:ea typeface="Nimbus Sans"/>
                <a:cs typeface="Nimbus Sans"/>
              </a:defRPr>
            </a:lvl8pPr>
            <a:lvl9pPr algn="l">
              <a:buNone/>
              <a:defRPr sz="6600" b="1">
                <a:solidFill>
                  <a:srgbClr val="153D33"/>
                </a:solidFill>
                <a:latin typeface="Nimbus Sans"/>
                <a:ea typeface="Nimbus Sans"/>
                <a:cs typeface="Nimbus Sans"/>
              </a:defRPr>
            </a:lvl9pPr>
          </a:lstStyle>
          <a:p xmlns:a="http://schemas.openxmlformats.org/drawingml/2006/main">
            <a:pPr algn="l">
              <a:buNone/>
              <a:defRPr sz="6600" b="1">
                <a:solidFill>
                  <a:srgbClr val="153D33"/>
                </a:solidFill>
                <a:latin typeface="Nimbus Sans"/>
                <a:ea typeface="Nimbus Sans"/>
                <a:cs typeface="Nimbus Sans"/>
              </a:defRPr>
            </a:pPr>
            <a:r>
              <a:rPr sz="6600" b="1">
                <a:solidFill>
                  <a:srgbClr val="153D33"/>
                </a:solidFill>
                <a:latin typeface="Nimbus Sans"/>
                <a:ea typeface="Nimbus Sans"/>
                <a:cs typeface="Nimbus Sans"/>
              </a:rPr>
              <a:t>Found</a:t>
            </a:r>
          </a:p>
        </p:txBody>
      </p:sp>
      <p:sp>
        <p:nvSpPr>
          <p:cNvPr id="3" name="AI-assisted campus&#10;lost and found">
            <a:extLst xmlns:a="http://schemas.openxmlformats.org/drawingml/2006/main">
              <a:ext uri="{FF2B5EF4-FFF2-40B4-BE49-F238E27FC236}">
                <a16:creationId xmlns:a16="http://schemas.microsoft.com/office/drawing/2014/main" id="{9E5E7C66-E9E0-4396-9F9C-4BFA90FBC9A6}"/>
              </a:ext>
            </a:extLst>
          </p:cNvPr>
          <p:cNvSpPr>
            <a:spLocks xmlns:a="http://schemas.openxmlformats.org/drawingml/2006/main" noGrp="1"/>
          </p:cNvSpPr>
          <p:nvPr/>
        </p:nvSpPr>
        <p:spPr>
          <a:xfrm xmlns:a="http://schemas.openxmlformats.org/drawingml/2006/main">
            <a:off x="647700" y="2705100"/>
            <a:ext cx="4095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00" b="1">
                <a:solidFill>
                  <a:srgbClr val="153D33"/>
                </a:solidFill>
                <a:latin typeface="Nimbus Sans"/>
                <a:ea typeface="Nimbus Sans"/>
                <a:cs typeface="Nimbus Sans"/>
              </a:defRPr>
            </a:defPPr>
            <a:lvl1pPr algn="l">
              <a:buNone/>
              <a:defRPr sz="3000" b="1">
                <a:solidFill>
                  <a:srgbClr val="153D33"/>
                </a:solidFill>
                <a:latin typeface="Nimbus Sans"/>
                <a:ea typeface="Nimbus Sans"/>
                <a:cs typeface="Nimbus Sans"/>
              </a:defRPr>
            </a:lvl1pPr>
            <a:lvl2pPr algn="l">
              <a:buNone/>
              <a:defRPr sz="3000" b="1">
                <a:solidFill>
                  <a:srgbClr val="153D33"/>
                </a:solidFill>
                <a:latin typeface="Nimbus Sans"/>
                <a:ea typeface="Nimbus Sans"/>
                <a:cs typeface="Nimbus Sans"/>
              </a:defRPr>
            </a:lvl2pPr>
            <a:lvl3pPr algn="l">
              <a:buNone/>
              <a:defRPr sz="3000" b="1">
                <a:solidFill>
                  <a:srgbClr val="153D33"/>
                </a:solidFill>
                <a:latin typeface="Nimbus Sans"/>
                <a:ea typeface="Nimbus Sans"/>
                <a:cs typeface="Nimbus Sans"/>
              </a:defRPr>
            </a:lvl3pPr>
            <a:lvl4pPr algn="l">
              <a:buNone/>
              <a:defRPr sz="3000" b="1">
                <a:solidFill>
                  <a:srgbClr val="153D33"/>
                </a:solidFill>
                <a:latin typeface="Nimbus Sans"/>
                <a:ea typeface="Nimbus Sans"/>
                <a:cs typeface="Nimbus Sans"/>
              </a:defRPr>
            </a:lvl4pPr>
            <a:lvl5pPr algn="l">
              <a:buNone/>
              <a:defRPr sz="3000" b="1">
                <a:solidFill>
                  <a:srgbClr val="153D33"/>
                </a:solidFill>
                <a:latin typeface="Nimbus Sans"/>
                <a:ea typeface="Nimbus Sans"/>
                <a:cs typeface="Nimbus Sans"/>
              </a:defRPr>
            </a:lvl5pPr>
            <a:lvl6pPr algn="l">
              <a:buNone/>
              <a:defRPr sz="3000" b="1">
                <a:solidFill>
                  <a:srgbClr val="153D33"/>
                </a:solidFill>
                <a:latin typeface="Nimbus Sans"/>
                <a:ea typeface="Nimbus Sans"/>
                <a:cs typeface="Nimbus Sans"/>
              </a:defRPr>
            </a:lvl6pPr>
            <a:lvl7pPr algn="l">
              <a:buNone/>
              <a:defRPr sz="3000" b="1">
                <a:solidFill>
                  <a:srgbClr val="153D33"/>
                </a:solidFill>
                <a:latin typeface="Nimbus Sans"/>
                <a:ea typeface="Nimbus Sans"/>
                <a:cs typeface="Nimbus Sans"/>
              </a:defRPr>
            </a:lvl7pPr>
            <a:lvl8pPr algn="l">
              <a:buNone/>
              <a:defRPr sz="3000" b="1">
                <a:solidFill>
                  <a:srgbClr val="153D33"/>
                </a:solidFill>
                <a:latin typeface="Nimbus Sans"/>
                <a:ea typeface="Nimbus Sans"/>
                <a:cs typeface="Nimbus Sans"/>
              </a:defRPr>
            </a:lvl8pPr>
            <a:lvl9pPr algn="l">
              <a:buNone/>
              <a:defRPr sz="3000" b="1">
                <a:solidFill>
                  <a:srgbClr val="153D33"/>
                </a:solidFill>
                <a:latin typeface="Nimbus Sans"/>
                <a:ea typeface="Nimbus Sans"/>
                <a:cs typeface="Nimbus Sans"/>
              </a:defRPr>
            </a:lvl9pPr>
          </a:lstStyle>
          <a:p xmlns:a="http://schemas.openxmlformats.org/drawingml/2006/main">
            <a:pPr algn="l">
              <a:buNone/>
              <a:defRPr sz="3000" b="1">
                <a:solidFill>
                  <a:srgbClr val="153D33"/>
                </a:solidFill>
                <a:latin typeface="Nimbus Sans"/>
                <a:ea typeface="Nimbus Sans"/>
                <a:cs typeface="Nimbus Sans"/>
              </a:defRPr>
            </a:pPr>
            <a:r>
              <a:rPr sz="3000" b="1">
                <a:solidFill>
                  <a:srgbClr val="153D33"/>
                </a:solidFill>
                <a:latin typeface="Nimbus Sans"/>
                <a:ea typeface="Nimbus Sans"/>
                <a:cs typeface="Nimbus Sans"/>
              </a:rPr>
              <a:t>AI-assisted campus</a:t>
            </a:r>
          </a:p>
          <a:p xmlns:a="http://schemas.openxmlformats.org/drawingml/2006/main">
            <a:pPr algn="l">
              <a:buNone/>
              <a:defRPr sz="3000" b="1">
                <a:solidFill>
                  <a:srgbClr val="153D33"/>
                </a:solidFill>
                <a:latin typeface="Nimbus Sans"/>
                <a:ea typeface="Nimbus Sans"/>
                <a:cs typeface="Nimbus Sans"/>
              </a:defRPr>
            </a:pPr>
            <a:r>
              <a:rPr sz="3000" b="1">
                <a:solidFill>
                  <a:srgbClr val="153D33"/>
                </a:solidFill>
                <a:latin typeface="Nimbus Sans"/>
                <a:ea typeface="Nimbus Sans"/>
                <a:cs typeface="Nimbus Sans"/>
              </a:rPr>
              <a:t>lost and found</a:t>
            </a:r>
          </a:p>
        </p:txBody>
      </p:sp>
      <p:sp>
        <p:nvSpPr>
          <p:cNvPr id="4" name="iPad terminal, Raspberry Pi&#10;and four storage c">
            <a:extLst xmlns:a="http://schemas.openxmlformats.org/drawingml/2006/main">
              <a:ext uri="{FF2B5EF4-FFF2-40B4-BE49-F238E27FC236}">
                <a16:creationId xmlns:a16="http://schemas.microsoft.com/office/drawing/2014/main" id="{57250BDA-1C4B-4CD2-8E03-B3CFB29E494F}"/>
              </a:ext>
            </a:extLst>
          </p:cNvPr>
          <p:cNvSpPr>
            <a:spLocks xmlns:a="http://schemas.openxmlformats.org/drawingml/2006/main" noGrp="1"/>
          </p:cNvSpPr>
          <p:nvPr/>
        </p:nvSpPr>
        <p:spPr>
          <a:xfrm xmlns:a="http://schemas.openxmlformats.org/drawingml/2006/main">
            <a:off x="647700" y="4048125"/>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5E7168"/>
                </a:solidFill>
                <a:latin typeface="Nimbus Sans"/>
                <a:ea typeface="Nimbus Sans"/>
                <a:cs typeface="Nimbus Sans"/>
              </a:defRPr>
            </a:defPPr>
            <a:lvl1pPr algn="l">
              <a:buNone/>
              <a:defRPr sz="2025" b="0">
                <a:solidFill>
                  <a:srgbClr val="5E7168"/>
                </a:solidFill>
                <a:latin typeface="Nimbus Sans"/>
                <a:ea typeface="Nimbus Sans"/>
                <a:cs typeface="Nimbus Sans"/>
              </a:defRPr>
            </a:lvl1pPr>
            <a:lvl2pPr algn="l">
              <a:buNone/>
              <a:defRPr sz="2025" b="0">
                <a:solidFill>
                  <a:srgbClr val="5E7168"/>
                </a:solidFill>
                <a:latin typeface="Nimbus Sans"/>
                <a:ea typeface="Nimbus Sans"/>
                <a:cs typeface="Nimbus Sans"/>
              </a:defRPr>
            </a:lvl2pPr>
            <a:lvl3pPr algn="l">
              <a:buNone/>
              <a:defRPr sz="2025" b="0">
                <a:solidFill>
                  <a:srgbClr val="5E7168"/>
                </a:solidFill>
                <a:latin typeface="Nimbus Sans"/>
                <a:ea typeface="Nimbus Sans"/>
                <a:cs typeface="Nimbus Sans"/>
              </a:defRPr>
            </a:lvl3pPr>
            <a:lvl4pPr algn="l">
              <a:buNone/>
              <a:defRPr sz="2025" b="0">
                <a:solidFill>
                  <a:srgbClr val="5E7168"/>
                </a:solidFill>
                <a:latin typeface="Nimbus Sans"/>
                <a:ea typeface="Nimbus Sans"/>
                <a:cs typeface="Nimbus Sans"/>
              </a:defRPr>
            </a:lvl4pPr>
            <a:lvl5pPr algn="l">
              <a:buNone/>
              <a:defRPr sz="2025" b="0">
                <a:solidFill>
                  <a:srgbClr val="5E7168"/>
                </a:solidFill>
                <a:latin typeface="Nimbus Sans"/>
                <a:ea typeface="Nimbus Sans"/>
                <a:cs typeface="Nimbus Sans"/>
              </a:defRPr>
            </a:lvl5pPr>
            <a:lvl6pPr algn="l">
              <a:buNone/>
              <a:defRPr sz="2025" b="0">
                <a:solidFill>
                  <a:srgbClr val="5E7168"/>
                </a:solidFill>
                <a:latin typeface="Nimbus Sans"/>
                <a:ea typeface="Nimbus Sans"/>
                <a:cs typeface="Nimbus Sans"/>
              </a:defRPr>
            </a:lvl6pPr>
            <a:lvl7pPr algn="l">
              <a:buNone/>
              <a:defRPr sz="2025" b="0">
                <a:solidFill>
                  <a:srgbClr val="5E7168"/>
                </a:solidFill>
                <a:latin typeface="Nimbus Sans"/>
                <a:ea typeface="Nimbus Sans"/>
                <a:cs typeface="Nimbus Sans"/>
              </a:defRPr>
            </a:lvl7pPr>
            <a:lvl8pPr algn="l">
              <a:buNone/>
              <a:defRPr sz="2025" b="0">
                <a:solidFill>
                  <a:srgbClr val="5E7168"/>
                </a:solidFill>
                <a:latin typeface="Nimbus Sans"/>
                <a:ea typeface="Nimbus Sans"/>
                <a:cs typeface="Nimbus Sans"/>
              </a:defRPr>
            </a:lvl8pPr>
            <a:lvl9pPr algn="l">
              <a:buNone/>
              <a:defRPr sz="2025" b="0">
                <a:solidFill>
                  <a:srgbClr val="5E7168"/>
                </a:solidFill>
                <a:latin typeface="Nimbus Sans"/>
                <a:ea typeface="Nimbus Sans"/>
                <a:cs typeface="Nimbus Sans"/>
              </a:defRPr>
            </a:lvl9pPr>
          </a:lstStyle>
          <a:p xmlns:a="http://schemas.openxmlformats.org/drawingml/2006/main">
            <a:pPr algn="l">
              <a:buNone/>
              <a:defRPr sz="2025" b="0">
                <a:solidFill>
                  <a:srgbClr val="5E7168"/>
                </a:solidFill>
                <a:latin typeface="Nimbus Sans"/>
                <a:ea typeface="Nimbus Sans"/>
                <a:cs typeface="Nimbus Sans"/>
              </a:defRPr>
            </a:pPr>
            <a:r>
              <a:rPr sz="2025" b="0">
                <a:solidFill>
                  <a:srgbClr val="5E7168"/>
                </a:solidFill>
                <a:latin typeface="Nimbus Sans"/>
                <a:ea typeface="Nimbus Sans"/>
                <a:cs typeface="Nimbus Sans"/>
              </a:rPr>
              <a:t>iPad terminal, Raspberry Pi</a:t>
            </a:r>
          </a:p>
          <a:p xmlns:a="http://schemas.openxmlformats.org/drawingml/2006/main">
            <a:pPr algn="l">
              <a:buNone/>
              <a:defRPr sz="2025" b="0">
                <a:solidFill>
                  <a:srgbClr val="5E7168"/>
                </a:solidFill>
                <a:latin typeface="Nimbus Sans"/>
                <a:ea typeface="Nimbus Sans"/>
                <a:cs typeface="Nimbus Sans"/>
              </a:defRPr>
            </a:pPr>
            <a:r>
              <a:rPr sz="2025" b="0">
                <a:solidFill>
                  <a:srgbClr val="5E7168"/>
                </a:solidFill>
                <a:latin typeface="Nimbus Sans"/>
                <a:ea typeface="Nimbus Sans"/>
                <a:cs typeface="Nimbus Sans"/>
              </a:rPr>
              <a:t>and four storage compartments</a:t>
            </a:r>
          </a:p>
        </p:txBody>
      </p:sp>
      <p:sp>
        <p:nvSpPr>
          <p:cNvPr id="5" name="COMP728 · Assessment 2&#10;Final project presentat">
            <a:extLst xmlns:a="http://schemas.openxmlformats.org/drawingml/2006/main">
              <a:ext uri="{FF2B5EF4-FFF2-40B4-BE49-F238E27FC236}">
                <a16:creationId xmlns:a16="http://schemas.microsoft.com/office/drawing/2014/main" id="{0ED018F7-FC7B-46D4-8DDD-11F2958DA597}"/>
              </a:ext>
            </a:extLst>
          </p:cNvPr>
          <p:cNvSpPr>
            <a:spLocks xmlns:a="http://schemas.openxmlformats.org/drawingml/2006/main" noGrp="1"/>
          </p:cNvSpPr>
          <p:nvPr/>
        </p:nvSpPr>
        <p:spPr>
          <a:xfrm xmlns:a="http://schemas.openxmlformats.org/drawingml/2006/main">
            <a:off x="647700" y="5743575"/>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5E7168"/>
                </a:solidFill>
                <a:latin typeface="Nimbus Sans"/>
                <a:ea typeface="Nimbus Sans"/>
                <a:cs typeface="Nimbus Sans"/>
              </a:defRPr>
            </a:defPPr>
            <a:lvl1pPr algn="l">
              <a:buNone/>
              <a:defRPr sz="1425" b="0">
                <a:solidFill>
                  <a:srgbClr val="5E7168"/>
                </a:solidFill>
                <a:latin typeface="Nimbus Sans"/>
                <a:ea typeface="Nimbus Sans"/>
                <a:cs typeface="Nimbus Sans"/>
              </a:defRPr>
            </a:lvl1pPr>
            <a:lvl2pPr algn="l">
              <a:buNone/>
              <a:defRPr sz="1425" b="0">
                <a:solidFill>
                  <a:srgbClr val="5E7168"/>
                </a:solidFill>
                <a:latin typeface="Nimbus Sans"/>
                <a:ea typeface="Nimbus Sans"/>
                <a:cs typeface="Nimbus Sans"/>
              </a:defRPr>
            </a:lvl2pPr>
            <a:lvl3pPr algn="l">
              <a:buNone/>
              <a:defRPr sz="1425" b="0">
                <a:solidFill>
                  <a:srgbClr val="5E7168"/>
                </a:solidFill>
                <a:latin typeface="Nimbus Sans"/>
                <a:ea typeface="Nimbus Sans"/>
                <a:cs typeface="Nimbus Sans"/>
              </a:defRPr>
            </a:lvl3pPr>
            <a:lvl4pPr algn="l">
              <a:buNone/>
              <a:defRPr sz="1425" b="0">
                <a:solidFill>
                  <a:srgbClr val="5E7168"/>
                </a:solidFill>
                <a:latin typeface="Nimbus Sans"/>
                <a:ea typeface="Nimbus Sans"/>
                <a:cs typeface="Nimbus Sans"/>
              </a:defRPr>
            </a:lvl4pPr>
            <a:lvl5pPr algn="l">
              <a:buNone/>
              <a:defRPr sz="1425" b="0">
                <a:solidFill>
                  <a:srgbClr val="5E7168"/>
                </a:solidFill>
                <a:latin typeface="Nimbus Sans"/>
                <a:ea typeface="Nimbus Sans"/>
                <a:cs typeface="Nimbus Sans"/>
              </a:defRPr>
            </a:lvl5pPr>
            <a:lvl6pPr algn="l">
              <a:buNone/>
              <a:defRPr sz="1425" b="0">
                <a:solidFill>
                  <a:srgbClr val="5E7168"/>
                </a:solidFill>
                <a:latin typeface="Nimbus Sans"/>
                <a:ea typeface="Nimbus Sans"/>
                <a:cs typeface="Nimbus Sans"/>
              </a:defRPr>
            </a:lvl6pPr>
            <a:lvl7pPr algn="l">
              <a:buNone/>
              <a:defRPr sz="1425" b="0">
                <a:solidFill>
                  <a:srgbClr val="5E7168"/>
                </a:solidFill>
                <a:latin typeface="Nimbus Sans"/>
                <a:ea typeface="Nimbus Sans"/>
                <a:cs typeface="Nimbus Sans"/>
              </a:defRPr>
            </a:lvl7pPr>
            <a:lvl8pPr algn="l">
              <a:buNone/>
              <a:defRPr sz="1425" b="0">
                <a:solidFill>
                  <a:srgbClr val="5E7168"/>
                </a:solidFill>
                <a:latin typeface="Nimbus Sans"/>
                <a:ea typeface="Nimbus Sans"/>
                <a:cs typeface="Nimbus Sans"/>
              </a:defRPr>
            </a:lvl8pPr>
            <a:lvl9pPr algn="l">
              <a:buNone/>
              <a:defRPr sz="1425" b="0">
                <a:solidFill>
                  <a:srgbClr val="5E7168"/>
                </a:solidFill>
                <a:latin typeface="Nimbus Sans"/>
                <a:ea typeface="Nimbus Sans"/>
                <a:cs typeface="Nimbus Sans"/>
              </a:defRPr>
            </a:lvl9pPr>
          </a:lstStyle>
          <a:p xmlns:a="http://schemas.openxmlformats.org/drawingml/2006/main">
            <a:pPr algn="l">
              <a:buNone/>
              <a:defRPr sz="1425" b="0">
                <a:solidFill>
                  <a:srgbClr val="5E7168"/>
                </a:solidFill>
                <a:latin typeface="Nimbus Sans"/>
                <a:ea typeface="Nimbus Sans"/>
                <a:cs typeface="Nimbus Sans"/>
              </a:defRPr>
            </a:pPr>
            <a:r>
              <a:rPr sz="1425" b="0">
                <a:solidFill>
                  <a:srgbClr val="5E7168"/>
                </a:solidFill>
                <a:latin typeface="Nimbus Sans"/>
                <a:ea typeface="Nimbus Sans"/>
                <a:cs typeface="Nimbus Sans"/>
              </a:rPr>
              <a:t>COMP728 · Assessment 2</a:t>
            </a:r>
          </a:p>
          <a:p xmlns:a="http://schemas.openxmlformats.org/drawingml/2006/main">
            <a:pPr algn="l">
              <a:buNone/>
              <a:defRPr sz="1425" b="0">
                <a:solidFill>
                  <a:srgbClr val="5E7168"/>
                </a:solidFill>
                <a:latin typeface="Nimbus Sans"/>
                <a:ea typeface="Nimbus Sans"/>
                <a:cs typeface="Nimbus Sans"/>
              </a:defRPr>
            </a:pPr>
            <a:r>
              <a:rPr sz="1425" b="0">
                <a:solidFill>
                  <a:srgbClr val="5E7168"/>
                </a:solidFill>
                <a:latin typeface="Nimbus Sans"/>
                <a:ea typeface="Nimbus Sans"/>
                <a:cs typeface="Nimbus Sans"/>
              </a:rPr>
              <a:t>Final project presentation · October 2026</a:t>
            </a:r>
          </a:p>
        </p:txBody>
      </p:sp>
      <p:sp>
        <p:nvSpPr>
          <p:cNvPr id="6" name="AI-generated concept illustration">
            <a:extLst xmlns:a="http://schemas.openxmlformats.org/drawingml/2006/main">
              <a:ext uri="{FF2B5EF4-FFF2-40B4-BE49-F238E27FC236}">
                <a16:creationId xmlns:a16="http://schemas.microsoft.com/office/drawing/2014/main" id="{27675855-6F81-4FAA-A0D1-526F424CE8E0}"/>
              </a:ext>
            </a:extLst>
          </p:cNvPr>
          <p:cNvSpPr>
            <a:spLocks xmlns:a="http://schemas.openxmlformats.org/drawingml/2006/main" noGrp="1"/>
          </p:cNvSpPr>
          <p:nvPr/>
        </p:nvSpPr>
        <p:spPr>
          <a:xfrm xmlns:a="http://schemas.openxmlformats.org/drawingml/2006/main">
            <a:off x="7477125" y="6448425"/>
            <a:ext cx="419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125" b="0">
                <a:solidFill>
                  <a:srgbClr val="FFFFFF"/>
                </a:solidFill>
                <a:latin typeface="Nimbus Sans"/>
                <a:ea typeface="Nimbus Sans"/>
                <a:cs typeface="Nimbus Sans"/>
              </a:defRPr>
            </a:defPPr>
            <a:lvl1pPr algn="r">
              <a:buNone/>
              <a:defRPr sz="1125" b="0">
                <a:solidFill>
                  <a:srgbClr val="FFFFFF"/>
                </a:solidFill>
                <a:latin typeface="Nimbus Sans"/>
                <a:ea typeface="Nimbus Sans"/>
                <a:cs typeface="Nimbus Sans"/>
              </a:defRPr>
            </a:lvl1pPr>
            <a:lvl2pPr algn="r">
              <a:buNone/>
              <a:defRPr sz="1125" b="0">
                <a:solidFill>
                  <a:srgbClr val="FFFFFF"/>
                </a:solidFill>
                <a:latin typeface="Nimbus Sans"/>
                <a:ea typeface="Nimbus Sans"/>
                <a:cs typeface="Nimbus Sans"/>
              </a:defRPr>
            </a:lvl2pPr>
            <a:lvl3pPr algn="r">
              <a:buNone/>
              <a:defRPr sz="1125" b="0">
                <a:solidFill>
                  <a:srgbClr val="FFFFFF"/>
                </a:solidFill>
                <a:latin typeface="Nimbus Sans"/>
                <a:ea typeface="Nimbus Sans"/>
                <a:cs typeface="Nimbus Sans"/>
              </a:defRPr>
            </a:lvl3pPr>
            <a:lvl4pPr algn="r">
              <a:buNone/>
              <a:defRPr sz="1125" b="0">
                <a:solidFill>
                  <a:srgbClr val="FFFFFF"/>
                </a:solidFill>
                <a:latin typeface="Nimbus Sans"/>
                <a:ea typeface="Nimbus Sans"/>
                <a:cs typeface="Nimbus Sans"/>
              </a:defRPr>
            </a:lvl4pPr>
            <a:lvl5pPr algn="r">
              <a:buNone/>
              <a:defRPr sz="1125" b="0">
                <a:solidFill>
                  <a:srgbClr val="FFFFFF"/>
                </a:solidFill>
                <a:latin typeface="Nimbus Sans"/>
                <a:ea typeface="Nimbus Sans"/>
                <a:cs typeface="Nimbus Sans"/>
              </a:defRPr>
            </a:lvl5pPr>
            <a:lvl6pPr algn="r">
              <a:buNone/>
              <a:defRPr sz="1125" b="0">
                <a:solidFill>
                  <a:srgbClr val="FFFFFF"/>
                </a:solidFill>
                <a:latin typeface="Nimbus Sans"/>
                <a:ea typeface="Nimbus Sans"/>
                <a:cs typeface="Nimbus Sans"/>
              </a:defRPr>
            </a:lvl6pPr>
            <a:lvl7pPr algn="r">
              <a:buNone/>
              <a:defRPr sz="1125" b="0">
                <a:solidFill>
                  <a:srgbClr val="FFFFFF"/>
                </a:solidFill>
                <a:latin typeface="Nimbus Sans"/>
                <a:ea typeface="Nimbus Sans"/>
                <a:cs typeface="Nimbus Sans"/>
              </a:defRPr>
            </a:lvl7pPr>
            <a:lvl8pPr algn="r">
              <a:buNone/>
              <a:defRPr sz="1125" b="0">
                <a:solidFill>
                  <a:srgbClr val="FFFFFF"/>
                </a:solidFill>
                <a:latin typeface="Nimbus Sans"/>
                <a:ea typeface="Nimbus Sans"/>
                <a:cs typeface="Nimbus Sans"/>
              </a:defRPr>
            </a:lvl8pPr>
            <a:lvl9pPr algn="r">
              <a:buNone/>
              <a:defRPr sz="1125" b="0">
                <a:solidFill>
                  <a:srgbClr val="FFFFFF"/>
                </a:solidFill>
                <a:latin typeface="Nimbus Sans"/>
                <a:ea typeface="Nimbus Sans"/>
                <a:cs typeface="Nimbus Sans"/>
              </a:defRPr>
            </a:lvl9pPr>
          </a:lstStyle>
          <a:p xmlns:a="http://schemas.openxmlformats.org/drawingml/2006/main">
            <a:pPr algn="r">
              <a:buNone/>
              <a:defRPr sz="1125" b="0">
                <a:solidFill>
                  <a:srgbClr val="FFFFFF"/>
                </a:solidFill>
                <a:latin typeface="Nimbus Sans"/>
                <a:ea typeface="Nimbus Sans"/>
                <a:cs typeface="Nimbus Sans"/>
              </a:defRPr>
            </a:pPr>
            <a:r>
              <a:rPr sz="1125" b="0">
                <a:solidFill>
                  <a:srgbClr val="FFFFFF"/>
                </a:solidFill>
                <a:latin typeface="Nimbus Sans"/>
                <a:ea typeface="Nimbus Sans"/>
                <a:cs typeface="Nimbus Sans"/>
              </a:rPr>
              <a:t>AI-generated concept illustration</a:t>
            </a:r>
          </a:p>
        </p:txBody>
      </p:sp>
    </p:spTree>
    <p:extLst>
      <p:ext uri="{BB962C8B-B14F-4D97-AF65-F5344CB8AC3E}">
        <p14:creationId xmlns:p14="http://schemas.microsoft.com/office/powerpoint/2010/main" val="1356404594"/>
      </p:ext>
    </p:extLst>
  </p:cSld>
</p:sld>
</file>

<file path=ppt/slides/slide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21" name="Two visitor tasks, one clear handover">
            <a:extLst xmlns:a="http://schemas.openxmlformats.org/drawingml/2006/main">
              <a:ext uri="{FF2B5EF4-FFF2-40B4-BE49-F238E27FC236}">
                <a16:creationId xmlns:a16="http://schemas.microsoft.com/office/drawing/2014/main" id="{5E1AAB86-311B-4E32-A6A0-B7BC0386B4C9}"/>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Two visitor tasks, one clear handover</a:t>
            </a:r>
          </a:p>
        </p:txBody>
      </p:sp>
      <p:sp>
        <p:nvSpPr>
          <p:cNvPr id="2" name="A finder needs a simple drop-off. An owner ne">
            <a:extLst xmlns:a="http://schemas.openxmlformats.org/drawingml/2006/main">
              <a:ext uri="{FF2B5EF4-FFF2-40B4-BE49-F238E27FC236}">
                <a16:creationId xmlns:a16="http://schemas.microsoft.com/office/drawing/2014/main" id="{182E81EC-3915-41DB-8943-CFDE0DAECCC4}"/>
              </a:ext>
            </a:extLst>
          </p:cNvPr>
          <p:cNvSpPr>
            <a:spLocks xmlns:a="http://schemas.openxmlformats.org/drawingml/2006/main" noGrp="1"/>
          </p:cNvSpPr>
          <p:nvPr/>
        </p:nvSpPr>
        <p:spPr>
          <a:xfrm xmlns:a="http://schemas.openxmlformats.org/drawingml/2006/main">
            <a:off x="609600" y="12001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A finder needs a simple drop-off. An owner needs confidence that the candidate is theirs.</a:t>
            </a:r>
          </a:p>
        </p:txBody>
      </p:sp>
      <p:sp>
        <p:nvSpPr>
          <p:cNvPr id="3" name="02">
            <a:extLst xmlns:a="http://schemas.openxmlformats.org/drawingml/2006/main">
              <a:ext uri="{FF2B5EF4-FFF2-40B4-BE49-F238E27FC236}">
                <a16:creationId xmlns:a16="http://schemas.microsoft.com/office/drawing/2014/main" id="{A843A329-2E69-4534-B3A2-BFE91A8360DF}"/>
              </a:ext>
            </a:extLst>
          </p:cNvPr>
          <p:cNvSpPr>
            <a:spLocks xmlns:a="http://schemas.openxmlformats.org/drawingml/2006/main" noGrp="1"/>
          </p:cNvSpPr>
          <p:nvPr/>
        </p:nvSpPr>
        <p:spPr>
          <a:xfrm xmlns:a="http://schemas.openxmlformats.org/drawingml/2006/main">
            <a:off x="11239500" y="64198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02</a:t>
            </a:r>
          </a:p>
        </p:txBody>
      </p:sp>
      <p:sp>
        <p:nvSpPr>
          <p:cNvPr id="4" name="I FOUND SOMETHING">
            <a:extLst xmlns:a="http://schemas.openxmlformats.org/drawingml/2006/main">
              <a:ext uri="{FF2B5EF4-FFF2-40B4-BE49-F238E27FC236}">
                <a16:creationId xmlns:a16="http://schemas.microsoft.com/office/drawing/2014/main" id="{4C875A32-1735-4967-9061-FBDEC70EA6E7}"/>
              </a:ext>
            </a:extLst>
          </p:cNvPr>
          <p:cNvSpPr>
            <a:spLocks xmlns:a="http://schemas.openxmlformats.org/drawingml/2006/main" noGrp="1"/>
          </p:cNvSpPr>
          <p:nvPr/>
        </p:nvSpPr>
        <p:spPr>
          <a:xfrm xmlns:a="http://schemas.openxmlformats.org/drawingml/2006/main">
            <a:off x="609600" y="1857375"/>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75" b="1">
                <a:solidFill>
                  <a:srgbClr val="24745B"/>
                </a:solidFill>
                <a:latin typeface="Nimbus Sans"/>
                <a:ea typeface="Nimbus Sans"/>
                <a:cs typeface="Nimbus Sans"/>
              </a:defRPr>
            </a:defPPr>
            <a:lvl1pPr algn="l">
              <a:defRPr sz="1575" b="1">
                <a:solidFill>
                  <a:srgbClr val="24745B"/>
                </a:solidFill>
                <a:latin typeface="Nimbus Sans"/>
                <a:ea typeface="Nimbus Sans"/>
                <a:cs typeface="Nimbus Sans"/>
              </a:defRPr>
            </a:lvl1pPr>
            <a:lvl2pPr algn="l">
              <a:defRPr sz="1575" b="1">
                <a:solidFill>
                  <a:srgbClr val="24745B"/>
                </a:solidFill>
                <a:latin typeface="Nimbus Sans"/>
                <a:ea typeface="Nimbus Sans"/>
                <a:cs typeface="Nimbus Sans"/>
              </a:defRPr>
            </a:lvl2pPr>
            <a:lvl3pPr algn="l">
              <a:defRPr sz="1575" b="1">
                <a:solidFill>
                  <a:srgbClr val="24745B"/>
                </a:solidFill>
                <a:latin typeface="Nimbus Sans"/>
                <a:ea typeface="Nimbus Sans"/>
                <a:cs typeface="Nimbus Sans"/>
              </a:defRPr>
            </a:lvl3pPr>
            <a:lvl4pPr algn="l">
              <a:defRPr sz="1575" b="1">
                <a:solidFill>
                  <a:srgbClr val="24745B"/>
                </a:solidFill>
                <a:latin typeface="Nimbus Sans"/>
                <a:ea typeface="Nimbus Sans"/>
                <a:cs typeface="Nimbus Sans"/>
              </a:defRPr>
            </a:lvl4pPr>
            <a:lvl5pPr algn="l">
              <a:defRPr sz="1575" b="1">
                <a:solidFill>
                  <a:srgbClr val="24745B"/>
                </a:solidFill>
                <a:latin typeface="Nimbus Sans"/>
                <a:ea typeface="Nimbus Sans"/>
                <a:cs typeface="Nimbus Sans"/>
              </a:defRPr>
            </a:lvl5pPr>
            <a:lvl6pPr algn="l">
              <a:defRPr sz="1575" b="1">
                <a:solidFill>
                  <a:srgbClr val="24745B"/>
                </a:solidFill>
                <a:latin typeface="Nimbus Sans"/>
                <a:ea typeface="Nimbus Sans"/>
                <a:cs typeface="Nimbus Sans"/>
              </a:defRPr>
            </a:lvl6pPr>
            <a:lvl7pPr algn="l">
              <a:defRPr sz="1575" b="1">
                <a:solidFill>
                  <a:srgbClr val="24745B"/>
                </a:solidFill>
                <a:latin typeface="Nimbus Sans"/>
                <a:ea typeface="Nimbus Sans"/>
                <a:cs typeface="Nimbus Sans"/>
              </a:defRPr>
            </a:lvl7pPr>
            <a:lvl8pPr algn="l">
              <a:defRPr sz="1575" b="1">
                <a:solidFill>
                  <a:srgbClr val="24745B"/>
                </a:solidFill>
                <a:latin typeface="Nimbus Sans"/>
                <a:ea typeface="Nimbus Sans"/>
                <a:cs typeface="Nimbus Sans"/>
              </a:defRPr>
            </a:lvl8pPr>
            <a:lvl9pPr algn="l">
              <a:defRPr sz="1575" b="1">
                <a:solidFill>
                  <a:srgbClr val="24745B"/>
                </a:solidFill>
                <a:latin typeface="Nimbus Sans"/>
                <a:ea typeface="Nimbus Sans"/>
                <a:cs typeface="Nimbus Sans"/>
              </a:defRPr>
            </a:lvl9pPr>
          </a:lstStyle>
          <a:p xmlns:a="http://schemas.openxmlformats.org/drawingml/2006/main">
            <a:pPr algn="l">
              <a:defRPr sz="1575" b="1">
                <a:solidFill>
                  <a:srgbClr val="24745B"/>
                </a:solidFill>
                <a:latin typeface="Nimbus Sans"/>
                <a:ea typeface="Nimbus Sans"/>
                <a:cs typeface="Nimbus Sans"/>
              </a:defRPr>
            </a:pPr>
            <a:r>
              <a:rPr sz="1575" b="1">
                <a:solidFill>
                  <a:srgbClr val="24745B"/>
                </a:solidFill>
                <a:latin typeface="Nimbus Sans"/>
                <a:ea typeface="Nimbus Sans"/>
                <a:cs typeface="Nimbus Sans"/>
              </a:rPr>
              <a:t>I FOUND SOMETHING</a:t>
            </a:r>
          </a:p>
        </p:txBody>
      </p:sp>
      <p:sp>
        <p:nvSpPr>
          <p:cNvPr id="5" name="I LOST SOMETHING">
            <a:extLst xmlns:a="http://schemas.openxmlformats.org/drawingml/2006/main">
              <a:ext uri="{FF2B5EF4-FFF2-40B4-BE49-F238E27FC236}">
                <a16:creationId xmlns:a16="http://schemas.microsoft.com/office/drawing/2014/main" id="{6A488E01-6426-4F8C-A657-B4A64E574EFD}"/>
              </a:ext>
            </a:extLst>
          </p:cNvPr>
          <p:cNvSpPr>
            <a:spLocks xmlns:a="http://schemas.openxmlformats.org/drawingml/2006/main" noGrp="1"/>
          </p:cNvSpPr>
          <p:nvPr/>
        </p:nvSpPr>
        <p:spPr>
          <a:xfrm xmlns:a="http://schemas.openxmlformats.org/drawingml/2006/main">
            <a:off x="6419850" y="1857375"/>
            <a:ext cx="5162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75" b="1">
                <a:solidFill>
                  <a:srgbClr val="24745B"/>
                </a:solidFill>
                <a:latin typeface="Nimbus Sans"/>
                <a:ea typeface="Nimbus Sans"/>
                <a:cs typeface="Nimbus Sans"/>
              </a:defRPr>
            </a:defPPr>
            <a:lvl1pPr algn="l">
              <a:defRPr sz="1575" b="1">
                <a:solidFill>
                  <a:srgbClr val="24745B"/>
                </a:solidFill>
                <a:latin typeface="Nimbus Sans"/>
                <a:ea typeface="Nimbus Sans"/>
                <a:cs typeface="Nimbus Sans"/>
              </a:defRPr>
            </a:lvl1pPr>
            <a:lvl2pPr algn="l">
              <a:defRPr sz="1575" b="1">
                <a:solidFill>
                  <a:srgbClr val="24745B"/>
                </a:solidFill>
                <a:latin typeface="Nimbus Sans"/>
                <a:ea typeface="Nimbus Sans"/>
                <a:cs typeface="Nimbus Sans"/>
              </a:defRPr>
            </a:lvl2pPr>
            <a:lvl3pPr algn="l">
              <a:defRPr sz="1575" b="1">
                <a:solidFill>
                  <a:srgbClr val="24745B"/>
                </a:solidFill>
                <a:latin typeface="Nimbus Sans"/>
                <a:ea typeface="Nimbus Sans"/>
                <a:cs typeface="Nimbus Sans"/>
              </a:defRPr>
            </a:lvl3pPr>
            <a:lvl4pPr algn="l">
              <a:defRPr sz="1575" b="1">
                <a:solidFill>
                  <a:srgbClr val="24745B"/>
                </a:solidFill>
                <a:latin typeface="Nimbus Sans"/>
                <a:ea typeface="Nimbus Sans"/>
                <a:cs typeface="Nimbus Sans"/>
              </a:defRPr>
            </a:lvl4pPr>
            <a:lvl5pPr algn="l">
              <a:defRPr sz="1575" b="1">
                <a:solidFill>
                  <a:srgbClr val="24745B"/>
                </a:solidFill>
                <a:latin typeface="Nimbus Sans"/>
                <a:ea typeface="Nimbus Sans"/>
                <a:cs typeface="Nimbus Sans"/>
              </a:defRPr>
            </a:lvl5pPr>
            <a:lvl6pPr algn="l">
              <a:defRPr sz="1575" b="1">
                <a:solidFill>
                  <a:srgbClr val="24745B"/>
                </a:solidFill>
                <a:latin typeface="Nimbus Sans"/>
                <a:ea typeface="Nimbus Sans"/>
                <a:cs typeface="Nimbus Sans"/>
              </a:defRPr>
            </a:lvl6pPr>
            <a:lvl7pPr algn="l">
              <a:defRPr sz="1575" b="1">
                <a:solidFill>
                  <a:srgbClr val="24745B"/>
                </a:solidFill>
                <a:latin typeface="Nimbus Sans"/>
                <a:ea typeface="Nimbus Sans"/>
                <a:cs typeface="Nimbus Sans"/>
              </a:defRPr>
            </a:lvl7pPr>
            <a:lvl8pPr algn="l">
              <a:defRPr sz="1575" b="1">
                <a:solidFill>
                  <a:srgbClr val="24745B"/>
                </a:solidFill>
                <a:latin typeface="Nimbus Sans"/>
                <a:ea typeface="Nimbus Sans"/>
                <a:cs typeface="Nimbus Sans"/>
              </a:defRPr>
            </a:lvl8pPr>
            <a:lvl9pPr algn="l">
              <a:defRPr sz="1575" b="1">
                <a:solidFill>
                  <a:srgbClr val="24745B"/>
                </a:solidFill>
                <a:latin typeface="Nimbus Sans"/>
                <a:ea typeface="Nimbus Sans"/>
                <a:cs typeface="Nimbus Sans"/>
              </a:defRPr>
            </a:lvl9pPr>
          </a:lstStyle>
          <a:p xmlns:a="http://schemas.openxmlformats.org/drawingml/2006/main">
            <a:pPr algn="l">
              <a:defRPr sz="1575" b="1">
                <a:solidFill>
                  <a:srgbClr val="24745B"/>
                </a:solidFill>
                <a:latin typeface="Nimbus Sans"/>
                <a:ea typeface="Nimbus Sans"/>
                <a:cs typeface="Nimbus Sans"/>
              </a:defRPr>
            </a:pPr>
            <a:r>
              <a:rPr sz="1575" b="1">
                <a:solidFill>
                  <a:srgbClr val="24745B"/>
                </a:solidFill>
                <a:latin typeface="Nimbus Sans"/>
                <a:ea typeface="Nimbus Sans"/>
                <a:cs typeface="Nimbus Sans"/>
              </a:rPr>
              <a:t>I LOST SOMETHING</a:t>
            </a:r>
          </a:p>
        </p:txBody>
      </p:sp>
      <p:sp>
        <p:nvSpPr>
          <p:cNvPr id="6" name="1">
            <a:extLst xmlns:a="http://schemas.openxmlformats.org/drawingml/2006/main">
              <a:ext uri="{FF2B5EF4-FFF2-40B4-BE49-F238E27FC236}">
                <a16:creationId xmlns:a16="http://schemas.microsoft.com/office/drawing/2014/main" id="{8D6347E4-B6CC-4010-B013-743BF59001F8}"/>
              </a:ext>
            </a:extLst>
          </p:cNvPr>
          <p:cNvSpPr>
            <a:spLocks xmlns:a="http://schemas.openxmlformats.org/drawingml/2006/main" noGrp="1"/>
          </p:cNvSpPr>
          <p:nvPr/>
        </p:nvSpPr>
        <p:spPr>
          <a:xfrm xmlns:a="http://schemas.openxmlformats.org/drawingml/2006/main">
            <a:off x="609600" y="24288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24745B"/>
                </a:solidFill>
                <a:latin typeface="Nimbus Sans"/>
                <a:ea typeface="Nimbus Sans"/>
                <a:cs typeface="Nimbus Sans"/>
              </a:defRPr>
            </a:defPPr>
            <a:lvl1pPr algn="l">
              <a:defRPr sz="2250" b="1">
                <a:solidFill>
                  <a:srgbClr val="24745B"/>
                </a:solidFill>
                <a:latin typeface="Nimbus Sans"/>
                <a:ea typeface="Nimbus Sans"/>
                <a:cs typeface="Nimbus Sans"/>
              </a:defRPr>
            </a:lvl1pPr>
            <a:lvl2pPr algn="l">
              <a:defRPr sz="2250" b="1">
                <a:solidFill>
                  <a:srgbClr val="24745B"/>
                </a:solidFill>
                <a:latin typeface="Nimbus Sans"/>
                <a:ea typeface="Nimbus Sans"/>
                <a:cs typeface="Nimbus Sans"/>
              </a:defRPr>
            </a:lvl2pPr>
            <a:lvl3pPr algn="l">
              <a:defRPr sz="2250" b="1">
                <a:solidFill>
                  <a:srgbClr val="24745B"/>
                </a:solidFill>
                <a:latin typeface="Nimbus Sans"/>
                <a:ea typeface="Nimbus Sans"/>
                <a:cs typeface="Nimbus Sans"/>
              </a:defRPr>
            </a:lvl3pPr>
            <a:lvl4pPr algn="l">
              <a:defRPr sz="2250" b="1">
                <a:solidFill>
                  <a:srgbClr val="24745B"/>
                </a:solidFill>
                <a:latin typeface="Nimbus Sans"/>
                <a:ea typeface="Nimbus Sans"/>
                <a:cs typeface="Nimbus Sans"/>
              </a:defRPr>
            </a:lvl4pPr>
            <a:lvl5pPr algn="l">
              <a:defRPr sz="2250" b="1">
                <a:solidFill>
                  <a:srgbClr val="24745B"/>
                </a:solidFill>
                <a:latin typeface="Nimbus Sans"/>
                <a:ea typeface="Nimbus Sans"/>
                <a:cs typeface="Nimbus Sans"/>
              </a:defRPr>
            </a:lvl5pPr>
            <a:lvl6pPr algn="l">
              <a:defRPr sz="2250" b="1">
                <a:solidFill>
                  <a:srgbClr val="24745B"/>
                </a:solidFill>
                <a:latin typeface="Nimbus Sans"/>
                <a:ea typeface="Nimbus Sans"/>
                <a:cs typeface="Nimbus Sans"/>
              </a:defRPr>
            </a:lvl6pPr>
            <a:lvl7pPr algn="l">
              <a:defRPr sz="2250" b="1">
                <a:solidFill>
                  <a:srgbClr val="24745B"/>
                </a:solidFill>
                <a:latin typeface="Nimbus Sans"/>
                <a:ea typeface="Nimbus Sans"/>
                <a:cs typeface="Nimbus Sans"/>
              </a:defRPr>
            </a:lvl7pPr>
            <a:lvl8pPr algn="l">
              <a:defRPr sz="2250" b="1">
                <a:solidFill>
                  <a:srgbClr val="24745B"/>
                </a:solidFill>
                <a:latin typeface="Nimbus Sans"/>
                <a:ea typeface="Nimbus Sans"/>
                <a:cs typeface="Nimbus Sans"/>
              </a:defRPr>
            </a:lvl8pPr>
            <a:lvl9pPr algn="l">
              <a:defRPr sz="2250" b="1">
                <a:solidFill>
                  <a:srgbClr val="24745B"/>
                </a:solidFill>
                <a:latin typeface="Nimbus Sans"/>
                <a:ea typeface="Nimbus Sans"/>
                <a:cs typeface="Nimbus Sans"/>
              </a:defRPr>
            </a:lvl9pPr>
          </a:lstStyle>
          <a:p xmlns:a="http://schemas.openxmlformats.org/drawingml/2006/main">
            <a:pPr algn="l">
              <a:defRPr sz="2250" b="1">
                <a:solidFill>
                  <a:srgbClr val="24745B"/>
                </a:solidFill>
                <a:latin typeface="Nimbus Sans"/>
                <a:ea typeface="Nimbus Sans"/>
                <a:cs typeface="Nimbus Sans"/>
              </a:defRPr>
            </a:pPr>
            <a:r>
              <a:rPr sz="2250" b="1">
                <a:solidFill>
                  <a:srgbClr val="24745B"/>
                </a:solidFill>
                <a:latin typeface="Nimbus Sans"/>
                <a:ea typeface="Nimbus Sans"/>
                <a:cs typeface="Nimbus Sans"/>
              </a:rPr>
              <a:t>1</a:t>
            </a:r>
          </a:p>
        </p:txBody>
      </p:sp>
      <p:sp>
        <p:nvSpPr>
          <p:cNvPr id="7" name="Photograph and review">
            <a:extLst xmlns:a="http://schemas.openxmlformats.org/drawingml/2006/main">
              <a:ext uri="{FF2B5EF4-FFF2-40B4-BE49-F238E27FC236}">
                <a16:creationId xmlns:a16="http://schemas.microsoft.com/office/drawing/2014/main" id="{42D5A234-4F4C-485F-8F63-701FC9C570B9}"/>
              </a:ext>
            </a:extLst>
          </p:cNvPr>
          <p:cNvSpPr>
            <a:spLocks xmlns:a="http://schemas.openxmlformats.org/drawingml/2006/main" noGrp="1"/>
          </p:cNvSpPr>
          <p:nvPr/>
        </p:nvSpPr>
        <p:spPr>
          <a:xfrm xmlns:a="http://schemas.openxmlformats.org/drawingml/2006/main">
            <a:off x="1143000" y="2428875"/>
            <a:ext cx="4552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153D33"/>
                </a:solidFill>
                <a:latin typeface="Nimbus Sans"/>
                <a:ea typeface="Nimbus Sans"/>
                <a:cs typeface="Nimbus Sans"/>
              </a:defRPr>
            </a:defPPr>
            <a:lvl1pPr algn="l">
              <a:defRPr sz="2025" b="0">
                <a:solidFill>
                  <a:srgbClr val="153D33"/>
                </a:solidFill>
                <a:latin typeface="Nimbus Sans"/>
                <a:ea typeface="Nimbus Sans"/>
                <a:cs typeface="Nimbus Sans"/>
              </a:defRPr>
            </a:lvl1pPr>
            <a:lvl2pPr algn="l">
              <a:defRPr sz="2025" b="0">
                <a:solidFill>
                  <a:srgbClr val="153D33"/>
                </a:solidFill>
                <a:latin typeface="Nimbus Sans"/>
                <a:ea typeface="Nimbus Sans"/>
                <a:cs typeface="Nimbus Sans"/>
              </a:defRPr>
            </a:lvl2pPr>
            <a:lvl3pPr algn="l">
              <a:defRPr sz="2025" b="0">
                <a:solidFill>
                  <a:srgbClr val="153D33"/>
                </a:solidFill>
                <a:latin typeface="Nimbus Sans"/>
                <a:ea typeface="Nimbus Sans"/>
                <a:cs typeface="Nimbus Sans"/>
              </a:defRPr>
            </a:lvl3pPr>
            <a:lvl4pPr algn="l">
              <a:defRPr sz="2025" b="0">
                <a:solidFill>
                  <a:srgbClr val="153D33"/>
                </a:solidFill>
                <a:latin typeface="Nimbus Sans"/>
                <a:ea typeface="Nimbus Sans"/>
                <a:cs typeface="Nimbus Sans"/>
              </a:defRPr>
            </a:lvl4pPr>
            <a:lvl5pPr algn="l">
              <a:defRPr sz="2025" b="0">
                <a:solidFill>
                  <a:srgbClr val="153D33"/>
                </a:solidFill>
                <a:latin typeface="Nimbus Sans"/>
                <a:ea typeface="Nimbus Sans"/>
                <a:cs typeface="Nimbus Sans"/>
              </a:defRPr>
            </a:lvl5pPr>
            <a:lvl6pPr algn="l">
              <a:defRPr sz="2025" b="0">
                <a:solidFill>
                  <a:srgbClr val="153D33"/>
                </a:solidFill>
                <a:latin typeface="Nimbus Sans"/>
                <a:ea typeface="Nimbus Sans"/>
                <a:cs typeface="Nimbus Sans"/>
              </a:defRPr>
            </a:lvl6pPr>
            <a:lvl7pPr algn="l">
              <a:defRPr sz="2025" b="0">
                <a:solidFill>
                  <a:srgbClr val="153D33"/>
                </a:solidFill>
                <a:latin typeface="Nimbus Sans"/>
                <a:ea typeface="Nimbus Sans"/>
                <a:cs typeface="Nimbus Sans"/>
              </a:defRPr>
            </a:lvl7pPr>
            <a:lvl8pPr algn="l">
              <a:defRPr sz="2025" b="0">
                <a:solidFill>
                  <a:srgbClr val="153D33"/>
                </a:solidFill>
                <a:latin typeface="Nimbus Sans"/>
                <a:ea typeface="Nimbus Sans"/>
                <a:cs typeface="Nimbus Sans"/>
              </a:defRPr>
            </a:lvl8pPr>
            <a:lvl9pPr algn="l">
              <a:defRPr sz="2025" b="0">
                <a:solidFill>
                  <a:srgbClr val="153D33"/>
                </a:solidFill>
                <a:latin typeface="Nimbus Sans"/>
                <a:ea typeface="Nimbus Sans"/>
                <a:cs typeface="Nimbus Sans"/>
              </a:defRPr>
            </a:lvl9pPr>
          </a:lstStyle>
          <a:p xmlns:a="http://schemas.openxmlformats.org/drawingml/2006/main">
            <a:pPr algn="l">
              <a:defRPr sz="2025" b="0">
                <a:solidFill>
                  <a:srgbClr val="153D33"/>
                </a:solidFill>
                <a:latin typeface="Nimbus Sans"/>
                <a:ea typeface="Nimbus Sans"/>
                <a:cs typeface="Nimbus Sans"/>
              </a:defRPr>
            </a:pPr>
            <a:r>
              <a:rPr sz="2025" b="0">
                <a:solidFill>
                  <a:srgbClr val="153D33"/>
                </a:solidFill>
                <a:latin typeface="Nimbus Sans"/>
                <a:ea typeface="Nimbus Sans"/>
                <a:cs typeface="Nimbus Sans"/>
              </a:rPr>
              <a:t>Photograph and review</a:t>
            </a:r>
          </a:p>
        </p:txBody>
      </p:sp>
      <p:sp>
        <p:nvSpPr>
          <p:cNvPr id="8" name="2">
            <a:extLst xmlns:a="http://schemas.openxmlformats.org/drawingml/2006/main">
              <a:ext uri="{FF2B5EF4-FFF2-40B4-BE49-F238E27FC236}">
                <a16:creationId xmlns:a16="http://schemas.microsoft.com/office/drawing/2014/main" id="{1B042222-0173-4396-8232-FB20FE0EB33F}"/>
              </a:ext>
            </a:extLst>
          </p:cNvPr>
          <p:cNvSpPr>
            <a:spLocks xmlns:a="http://schemas.openxmlformats.org/drawingml/2006/main" noGrp="1"/>
          </p:cNvSpPr>
          <p:nvPr/>
        </p:nvSpPr>
        <p:spPr>
          <a:xfrm xmlns:a="http://schemas.openxmlformats.org/drawingml/2006/main">
            <a:off x="609600" y="33051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24745B"/>
                </a:solidFill>
                <a:latin typeface="Nimbus Sans"/>
                <a:ea typeface="Nimbus Sans"/>
                <a:cs typeface="Nimbus Sans"/>
              </a:defRPr>
            </a:defPPr>
            <a:lvl1pPr algn="l">
              <a:defRPr sz="2250" b="1">
                <a:solidFill>
                  <a:srgbClr val="24745B"/>
                </a:solidFill>
                <a:latin typeface="Nimbus Sans"/>
                <a:ea typeface="Nimbus Sans"/>
                <a:cs typeface="Nimbus Sans"/>
              </a:defRPr>
            </a:lvl1pPr>
            <a:lvl2pPr algn="l">
              <a:defRPr sz="2250" b="1">
                <a:solidFill>
                  <a:srgbClr val="24745B"/>
                </a:solidFill>
                <a:latin typeface="Nimbus Sans"/>
                <a:ea typeface="Nimbus Sans"/>
                <a:cs typeface="Nimbus Sans"/>
              </a:defRPr>
            </a:lvl2pPr>
            <a:lvl3pPr algn="l">
              <a:defRPr sz="2250" b="1">
                <a:solidFill>
                  <a:srgbClr val="24745B"/>
                </a:solidFill>
                <a:latin typeface="Nimbus Sans"/>
                <a:ea typeface="Nimbus Sans"/>
                <a:cs typeface="Nimbus Sans"/>
              </a:defRPr>
            </a:lvl3pPr>
            <a:lvl4pPr algn="l">
              <a:defRPr sz="2250" b="1">
                <a:solidFill>
                  <a:srgbClr val="24745B"/>
                </a:solidFill>
                <a:latin typeface="Nimbus Sans"/>
                <a:ea typeface="Nimbus Sans"/>
                <a:cs typeface="Nimbus Sans"/>
              </a:defRPr>
            </a:lvl4pPr>
            <a:lvl5pPr algn="l">
              <a:defRPr sz="2250" b="1">
                <a:solidFill>
                  <a:srgbClr val="24745B"/>
                </a:solidFill>
                <a:latin typeface="Nimbus Sans"/>
                <a:ea typeface="Nimbus Sans"/>
                <a:cs typeface="Nimbus Sans"/>
              </a:defRPr>
            </a:lvl5pPr>
            <a:lvl6pPr algn="l">
              <a:defRPr sz="2250" b="1">
                <a:solidFill>
                  <a:srgbClr val="24745B"/>
                </a:solidFill>
                <a:latin typeface="Nimbus Sans"/>
                <a:ea typeface="Nimbus Sans"/>
                <a:cs typeface="Nimbus Sans"/>
              </a:defRPr>
            </a:lvl6pPr>
            <a:lvl7pPr algn="l">
              <a:defRPr sz="2250" b="1">
                <a:solidFill>
                  <a:srgbClr val="24745B"/>
                </a:solidFill>
                <a:latin typeface="Nimbus Sans"/>
                <a:ea typeface="Nimbus Sans"/>
                <a:cs typeface="Nimbus Sans"/>
              </a:defRPr>
            </a:lvl7pPr>
            <a:lvl8pPr algn="l">
              <a:defRPr sz="2250" b="1">
                <a:solidFill>
                  <a:srgbClr val="24745B"/>
                </a:solidFill>
                <a:latin typeface="Nimbus Sans"/>
                <a:ea typeface="Nimbus Sans"/>
                <a:cs typeface="Nimbus Sans"/>
              </a:defRPr>
            </a:lvl8pPr>
            <a:lvl9pPr algn="l">
              <a:defRPr sz="2250" b="1">
                <a:solidFill>
                  <a:srgbClr val="24745B"/>
                </a:solidFill>
                <a:latin typeface="Nimbus Sans"/>
                <a:ea typeface="Nimbus Sans"/>
                <a:cs typeface="Nimbus Sans"/>
              </a:defRPr>
            </a:lvl9pPr>
          </a:lstStyle>
          <a:p xmlns:a="http://schemas.openxmlformats.org/drawingml/2006/main">
            <a:pPr algn="l">
              <a:defRPr sz="2250" b="1">
                <a:solidFill>
                  <a:srgbClr val="24745B"/>
                </a:solidFill>
                <a:latin typeface="Nimbus Sans"/>
                <a:ea typeface="Nimbus Sans"/>
                <a:cs typeface="Nimbus Sans"/>
              </a:defRPr>
            </a:pPr>
            <a:r>
              <a:rPr sz="2250" b="1">
                <a:solidFill>
                  <a:srgbClr val="24745B"/>
                </a:solidFill>
                <a:latin typeface="Nimbus Sans"/>
                <a:ea typeface="Nimbus Sans"/>
                <a:cs typeface="Nimbus Sans"/>
              </a:rPr>
              <a:t>2</a:t>
            </a:r>
          </a:p>
        </p:txBody>
      </p:sp>
      <p:sp>
        <p:nvSpPr>
          <p:cNvPr id="9" name="See tags and assigned compartment">
            <a:extLst xmlns:a="http://schemas.openxmlformats.org/drawingml/2006/main">
              <a:ext uri="{FF2B5EF4-FFF2-40B4-BE49-F238E27FC236}">
                <a16:creationId xmlns:a16="http://schemas.microsoft.com/office/drawing/2014/main" id="{E6E63D66-F109-4443-94C6-46E1372E9B3B}"/>
              </a:ext>
            </a:extLst>
          </p:cNvPr>
          <p:cNvSpPr>
            <a:spLocks xmlns:a="http://schemas.openxmlformats.org/drawingml/2006/main" noGrp="1"/>
          </p:cNvSpPr>
          <p:nvPr/>
        </p:nvSpPr>
        <p:spPr>
          <a:xfrm xmlns:a="http://schemas.openxmlformats.org/drawingml/2006/main">
            <a:off x="1143000" y="3305175"/>
            <a:ext cx="4552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153D33"/>
                </a:solidFill>
                <a:latin typeface="Nimbus Sans"/>
                <a:ea typeface="Nimbus Sans"/>
                <a:cs typeface="Nimbus Sans"/>
              </a:defRPr>
            </a:defPPr>
            <a:lvl1pPr algn="l">
              <a:defRPr sz="2025" b="0">
                <a:solidFill>
                  <a:srgbClr val="153D33"/>
                </a:solidFill>
                <a:latin typeface="Nimbus Sans"/>
                <a:ea typeface="Nimbus Sans"/>
                <a:cs typeface="Nimbus Sans"/>
              </a:defRPr>
            </a:lvl1pPr>
            <a:lvl2pPr algn="l">
              <a:defRPr sz="2025" b="0">
                <a:solidFill>
                  <a:srgbClr val="153D33"/>
                </a:solidFill>
                <a:latin typeface="Nimbus Sans"/>
                <a:ea typeface="Nimbus Sans"/>
                <a:cs typeface="Nimbus Sans"/>
              </a:defRPr>
            </a:lvl2pPr>
            <a:lvl3pPr algn="l">
              <a:defRPr sz="2025" b="0">
                <a:solidFill>
                  <a:srgbClr val="153D33"/>
                </a:solidFill>
                <a:latin typeface="Nimbus Sans"/>
                <a:ea typeface="Nimbus Sans"/>
                <a:cs typeface="Nimbus Sans"/>
              </a:defRPr>
            </a:lvl3pPr>
            <a:lvl4pPr algn="l">
              <a:defRPr sz="2025" b="0">
                <a:solidFill>
                  <a:srgbClr val="153D33"/>
                </a:solidFill>
                <a:latin typeface="Nimbus Sans"/>
                <a:ea typeface="Nimbus Sans"/>
                <a:cs typeface="Nimbus Sans"/>
              </a:defRPr>
            </a:lvl4pPr>
            <a:lvl5pPr algn="l">
              <a:defRPr sz="2025" b="0">
                <a:solidFill>
                  <a:srgbClr val="153D33"/>
                </a:solidFill>
                <a:latin typeface="Nimbus Sans"/>
                <a:ea typeface="Nimbus Sans"/>
                <a:cs typeface="Nimbus Sans"/>
              </a:defRPr>
            </a:lvl5pPr>
            <a:lvl6pPr algn="l">
              <a:defRPr sz="2025" b="0">
                <a:solidFill>
                  <a:srgbClr val="153D33"/>
                </a:solidFill>
                <a:latin typeface="Nimbus Sans"/>
                <a:ea typeface="Nimbus Sans"/>
                <a:cs typeface="Nimbus Sans"/>
              </a:defRPr>
            </a:lvl6pPr>
            <a:lvl7pPr algn="l">
              <a:defRPr sz="2025" b="0">
                <a:solidFill>
                  <a:srgbClr val="153D33"/>
                </a:solidFill>
                <a:latin typeface="Nimbus Sans"/>
                <a:ea typeface="Nimbus Sans"/>
                <a:cs typeface="Nimbus Sans"/>
              </a:defRPr>
            </a:lvl7pPr>
            <a:lvl8pPr algn="l">
              <a:defRPr sz="2025" b="0">
                <a:solidFill>
                  <a:srgbClr val="153D33"/>
                </a:solidFill>
                <a:latin typeface="Nimbus Sans"/>
                <a:ea typeface="Nimbus Sans"/>
                <a:cs typeface="Nimbus Sans"/>
              </a:defRPr>
            </a:lvl8pPr>
            <a:lvl9pPr algn="l">
              <a:defRPr sz="2025" b="0">
                <a:solidFill>
                  <a:srgbClr val="153D33"/>
                </a:solidFill>
                <a:latin typeface="Nimbus Sans"/>
                <a:ea typeface="Nimbus Sans"/>
                <a:cs typeface="Nimbus Sans"/>
              </a:defRPr>
            </a:lvl9pPr>
          </a:lstStyle>
          <a:p xmlns:a="http://schemas.openxmlformats.org/drawingml/2006/main">
            <a:pPr algn="l">
              <a:defRPr sz="2025" b="0">
                <a:solidFill>
                  <a:srgbClr val="153D33"/>
                </a:solidFill>
                <a:latin typeface="Nimbus Sans"/>
                <a:ea typeface="Nimbus Sans"/>
                <a:cs typeface="Nimbus Sans"/>
              </a:defRPr>
            </a:pPr>
            <a:r>
              <a:rPr sz="2025" b="0">
                <a:solidFill>
                  <a:srgbClr val="153D33"/>
                </a:solidFill>
                <a:latin typeface="Nimbus Sans"/>
                <a:ea typeface="Nimbus Sans"/>
                <a:cs typeface="Nimbus Sans"/>
              </a:rPr>
              <a:t>See tags and assigned compartment</a:t>
            </a:r>
          </a:p>
        </p:txBody>
      </p:sp>
      <p:sp>
        <p:nvSpPr>
          <p:cNvPr id="10" name="3">
            <a:extLst xmlns:a="http://schemas.openxmlformats.org/drawingml/2006/main">
              <a:ext uri="{FF2B5EF4-FFF2-40B4-BE49-F238E27FC236}">
                <a16:creationId xmlns:a16="http://schemas.microsoft.com/office/drawing/2014/main" id="{24F786F5-AD7A-4059-B4A2-4B0576315925}"/>
              </a:ext>
            </a:extLst>
          </p:cNvPr>
          <p:cNvSpPr>
            <a:spLocks xmlns:a="http://schemas.openxmlformats.org/drawingml/2006/main" noGrp="1"/>
          </p:cNvSpPr>
          <p:nvPr/>
        </p:nvSpPr>
        <p:spPr>
          <a:xfrm xmlns:a="http://schemas.openxmlformats.org/drawingml/2006/main">
            <a:off x="609600" y="4181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24745B"/>
                </a:solidFill>
                <a:latin typeface="Nimbus Sans"/>
                <a:ea typeface="Nimbus Sans"/>
                <a:cs typeface="Nimbus Sans"/>
              </a:defRPr>
            </a:defPPr>
            <a:lvl1pPr algn="l">
              <a:defRPr sz="2250" b="1">
                <a:solidFill>
                  <a:srgbClr val="24745B"/>
                </a:solidFill>
                <a:latin typeface="Nimbus Sans"/>
                <a:ea typeface="Nimbus Sans"/>
                <a:cs typeface="Nimbus Sans"/>
              </a:defRPr>
            </a:lvl1pPr>
            <a:lvl2pPr algn="l">
              <a:defRPr sz="2250" b="1">
                <a:solidFill>
                  <a:srgbClr val="24745B"/>
                </a:solidFill>
                <a:latin typeface="Nimbus Sans"/>
                <a:ea typeface="Nimbus Sans"/>
                <a:cs typeface="Nimbus Sans"/>
              </a:defRPr>
            </a:lvl2pPr>
            <a:lvl3pPr algn="l">
              <a:defRPr sz="2250" b="1">
                <a:solidFill>
                  <a:srgbClr val="24745B"/>
                </a:solidFill>
                <a:latin typeface="Nimbus Sans"/>
                <a:ea typeface="Nimbus Sans"/>
                <a:cs typeface="Nimbus Sans"/>
              </a:defRPr>
            </a:lvl3pPr>
            <a:lvl4pPr algn="l">
              <a:defRPr sz="2250" b="1">
                <a:solidFill>
                  <a:srgbClr val="24745B"/>
                </a:solidFill>
                <a:latin typeface="Nimbus Sans"/>
                <a:ea typeface="Nimbus Sans"/>
                <a:cs typeface="Nimbus Sans"/>
              </a:defRPr>
            </a:lvl4pPr>
            <a:lvl5pPr algn="l">
              <a:defRPr sz="2250" b="1">
                <a:solidFill>
                  <a:srgbClr val="24745B"/>
                </a:solidFill>
                <a:latin typeface="Nimbus Sans"/>
                <a:ea typeface="Nimbus Sans"/>
                <a:cs typeface="Nimbus Sans"/>
              </a:defRPr>
            </a:lvl5pPr>
            <a:lvl6pPr algn="l">
              <a:defRPr sz="2250" b="1">
                <a:solidFill>
                  <a:srgbClr val="24745B"/>
                </a:solidFill>
                <a:latin typeface="Nimbus Sans"/>
                <a:ea typeface="Nimbus Sans"/>
                <a:cs typeface="Nimbus Sans"/>
              </a:defRPr>
            </a:lvl6pPr>
            <a:lvl7pPr algn="l">
              <a:defRPr sz="2250" b="1">
                <a:solidFill>
                  <a:srgbClr val="24745B"/>
                </a:solidFill>
                <a:latin typeface="Nimbus Sans"/>
                <a:ea typeface="Nimbus Sans"/>
                <a:cs typeface="Nimbus Sans"/>
              </a:defRPr>
            </a:lvl7pPr>
            <a:lvl8pPr algn="l">
              <a:defRPr sz="2250" b="1">
                <a:solidFill>
                  <a:srgbClr val="24745B"/>
                </a:solidFill>
                <a:latin typeface="Nimbus Sans"/>
                <a:ea typeface="Nimbus Sans"/>
                <a:cs typeface="Nimbus Sans"/>
              </a:defRPr>
            </a:lvl8pPr>
            <a:lvl9pPr algn="l">
              <a:defRPr sz="2250" b="1">
                <a:solidFill>
                  <a:srgbClr val="24745B"/>
                </a:solidFill>
                <a:latin typeface="Nimbus Sans"/>
                <a:ea typeface="Nimbus Sans"/>
                <a:cs typeface="Nimbus Sans"/>
              </a:defRPr>
            </a:lvl9pPr>
          </a:lstStyle>
          <a:p xmlns:a="http://schemas.openxmlformats.org/drawingml/2006/main">
            <a:pPr algn="l">
              <a:defRPr sz="2250" b="1">
                <a:solidFill>
                  <a:srgbClr val="24745B"/>
                </a:solidFill>
                <a:latin typeface="Nimbus Sans"/>
                <a:ea typeface="Nimbus Sans"/>
                <a:cs typeface="Nimbus Sans"/>
              </a:defRPr>
            </a:pPr>
            <a:r>
              <a:rPr sz="2250" b="1">
                <a:solidFill>
                  <a:srgbClr val="24745B"/>
                </a:solidFill>
                <a:latin typeface="Nimbus Sans"/>
                <a:ea typeface="Nimbus Sans"/>
                <a:cs typeface="Nimbus Sans"/>
              </a:rPr>
              <a:t>3</a:t>
            </a:r>
          </a:p>
        </p:txBody>
      </p:sp>
      <p:sp>
        <p:nvSpPr>
          <p:cNvPr id="11" name="Place, close and confirm">
            <a:extLst xmlns:a="http://schemas.openxmlformats.org/drawingml/2006/main">
              <a:ext uri="{FF2B5EF4-FFF2-40B4-BE49-F238E27FC236}">
                <a16:creationId xmlns:a16="http://schemas.microsoft.com/office/drawing/2014/main" id="{72DFB9C0-F035-4954-9576-DE9C29A5A878}"/>
              </a:ext>
            </a:extLst>
          </p:cNvPr>
          <p:cNvSpPr>
            <a:spLocks xmlns:a="http://schemas.openxmlformats.org/drawingml/2006/main" noGrp="1"/>
          </p:cNvSpPr>
          <p:nvPr/>
        </p:nvSpPr>
        <p:spPr>
          <a:xfrm xmlns:a="http://schemas.openxmlformats.org/drawingml/2006/main">
            <a:off x="1143000" y="4181475"/>
            <a:ext cx="4552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53D33"/>
                </a:solidFill>
                <a:latin typeface="Nimbus Sans"/>
                <a:ea typeface="Nimbus Sans"/>
                <a:cs typeface="Nimbus Sans"/>
              </a:defRPr>
            </a:defPPr>
            <a:lvl1pPr algn="l">
              <a:defRPr sz="2025" b="1">
                <a:solidFill>
                  <a:srgbClr val="153D33"/>
                </a:solidFill>
                <a:latin typeface="Nimbus Sans"/>
                <a:ea typeface="Nimbus Sans"/>
                <a:cs typeface="Nimbus Sans"/>
              </a:defRPr>
            </a:lvl1pPr>
            <a:lvl2pPr algn="l">
              <a:defRPr sz="2025" b="1">
                <a:solidFill>
                  <a:srgbClr val="153D33"/>
                </a:solidFill>
                <a:latin typeface="Nimbus Sans"/>
                <a:ea typeface="Nimbus Sans"/>
                <a:cs typeface="Nimbus Sans"/>
              </a:defRPr>
            </a:lvl2pPr>
            <a:lvl3pPr algn="l">
              <a:defRPr sz="2025" b="1">
                <a:solidFill>
                  <a:srgbClr val="153D33"/>
                </a:solidFill>
                <a:latin typeface="Nimbus Sans"/>
                <a:ea typeface="Nimbus Sans"/>
                <a:cs typeface="Nimbus Sans"/>
              </a:defRPr>
            </a:lvl3pPr>
            <a:lvl4pPr algn="l">
              <a:defRPr sz="2025" b="1">
                <a:solidFill>
                  <a:srgbClr val="153D33"/>
                </a:solidFill>
                <a:latin typeface="Nimbus Sans"/>
                <a:ea typeface="Nimbus Sans"/>
                <a:cs typeface="Nimbus Sans"/>
              </a:defRPr>
            </a:lvl4pPr>
            <a:lvl5pPr algn="l">
              <a:defRPr sz="2025" b="1">
                <a:solidFill>
                  <a:srgbClr val="153D33"/>
                </a:solidFill>
                <a:latin typeface="Nimbus Sans"/>
                <a:ea typeface="Nimbus Sans"/>
                <a:cs typeface="Nimbus Sans"/>
              </a:defRPr>
            </a:lvl5pPr>
            <a:lvl6pPr algn="l">
              <a:defRPr sz="2025" b="1">
                <a:solidFill>
                  <a:srgbClr val="153D33"/>
                </a:solidFill>
                <a:latin typeface="Nimbus Sans"/>
                <a:ea typeface="Nimbus Sans"/>
                <a:cs typeface="Nimbus Sans"/>
              </a:defRPr>
            </a:lvl6pPr>
            <a:lvl7pPr algn="l">
              <a:defRPr sz="2025" b="1">
                <a:solidFill>
                  <a:srgbClr val="153D33"/>
                </a:solidFill>
                <a:latin typeface="Nimbus Sans"/>
                <a:ea typeface="Nimbus Sans"/>
                <a:cs typeface="Nimbus Sans"/>
              </a:defRPr>
            </a:lvl7pPr>
            <a:lvl8pPr algn="l">
              <a:defRPr sz="2025" b="1">
                <a:solidFill>
                  <a:srgbClr val="153D33"/>
                </a:solidFill>
                <a:latin typeface="Nimbus Sans"/>
                <a:ea typeface="Nimbus Sans"/>
                <a:cs typeface="Nimbus Sans"/>
              </a:defRPr>
            </a:lvl8pPr>
            <a:lvl9pPr algn="l">
              <a:defRPr sz="2025" b="1">
                <a:solidFill>
                  <a:srgbClr val="153D33"/>
                </a:solidFill>
                <a:latin typeface="Nimbus Sans"/>
                <a:ea typeface="Nimbus Sans"/>
                <a:cs typeface="Nimbus Sans"/>
              </a:defRPr>
            </a:lvl9pPr>
          </a:lstStyle>
          <a:p xmlns:a="http://schemas.openxmlformats.org/drawingml/2006/main">
            <a:pPr algn="l">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Place, close and confirm</a:t>
            </a:r>
          </a:p>
        </p:txBody>
      </p:sp>
      <p:sp>
        <p:nvSpPr>
          <p:cNvPr id="12" name="1">
            <a:extLst xmlns:a="http://schemas.openxmlformats.org/drawingml/2006/main">
              <a:ext uri="{FF2B5EF4-FFF2-40B4-BE49-F238E27FC236}">
                <a16:creationId xmlns:a16="http://schemas.microsoft.com/office/drawing/2014/main" id="{E292D572-1ED7-48B9-B1FB-1DAC9792AAD5}"/>
              </a:ext>
            </a:extLst>
          </p:cNvPr>
          <p:cNvSpPr>
            <a:spLocks xmlns:a="http://schemas.openxmlformats.org/drawingml/2006/main" noGrp="1"/>
          </p:cNvSpPr>
          <p:nvPr/>
        </p:nvSpPr>
        <p:spPr>
          <a:xfrm xmlns:a="http://schemas.openxmlformats.org/drawingml/2006/main">
            <a:off x="6419850" y="24288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24745B"/>
                </a:solidFill>
                <a:latin typeface="Nimbus Sans"/>
                <a:ea typeface="Nimbus Sans"/>
                <a:cs typeface="Nimbus Sans"/>
              </a:defRPr>
            </a:defPPr>
            <a:lvl1pPr algn="l">
              <a:defRPr sz="2250" b="1">
                <a:solidFill>
                  <a:srgbClr val="24745B"/>
                </a:solidFill>
                <a:latin typeface="Nimbus Sans"/>
                <a:ea typeface="Nimbus Sans"/>
                <a:cs typeface="Nimbus Sans"/>
              </a:defRPr>
            </a:lvl1pPr>
            <a:lvl2pPr algn="l">
              <a:defRPr sz="2250" b="1">
                <a:solidFill>
                  <a:srgbClr val="24745B"/>
                </a:solidFill>
                <a:latin typeface="Nimbus Sans"/>
                <a:ea typeface="Nimbus Sans"/>
                <a:cs typeface="Nimbus Sans"/>
              </a:defRPr>
            </a:lvl2pPr>
            <a:lvl3pPr algn="l">
              <a:defRPr sz="2250" b="1">
                <a:solidFill>
                  <a:srgbClr val="24745B"/>
                </a:solidFill>
                <a:latin typeface="Nimbus Sans"/>
                <a:ea typeface="Nimbus Sans"/>
                <a:cs typeface="Nimbus Sans"/>
              </a:defRPr>
            </a:lvl3pPr>
            <a:lvl4pPr algn="l">
              <a:defRPr sz="2250" b="1">
                <a:solidFill>
                  <a:srgbClr val="24745B"/>
                </a:solidFill>
                <a:latin typeface="Nimbus Sans"/>
                <a:ea typeface="Nimbus Sans"/>
                <a:cs typeface="Nimbus Sans"/>
              </a:defRPr>
            </a:lvl4pPr>
            <a:lvl5pPr algn="l">
              <a:defRPr sz="2250" b="1">
                <a:solidFill>
                  <a:srgbClr val="24745B"/>
                </a:solidFill>
                <a:latin typeface="Nimbus Sans"/>
                <a:ea typeface="Nimbus Sans"/>
                <a:cs typeface="Nimbus Sans"/>
              </a:defRPr>
            </a:lvl5pPr>
            <a:lvl6pPr algn="l">
              <a:defRPr sz="2250" b="1">
                <a:solidFill>
                  <a:srgbClr val="24745B"/>
                </a:solidFill>
                <a:latin typeface="Nimbus Sans"/>
                <a:ea typeface="Nimbus Sans"/>
                <a:cs typeface="Nimbus Sans"/>
              </a:defRPr>
            </a:lvl6pPr>
            <a:lvl7pPr algn="l">
              <a:defRPr sz="2250" b="1">
                <a:solidFill>
                  <a:srgbClr val="24745B"/>
                </a:solidFill>
                <a:latin typeface="Nimbus Sans"/>
                <a:ea typeface="Nimbus Sans"/>
                <a:cs typeface="Nimbus Sans"/>
              </a:defRPr>
            </a:lvl7pPr>
            <a:lvl8pPr algn="l">
              <a:defRPr sz="2250" b="1">
                <a:solidFill>
                  <a:srgbClr val="24745B"/>
                </a:solidFill>
                <a:latin typeface="Nimbus Sans"/>
                <a:ea typeface="Nimbus Sans"/>
                <a:cs typeface="Nimbus Sans"/>
              </a:defRPr>
            </a:lvl8pPr>
            <a:lvl9pPr algn="l">
              <a:defRPr sz="2250" b="1">
                <a:solidFill>
                  <a:srgbClr val="24745B"/>
                </a:solidFill>
                <a:latin typeface="Nimbus Sans"/>
                <a:ea typeface="Nimbus Sans"/>
                <a:cs typeface="Nimbus Sans"/>
              </a:defRPr>
            </a:lvl9pPr>
          </a:lstStyle>
          <a:p xmlns:a="http://schemas.openxmlformats.org/drawingml/2006/main">
            <a:pPr algn="l">
              <a:defRPr sz="2250" b="1">
                <a:solidFill>
                  <a:srgbClr val="24745B"/>
                </a:solidFill>
                <a:latin typeface="Nimbus Sans"/>
                <a:ea typeface="Nimbus Sans"/>
                <a:cs typeface="Nimbus Sans"/>
              </a:defRPr>
            </a:pPr>
            <a:r>
              <a:rPr sz="2250" b="1">
                <a:solidFill>
                  <a:srgbClr val="24745B"/>
                </a:solidFill>
                <a:latin typeface="Nimbus Sans"/>
                <a:ea typeface="Nimbus Sans"/>
                <a:cs typeface="Nimbus Sans"/>
              </a:rPr>
              <a:t>1</a:t>
            </a:r>
          </a:p>
        </p:txBody>
      </p:sp>
      <p:sp>
        <p:nvSpPr>
          <p:cNvPr id="13" name="Speak or type a description">
            <a:extLst xmlns:a="http://schemas.openxmlformats.org/drawingml/2006/main">
              <a:ext uri="{FF2B5EF4-FFF2-40B4-BE49-F238E27FC236}">
                <a16:creationId xmlns:a16="http://schemas.microsoft.com/office/drawing/2014/main" id="{DAE44EBB-9981-402C-AF77-3978A06F3122}"/>
              </a:ext>
            </a:extLst>
          </p:cNvPr>
          <p:cNvSpPr>
            <a:spLocks xmlns:a="http://schemas.openxmlformats.org/drawingml/2006/main" noGrp="1"/>
          </p:cNvSpPr>
          <p:nvPr/>
        </p:nvSpPr>
        <p:spPr>
          <a:xfrm xmlns:a="http://schemas.openxmlformats.org/drawingml/2006/main">
            <a:off x="6953250" y="2428875"/>
            <a:ext cx="4552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153D33"/>
                </a:solidFill>
                <a:latin typeface="Nimbus Sans"/>
                <a:ea typeface="Nimbus Sans"/>
                <a:cs typeface="Nimbus Sans"/>
              </a:defRPr>
            </a:defPPr>
            <a:lvl1pPr algn="l">
              <a:defRPr sz="2025" b="0">
                <a:solidFill>
                  <a:srgbClr val="153D33"/>
                </a:solidFill>
                <a:latin typeface="Nimbus Sans"/>
                <a:ea typeface="Nimbus Sans"/>
                <a:cs typeface="Nimbus Sans"/>
              </a:defRPr>
            </a:lvl1pPr>
            <a:lvl2pPr algn="l">
              <a:defRPr sz="2025" b="0">
                <a:solidFill>
                  <a:srgbClr val="153D33"/>
                </a:solidFill>
                <a:latin typeface="Nimbus Sans"/>
                <a:ea typeface="Nimbus Sans"/>
                <a:cs typeface="Nimbus Sans"/>
              </a:defRPr>
            </a:lvl2pPr>
            <a:lvl3pPr algn="l">
              <a:defRPr sz="2025" b="0">
                <a:solidFill>
                  <a:srgbClr val="153D33"/>
                </a:solidFill>
                <a:latin typeface="Nimbus Sans"/>
                <a:ea typeface="Nimbus Sans"/>
                <a:cs typeface="Nimbus Sans"/>
              </a:defRPr>
            </a:lvl3pPr>
            <a:lvl4pPr algn="l">
              <a:defRPr sz="2025" b="0">
                <a:solidFill>
                  <a:srgbClr val="153D33"/>
                </a:solidFill>
                <a:latin typeface="Nimbus Sans"/>
                <a:ea typeface="Nimbus Sans"/>
                <a:cs typeface="Nimbus Sans"/>
              </a:defRPr>
            </a:lvl4pPr>
            <a:lvl5pPr algn="l">
              <a:defRPr sz="2025" b="0">
                <a:solidFill>
                  <a:srgbClr val="153D33"/>
                </a:solidFill>
                <a:latin typeface="Nimbus Sans"/>
                <a:ea typeface="Nimbus Sans"/>
                <a:cs typeface="Nimbus Sans"/>
              </a:defRPr>
            </a:lvl5pPr>
            <a:lvl6pPr algn="l">
              <a:defRPr sz="2025" b="0">
                <a:solidFill>
                  <a:srgbClr val="153D33"/>
                </a:solidFill>
                <a:latin typeface="Nimbus Sans"/>
                <a:ea typeface="Nimbus Sans"/>
                <a:cs typeface="Nimbus Sans"/>
              </a:defRPr>
            </a:lvl6pPr>
            <a:lvl7pPr algn="l">
              <a:defRPr sz="2025" b="0">
                <a:solidFill>
                  <a:srgbClr val="153D33"/>
                </a:solidFill>
                <a:latin typeface="Nimbus Sans"/>
                <a:ea typeface="Nimbus Sans"/>
                <a:cs typeface="Nimbus Sans"/>
              </a:defRPr>
            </a:lvl7pPr>
            <a:lvl8pPr algn="l">
              <a:defRPr sz="2025" b="0">
                <a:solidFill>
                  <a:srgbClr val="153D33"/>
                </a:solidFill>
                <a:latin typeface="Nimbus Sans"/>
                <a:ea typeface="Nimbus Sans"/>
                <a:cs typeface="Nimbus Sans"/>
              </a:defRPr>
            </a:lvl8pPr>
            <a:lvl9pPr algn="l">
              <a:defRPr sz="2025" b="0">
                <a:solidFill>
                  <a:srgbClr val="153D33"/>
                </a:solidFill>
                <a:latin typeface="Nimbus Sans"/>
                <a:ea typeface="Nimbus Sans"/>
                <a:cs typeface="Nimbus Sans"/>
              </a:defRPr>
            </a:lvl9pPr>
          </a:lstStyle>
          <a:p xmlns:a="http://schemas.openxmlformats.org/drawingml/2006/main">
            <a:pPr algn="l">
              <a:defRPr sz="2025" b="0">
                <a:solidFill>
                  <a:srgbClr val="153D33"/>
                </a:solidFill>
                <a:latin typeface="Nimbus Sans"/>
                <a:ea typeface="Nimbus Sans"/>
                <a:cs typeface="Nimbus Sans"/>
              </a:defRPr>
            </a:pPr>
            <a:r>
              <a:rPr sz="2025" b="0">
                <a:solidFill>
                  <a:srgbClr val="153D33"/>
                </a:solidFill>
                <a:latin typeface="Nimbus Sans"/>
                <a:ea typeface="Nimbus Sans"/>
                <a:cs typeface="Nimbus Sans"/>
              </a:rPr>
              <a:t>Speak or type a description</a:t>
            </a:r>
          </a:p>
        </p:txBody>
      </p:sp>
      <p:sp>
        <p:nvSpPr>
          <p:cNvPr id="14" name="2">
            <a:extLst xmlns:a="http://schemas.openxmlformats.org/drawingml/2006/main">
              <a:ext uri="{FF2B5EF4-FFF2-40B4-BE49-F238E27FC236}">
                <a16:creationId xmlns:a16="http://schemas.microsoft.com/office/drawing/2014/main" id="{C6359494-7FA8-4F31-83A9-EBB6BF27A63E}"/>
              </a:ext>
            </a:extLst>
          </p:cNvPr>
          <p:cNvSpPr>
            <a:spLocks xmlns:a="http://schemas.openxmlformats.org/drawingml/2006/main" noGrp="1"/>
          </p:cNvSpPr>
          <p:nvPr/>
        </p:nvSpPr>
        <p:spPr>
          <a:xfrm xmlns:a="http://schemas.openxmlformats.org/drawingml/2006/main">
            <a:off x="6419850" y="33051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24745B"/>
                </a:solidFill>
                <a:latin typeface="Nimbus Sans"/>
                <a:ea typeface="Nimbus Sans"/>
                <a:cs typeface="Nimbus Sans"/>
              </a:defRPr>
            </a:defPPr>
            <a:lvl1pPr algn="l">
              <a:defRPr sz="2250" b="1">
                <a:solidFill>
                  <a:srgbClr val="24745B"/>
                </a:solidFill>
                <a:latin typeface="Nimbus Sans"/>
                <a:ea typeface="Nimbus Sans"/>
                <a:cs typeface="Nimbus Sans"/>
              </a:defRPr>
            </a:lvl1pPr>
            <a:lvl2pPr algn="l">
              <a:defRPr sz="2250" b="1">
                <a:solidFill>
                  <a:srgbClr val="24745B"/>
                </a:solidFill>
                <a:latin typeface="Nimbus Sans"/>
                <a:ea typeface="Nimbus Sans"/>
                <a:cs typeface="Nimbus Sans"/>
              </a:defRPr>
            </a:lvl2pPr>
            <a:lvl3pPr algn="l">
              <a:defRPr sz="2250" b="1">
                <a:solidFill>
                  <a:srgbClr val="24745B"/>
                </a:solidFill>
                <a:latin typeface="Nimbus Sans"/>
                <a:ea typeface="Nimbus Sans"/>
                <a:cs typeface="Nimbus Sans"/>
              </a:defRPr>
            </a:lvl3pPr>
            <a:lvl4pPr algn="l">
              <a:defRPr sz="2250" b="1">
                <a:solidFill>
                  <a:srgbClr val="24745B"/>
                </a:solidFill>
                <a:latin typeface="Nimbus Sans"/>
                <a:ea typeface="Nimbus Sans"/>
                <a:cs typeface="Nimbus Sans"/>
              </a:defRPr>
            </a:lvl4pPr>
            <a:lvl5pPr algn="l">
              <a:defRPr sz="2250" b="1">
                <a:solidFill>
                  <a:srgbClr val="24745B"/>
                </a:solidFill>
                <a:latin typeface="Nimbus Sans"/>
                <a:ea typeface="Nimbus Sans"/>
                <a:cs typeface="Nimbus Sans"/>
              </a:defRPr>
            </a:lvl5pPr>
            <a:lvl6pPr algn="l">
              <a:defRPr sz="2250" b="1">
                <a:solidFill>
                  <a:srgbClr val="24745B"/>
                </a:solidFill>
                <a:latin typeface="Nimbus Sans"/>
                <a:ea typeface="Nimbus Sans"/>
                <a:cs typeface="Nimbus Sans"/>
              </a:defRPr>
            </a:lvl6pPr>
            <a:lvl7pPr algn="l">
              <a:defRPr sz="2250" b="1">
                <a:solidFill>
                  <a:srgbClr val="24745B"/>
                </a:solidFill>
                <a:latin typeface="Nimbus Sans"/>
                <a:ea typeface="Nimbus Sans"/>
                <a:cs typeface="Nimbus Sans"/>
              </a:defRPr>
            </a:lvl7pPr>
            <a:lvl8pPr algn="l">
              <a:defRPr sz="2250" b="1">
                <a:solidFill>
                  <a:srgbClr val="24745B"/>
                </a:solidFill>
                <a:latin typeface="Nimbus Sans"/>
                <a:ea typeface="Nimbus Sans"/>
                <a:cs typeface="Nimbus Sans"/>
              </a:defRPr>
            </a:lvl8pPr>
            <a:lvl9pPr algn="l">
              <a:defRPr sz="2250" b="1">
                <a:solidFill>
                  <a:srgbClr val="24745B"/>
                </a:solidFill>
                <a:latin typeface="Nimbus Sans"/>
                <a:ea typeface="Nimbus Sans"/>
                <a:cs typeface="Nimbus Sans"/>
              </a:defRPr>
            </a:lvl9pPr>
          </a:lstStyle>
          <a:p xmlns:a="http://schemas.openxmlformats.org/drawingml/2006/main">
            <a:pPr algn="l">
              <a:defRPr sz="2250" b="1">
                <a:solidFill>
                  <a:srgbClr val="24745B"/>
                </a:solidFill>
                <a:latin typeface="Nimbus Sans"/>
                <a:ea typeface="Nimbus Sans"/>
                <a:cs typeface="Nimbus Sans"/>
              </a:defRPr>
            </a:pPr>
            <a:r>
              <a:rPr sz="2250" b="1">
                <a:solidFill>
                  <a:srgbClr val="24745B"/>
                </a:solidFill>
                <a:latin typeface="Nimbus Sans"/>
                <a:ea typeface="Nimbus Sans"/>
                <a:cs typeface="Nimbus Sans"/>
              </a:rPr>
              <a:t>2</a:t>
            </a:r>
          </a:p>
        </p:txBody>
      </p:sp>
      <p:sp>
        <p:nvSpPr>
          <p:cNvPr id="15" name="Compare candidate photo and details">
            <a:extLst xmlns:a="http://schemas.openxmlformats.org/drawingml/2006/main">
              <a:ext uri="{FF2B5EF4-FFF2-40B4-BE49-F238E27FC236}">
                <a16:creationId xmlns:a16="http://schemas.microsoft.com/office/drawing/2014/main" id="{54196C44-175A-4CD1-B98A-99ED5C096716}"/>
              </a:ext>
            </a:extLst>
          </p:cNvPr>
          <p:cNvSpPr>
            <a:spLocks xmlns:a="http://schemas.openxmlformats.org/drawingml/2006/main" noGrp="1"/>
          </p:cNvSpPr>
          <p:nvPr/>
        </p:nvSpPr>
        <p:spPr>
          <a:xfrm xmlns:a="http://schemas.openxmlformats.org/drawingml/2006/main">
            <a:off x="6953250" y="3305175"/>
            <a:ext cx="4552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153D33"/>
                </a:solidFill>
                <a:latin typeface="Nimbus Sans"/>
                <a:ea typeface="Nimbus Sans"/>
                <a:cs typeface="Nimbus Sans"/>
              </a:defRPr>
            </a:defPPr>
            <a:lvl1pPr algn="l">
              <a:defRPr sz="2025" b="0">
                <a:solidFill>
                  <a:srgbClr val="153D33"/>
                </a:solidFill>
                <a:latin typeface="Nimbus Sans"/>
                <a:ea typeface="Nimbus Sans"/>
                <a:cs typeface="Nimbus Sans"/>
              </a:defRPr>
            </a:lvl1pPr>
            <a:lvl2pPr algn="l">
              <a:defRPr sz="2025" b="0">
                <a:solidFill>
                  <a:srgbClr val="153D33"/>
                </a:solidFill>
                <a:latin typeface="Nimbus Sans"/>
                <a:ea typeface="Nimbus Sans"/>
                <a:cs typeface="Nimbus Sans"/>
              </a:defRPr>
            </a:lvl2pPr>
            <a:lvl3pPr algn="l">
              <a:defRPr sz="2025" b="0">
                <a:solidFill>
                  <a:srgbClr val="153D33"/>
                </a:solidFill>
                <a:latin typeface="Nimbus Sans"/>
                <a:ea typeface="Nimbus Sans"/>
                <a:cs typeface="Nimbus Sans"/>
              </a:defRPr>
            </a:lvl3pPr>
            <a:lvl4pPr algn="l">
              <a:defRPr sz="2025" b="0">
                <a:solidFill>
                  <a:srgbClr val="153D33"/>
                </a:solidFill>
                <a:latin typeface="Nimbus Sans"/>
                <a:ea typeface="Nimbus Sans"/>
                <a:cs typeface="Nimbus Sans"/>
              </a:defRPr>
            </a:lvl4pPr>
            <a:lvl5pPr algn="l">
              <a:defRPr sz="2025" b="0">
                <a:solidFill>
                  <a:srgbClr val="153D33"/>
                </a:solidFill>
                <a:latin typeface="Nimbus Sans"/>
                <a:ea typeface="Nimbus Sans"/>
                <a:cs typeface="Nimbus Sans"/>
              </a:defRPr>
            </a:lvl5pPr>
            <a:lvl6pPr algn="l">
              <a:defRPr sz="2025" b="0">
                <a:solidFill>
                  <a:srgbClr val="153D33"/>
                </a:solidFill>
                <a:latin typeface="Nimbus Sans"/>
                <a:ea typeface="Nimbus Sans"/>
                <a:cs typeface="Nimbus Sans"/>
              </a:defRPr>
            </a:lvl6pPr>
            <a:lvl7pPr algn="l">
              <a:defRPr sz="2025" b="0">
                <a:solidFill>
                  <a:srgbClr val="153D33"/>
                </a:solidFill>
                <a:latin typeface="Nimbus Sans"/>
                <a:ea typeface="Nimbus Sans"/>
                <a:cs typeface="Nimbus Sans"/>
              </a:defRPr>
            </a:lvl7pPr>
            <a:lvl8pPr algn="l">
              <a:defRPr sz="2025" b="0">
                <a:solidFill>
                  <a:srgbClr val="153D33"/>
                </a:solidFill>
                <a:latin typeface="Nimbus Sans"/>
                <a:ea typeface="Nimbus Sans"/>
                <a:cs typeface="Nimbus Sans"/>
              </a:defRPr>
            </a:lvl8pPr>
            <a:lvl9pPr algn="l">
              <a:defRPr sz="2025" b="0">
                <a:solidFill>
                  <a:srgbClr val="153D33"/>
                </a:solidFill>
                <a:latin typeface="Nimbus Sans"/>
                <a:ea typeface="Nimbus Sans"/>
                <a:cs typeface="Nimbus Sans"/>
              </a:defRPr>
            </a:lvl9pPr>
          </a:lstStyle>
          <a:p xmlns:a="http://schemas.openxmlformats.org/drawingml/2006/main">
            <a:pPr algn="l">
              <a:defRPr sz="2025" b="0">
                <a:solidFill>
                  <a:srgbClr val="153D33"/>
                </a:solidFill>
                <a:latin typeface="Nimbus Sans"/>
                <a:ea typeface="Nimbus Sans"/>
                <a:cs typeface="Nimbus Sans"/>
              </a:defRPr>
            </a:pPr>
            <a:r>
              <a:rPr sz="2025" b="0">
                <a:solidFill>
                  <a:srgbClr val="153D33"/>
                </a:solidFill>
                <a:latin typeface="Nimbus Sans"/>
                <a:ea typeface="Nimbus Sans"/>
                <a:cs typeface="Nimbus Sans"/>
              </a:rPr>
              <a:t>Compare candidate photo and details</a:t>
            </a:r>
          </a:p>
        </p:txBody>
      </p:sp>
      <p:sp>
        <p:nvSpPr>
          <p:cNvPr id="16" name="3">
            <a:extLst xmlns:a="http://schemas.openxmlformats.org/drawingml/2006/main">
              <a:ext uri="{FF2B5EF4-FFF2-40B4-BE49-F238E27FC236}">
                <a16:creationId xmlns:a16="http://schemas.microsoft.com/office/drawing/2014/main" id="{F9331213-695C-4D5E-8427-13752DB16ACF}"/>
              </a:ext>
            </a:extLst>
          </p:cNvPr>
          <p:cNvSpPr>
            <a:spLocks xmlns:a="http://schemas.openxmlformats.org/drawingml/2006/main" noGrp="1"/>
          </p:cNvSpPr>
          <p:nvPr/>
        </p:nvSpPr>
        <p:spPr>
          <a:xfrm xmlns:a="http://schemas.openxmlformats.org/drawingml/2006/main">
            <a:off x="6419850" y="4181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24745B"/>
                </a:solidFill>
                <a:latin typeface="Nimbus Sans"/>
                <a:ea typeface="Nimbus Sans"/>
                <a:cs typeface="Nimbus Sans"/>
              </a:defRPr>
            </a:defPPr>
            <a:lvl1pPr algn="l">
              <a:defRPr sz="2250" b="1">
                <a:solidFill>
                  <a:srgbClr val="24745B"/>
                </a:solidFill>
                <a:latin typeface="Nimbus Sans"/>
                <a:ea typeface="Nimbus Sans"/>
                <a:cs typeface="Nimbus Sans"/>
              </a:defRPr>
            </a:lvl1pPr>
            <a:lvl2pPr algn="l">
              <a:defRPr sz="2250" b="1">
                <a:solidFill>
                  <a:srgbClr val="24745B"/>
                </a:solidFill>
                <a:latin typeface="Nimbus Sans"/>
                <a:ea typeface="Nimbus Sans"/>
                <a:cs typeface="Nimbus Sans"/>
              </a:defRPr>
            </a:lvl2pPr>
            <a:lvl3pPr algn="l">
              <a:defRPr sz="2250" b="1">
                <a:solidFill>
                  <a:srgbClr val="24745B"/>
                </a:solidFill>
                <a:latin typeface="Nimbus Sans"/>
                <a:ea typeface="Nimbus Sans"/>
                <a:cs typeface="Nimbus Sans"/>
              </a:defRPr>
            </a:lvl3pPr>
            <a:lvl4pPr algn="l">
              <a:defRPr sz="2250" b="1">
                <a:solidFill>
                  <a:srgbClr val="24745B"/>
                </a:solidFill>
                <a:latin typeface="Nimbus Sans"/>
                <a:ea typeface="Nimbus Sans"/>
                <a:cs typeface="Nimbus Sans"/>
              </a:defRPr>
            </a:lvl4pPr>
            <a:lvl5pPr algn="l">
              <a:defRPr sz="2250" b="1">
                <a:solidFill>
                  <a:srgbClr val="24745B"/>
                </a:solidFill>
                <a:latin typeface="Nimbus Sans"/>
                <a:ea typeface="Nimbus Sans"/>
                <a:cs typeface="Nimbus Sans"/>
              </a:defRPr>
            </a:lvl5pPr>
            <a:lvl6pPr algn="l">
              <a:defRPr sz="2250" b="1">
                <a:solidFill>
                  <a:srgbClr val="24745B"/>
                </a:solidFill>
                <a:latin typeface="Nimbus Sans"/>
                <a:ea typeface="Nimbus Sans"/>
                <a:cs typeface="Nimbus Sans"/>
              </a:defRPr>
            </a:lvl6pPr>
            <a:lvl7pPr algn="l">
              <a:defRPr sz="2250" b="1">
                <a:solidFill>
                  <a:srgbClr val="24745B"/>
                </a:solidFill>
                <a:latin typeface="Nimbus Sans"/>
                <a:ea typeface="Nimbus Sans"/>
                <a:cs typeface="Nimbus Sans"/>
              </a:defRPr>
            </a:lvl7pPr>
            <a:lvl8pPr algn="l">
              <a:defRPr sz="2250" b="1">
                <a:solidFill>
                  <a:srgbClr val="24745B"/>
                </a:solidFill>
                <a:latin typeface="Nimbus Sans"/>
                <a:ea typeface="Nimbus Sans"/>
                <a:cs typeface="Nimbus Sans"/>
              </a:defRPr>
            </a:lvl8pPr>
            <a:lvl9pPr algn="l">
              <a:defRPr sz="2250" b="1">
                <a:solidFill>
                  <a:srgbClr val="24745B"/>
                </a:solidFill>
                <a:latin typeface="Nimbus Sans"/>
                <a:ea typeface="Nimbus Sans"/>
                <a:cs typeface="Nimbus Sans"/>
              </a:defRPr>
            </a:lvl9pPr>
          </a:lstStyle>
          <a:p xmlns:a="http://schemas.openxmlformats.org/drawingml/2006/main">
            <a:pPr algn="l">
              <a:defRPr sz="2250" b="1">
                <a:solidFill>
                  <a:srgbClr val="24745B"/>
                </a:solidFill>
                <a:latin typeface="Nimbus Sans"/>
                <a:ea typeface="Nimbus Sans"/>
                <a:cs typeface="Nimbus Sans"/>
              </a:defRPr>
            </a:pPr>
            <a:r>
              <a:rPr sz="2250" b="1">
                <a:solidFill>
                  <a:srgbClr val="24745B"/>
                </a:solidFill>
                <a:latin typeface="Nimbus Sans"/>
                <a:ea typeface="Nimbus Sans"/>
                <a:cs typeface="Nimbus Sans"/>
              </a:rPr>
              <a:t>3</a:t>
            </a:r>
          </a:p>
        </p:txBody>
      </p:sp>
      <p:sp>
        <p:nvSpPr>
          <p:cNvPr id="17" name="Retrieve, close and confirm">
            <a:extLst xmlns:a="http://schemas.openxmlformats.org/drawingml/2006/main">
              <a:ext uri="{FF2B5EF4-FFF2-40B4-BE49-F238E27FC236}">
                <a16:creationId xmlns:a16="http://schemas.microsoft.com/office/drawing/2014/main" id="{A68102F9-D42E-4DE8-B367-9A5BFD599D55}"/>
              </a:ext>
            </a:extLst>
          </p:cNvPr>
          <p:cNvSpPr>
            <a:spLocks xmlns:a="http://schemas.openxmlformats.org/drawingml/2006/main" noGrp="1"/>
          </p:cNvSpPr>
          <p:nvPr/>
        </p:nvSpPr>
        <p:spPr>
          <a:xfrm xmlns:a="http://schemas.openxmlformats.org/drawingml/2006/main">
            <a:off x="6953250" y="4181475"/>
            <a:ext cx="4552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53D33"/>
                </a:solidFill>
                <a:latin typeface="Nimbus Sans"/>
                <a:ea typeface="Nimbus Sans"/>
                <a:cs typeface="Nimbus Sans"/>
              </a:defRPr>
            </a:defPPr>
            <a:lvl1pPr algn="l">
              <a:defRPr sz="2025" b="1">
                <a:solidFill>
                  <a:srgbClr val="153D33"/>
                </a:solidFill>
                <a:latin typeface="Nimbus Sans"/>
                <a:ea typeface="Nimbus Sans"/>
                <a:cs typeface="Nimbus Sans"/>
              </a:defRPr>
            </a:lvl1pPr>
            <a:lvl2pPr algn="l">
              <a:defRPr sz="2025" b="1">
                <a:solidFill>
                  <a:srgbClr val="153D33"/>
                </a:solidFill>
                <a:latin typeface="Nimbus Sans"/>
                <a:ea typeface="Nimbus Sans"/>
                <a:cs typeface="Nimbus Sans"/>
              </a:defRPr>
            </a:lvl2pPr>
            <a:lvl3pPr algn="l">
              <a:defRPr sz="2025" b="1">
                <a:solidFill>
                  <a:srgbClr val="153D33"/>
                </a:solidFill>
                <a:latin typeface="Nimbus Sans"/>
                <a:ea typeface="Nimbus Sans"/>
                <a:cs typeface="Nimbus Sans"/>
              </a:defRPr>
            </a:lvl3pPr>
            <a:lvl4pPr algn="l">
              <a:defRPr sz="2025" b="1">
                <a:solidFill>
                  <a:srgbClr val="153D33"/>
                </a:solidFill>
                <a:latin typeface="Nimbus Sans"/>
                <a:ea typeface="Nimbus Sans"/>
                <a:cs typeface="Nimbus Sans"/>
              </a:defRPr>
            </a:lvl4pPr>
            <a:lvl5pPr algn="l">
              <a:defRPr sz="2025" b="1">
                <a:solidFill>
                  <a:srgbClr val="153D33"/>
                </a:solidFill>
                <a:latin typeface="Nimbus Sans"/>
                <a:ea typeface="Nimbus Sans"/>
                <a:cs typeface="Nimbus Sans"/>
              </a:defRPr>
            </a:lvl5pPr>
            <a:lvl6pPr algn="l">
              <a:defRPr sz="2025" b="1">
                <a:solidFill>
                  <a:srgbClr val="153D33"/>
                </a:solidFill>
                <a:latin typeface="Nimbus Sans"/>
                <a:ea typeface="Nimbus Sans"/>
                <a:cs typeface="Nimbus Sans"/>
              </a:defRPr>
            </a:lvl6pPr>
            <a:lvl7pPr algn="l">
              <a:defRPr sz="2025" b="1">
                <a:solidFill>
                  <a:srgbClr val="153D33"/>
                </a:solidFill>
                <a:latin typeface="Nimbus Sans"/>
                <a:ea typeface="Nimbus Sans"/>
                <a:cs typeface="Nimbus Sans"/>
              </a:defRPr>
            </a:lvl7pPr>
            <a:lvl8pPr algn="l">
              <a:defRPr sz="2025" b="1">
                <a:solidFill>
                  <a:srgbClr val="153D33"/>
                </a:solidFill>
                <a:latin typeface="Nimbus Sans"/>
                <a:ea typeface="Nimbus Sans"/>
                <a:cs typeface="Nimbus Sans"/>
              </a:defRPr>
            </a:lvl8pPr>
            <a:lvl9pPr algn="l">
              <a:defRPr sz="2025" b="1">
                <a:solidFill>
                  <a:srgbClr val="153D33"/>
                </a:solidFill>
                <a:latin typeface="Nimbus Sans"/>
                <a:ea typeface="Nimbus Sans"/>
                <a:cs typeface="Nimbus Sans"/>
              </a:defRPr>
            </a:lvl9pPr>
          </a:lstStyle>
          <a:p xmlns:a="http://schemas.openxmlformats.org/drawingml/2006/main">
            <a:pPr algn="l">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Retrieve, close and confirm</a:t>
            </a:r>
          </a:p>
        </p:txBody>
      </p:sp>
      <p:cxnSp>
        <p:nvCxnSpPr>
          <p:cNvPr id="18" name="">
            <a:extLst xmlns:a="http://schemas.openxmlformats.org/drawingml/2006/main">
              <a:ext uri="{FF2B5EF4-FFF2-40B4-BE49-F238E27FC236}">
                <a16:creationId xmlns:a16="http://schemas.microsoft.com/office/drawing/2014/main" id="{EDA44995-47E2-4711-984C-7116F0D49803}"/>
              </a:ext>
            </a:extLst>
          </p:cNvPr>
          <p:cNvCxnSpPr/>
          <p:nvPr/>
        </p:nvCxnSpPr>
        <p:spPr>
          <a:xfrm xmlns:a="http://schemas.openxmlformats.org/drawingml/2006/main">
            <a:off x="6096000" y="1905000"/>
            <a:ext cx="0" cy="3381375"/>
          </a:xfrm>
          <a:prstGeom xmlns:a="http://schemas.openxmlformats.org/drawingml/2006/main" prst="straightConnector1">
            <a:avLst/>
          </a:prstGeom>
          <a:ln xmlns:a="http://schemas.openxmlformats.org/drawingml/2006/main" w="19050">
            <a:solidFill>
              <a:srgbClr val="CDD8CE"/>
            </a:solidFill>
            <a:prstDash val="solid"/>
          </a:ln>
        </p:spPr>
      </p:cxnSp>
      <p:sp>
        <p:nvSpPr>
          <p:cNvPr id="19" name="Designed for a shared station">
            <a:extLst xmlns:a="http://schemas.openxmlformats.org/drawingml/2006/main">
              <a:ext uri="{FF2B5EF4-FFF2-40B4-BE49-F238E27FC236}">
                <a16:creationId xmlns:a16="http://schemas.microsoft.com/office/drawing/2014/main" id="{EBC1B4FC-75AD-40DA-BA07-6CE1FFB3CD97}"/>
              </a:ext>
            </a:extLst>
          </p:cNvPr>
          <p:cNvSpPr>
            <a:spLocks xmlns:a="http://schemas.openxmlformats.org/drawingml/2006/main" noGrp="1"/>
          </p:cNvSpPr>
          <p:nvPr/>
        </p:nvSpPr>
        <p:spPr>
          <a:xfrm xmlns:a="http://schemas.openxmlformats.org/drawingml/2006/main">
            <a:off x="609600" y="5381625"/>
            <a:ext cx="762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24745B"/>
                </a:solidFill>
                <a:latin typeface="Nimbus Sans"/>
                <a:ea typeface="Nimbus Sans"/>
                <a:cs typeface="Nimbus Sans"/>
              </a:defRPr>
            </a:defPPr>
            <a:lvl1pPr algn="l">
              <a:defRPr sz="2175" b="1">
                <a:solidFill>
                  <a:srgbClr val="24745B"/>
                </a:solidFill>
                <a:latin typeface="Nimbus Sans"/>
                <a:ea typeface="Nimbus Sans"/>
                <a:cs typeface="Nimbus Sans"/>
              </a:defRPr>
            </a:lvl1pPr>
            <a:lvl2pPr algn="l">
              <a:defRPr sz="2175" b="1">
                <a:solidFill>
                  <a:srgbClr val="24745B"/>
                </a:solidFill>
                <a:latin typeface="Nimbus Sans"/>
                <a:ea typeface="Nimbus Sans"/>
                <a:cs typeface="Nimbus Sans"/>
              </a:defRPr>
            </a:lvl2pPr>
            <a:lvl3pPr algn="l">
              <a:defRPr sz="2175" b="1">
                <a:solidFill>
                  <a:srgbClr val="24745B"/>
                </a:solidFill>
                <a:latin typeface="Nimbus Sans"/>
                <a:ea typeface="Nimbus Sans"/>
                <a:cs typeface="Nimbus Sans"/>
              </a:defRPr>
            </a:lvl3pPr>
            <a:lvl4pPr algn="l">
              <a:defRPr sz="2175" b="1">
                <a:solidFill>
                  <a:srgbClr val="24745B"/>
                </a:solidFill>
                <a:latin typeface="Nimbus Sans"/>
                <a:ea typeface="Nimbus Sans"/>
                <a:cs typeface="Nimbus Sans"/>
              </a:defRPr>
            </a:lvl4pPr>
            <a:lvl5pPr algn="l">
              <a:defRPr sz="2175" b="1">
                <a:solidFill>
                  <a:srgbClr val="24745B"/>
                </a:solidFill>
                <a:latin typeface="Nimbus Sans"/>
                <a:ea typeface="Nimbus Sans"/>
                <a:cs typeface="Nimbus Sans"/>
              </a:defRPr>
            </a:lvl5pPr>
            <a:lvl6pPr algn="l">
              <a:defRPr sz="2175" b="1">
                <a:solidFill>
                  <a:srgbClr val="24745B"/>
                </a:solidFill>
                <a:latin typeface="Nimbus Sans"/>
                <a:ea typeface="Nimbus Sans"/>
                <a:cs typeface="Nimbus Sans"/>
              </a:defRPr>
            </a:lvl6pPr>
            <a:lvl7pPr algn="l">
              <a:defRPr sz="2175" b="1">
                <a:solidFill>
                  <a:srgbClr val="24745B"/>
                </a:solidFill>
                <a:latin typeface="Nimbus Sans"/>
                <a:ea typeface="Nimbus Sans"/>
                <a:cs typeface="Nimbus Sans"/>
              </a:defRPr>
            </a:lvl7pPr>
            <a:lvl8pPr algn="l">
              <a:defRPr sz="2175" b="1">
                <a:solidFill>
                  <a:srgbClr val="24745B"/>
                </a:solidFill>
                <a:latin typeface="Nimbus Sans"/>
                <a:ea typeface="Nimbus Sans"/>
                <a:cs typeface="Nimbus Sans"/>
              </a:defRPr>
            </a:lvl8pPr>
            <a:lvl9pPr algn="l">
              <a:defRPr sz="2175" b="1">
                <a:solidFill>
                  <a:srgbClr val="24745B"/>
                </a:solidFill>
                <a:latin typeface="Nimbus Sans"/>
                <a:ea typeface="Nimbus Sans"/>
                <a:cs typeface="Nimbus Sans"/>
              </a:defRPr>
            </a:lvl9pPr>
          </a:lstStyle>
          <a:p xmlns:a="http://schemas.openxmlformats.org/drawingml/2006/main">
            <a:pPr algn="l">
              <a:defRPr sz="2175" b="1">
                <a:solidFill>
                  <a:srgbClr val="24745B"/>
                </a:solidFill>
                <a:latin typeface="Nimbus Sans"/>
                <a:ea typeface="Nimbus Sans"/>
                <a:cs typeface="Nimbus Sans"/>
              </a:defRPr>
            </a:pPr>
            <a:r>
              <a:rPr sz="2175" b="1">
                <a:solidFill>
                  <a:srgbClr val="24745B"/>
                </a:solidFill>
                <a:latin typeface="Nimbus Sans"/>
                <a:ea typeface="Nimbus Sans"/>
                <a:cs typeface="Nimbus Sans"/>
              </a:rPr>
              <a:t>Designed for a shared station</a:t>
            </a:r>
          </a:p>
        </p:txBody>
      </p:sp>
      <p:sp>
        <p:nvSpPr>
          <p:cNvPr id="20" name="Large task choices, editable voice input, vis">
            <a:extLst xmlns:a="http://schemas.openxmlformats.org/drawingml/2006/main">
              <a:ext uri="{FF2B5EF4-FFF2-40B4-BE49-F238E27FC236}">
                <a16:creationId xmlns:a16="http://schemas.microsoft.com/office/drawing/2014/main" id="{AD3E401D-8F53-453D-A7EA-A4D0B9700AAC}"/>
              </a:ext>
            </a:extLst>
          </p:cNvPr>
          <p:cNvSpPr>
            <a:spLocks xmlns:a="http://schemas.openxmlformats.org/drawingml/2006/main" noGrp="1"/>
          </p:cNvSpPr>
          <p:nvPr/>
        </p:nvSpPr>
        <p:spPr>
          <a:xfrm xmlns:a="http://schemas.openxmlformats.org/drawingml/2006/main">
            <a:off x="609600" y="5867400"/>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153D33"/>
                </a:solidFill>
                <a:latin typeface="Nimbus Sans"/>
                <a:ea typeface="Nimbus Sans"/>
                <a:cs typeface="Nimbus Sans"/>
              </a:defRPr>
            </a:defPPr>
            <a:lvl1pPr algn="l">
              <a:defRPr sz="2025" b="0">
                <a:solidFill>
                  <a:srgbClr val="153D33"/>
                </a:solidFill>
                <a:latin typeface="Nimbus Sans"/>
                <a:ea typeface="Nimbus Sans"/>
                <a:cs typeface="Nimbus Sans"/>
              </a:defRPr>
            </a:lvl1pPr>
            <a:lvl2pPr algn="l">
              <a:defRPr sz="2025" b="0">
                <a:solidFill>
                  <a:srgbClr val="153D33"/>
                </a:solidFill>
                <a:latin typeface="Nimbus Sans"/>
                <a:ea typeface="Nimbus Sans"/>
                <a:cs typeface="Nimbus Sans"/>
              </a:defRPr>
            </a:lvl2pPr>
            <a:lvl3pPr algn="l">
              <a:defRPr sz="2025" b="0">
                <a:solidFill>
                  <a:srgbClr val="153D33"/>
                </a:solidFill>
                <a:latin typeface="Nimbus Sans"/>
                <a:ea typeface="Nimbus Sans"/>
                <a:cs typeface="Nimbus Sans"/>
              </a:defRPr>
            </a:lvl3pPr>
            <a:lvl4pPr algn="l">
              <a:defRPr sz="2025" b="0">
                <a:solidFill>
                  <a:srgbClr val="153D33"/>
                </a:solidFill>
                <a:latin typeface="Nimbus Sans"/>
                <a:ea typeface="Nimbus Sans"/>
                <a:cs typeface="Nimbus Sans"/>
              </a:defRPr>
            </a:lvl4pPr>
            <a:lvl5pPr algn="l">
              <a:defRPr sz="2025" b="0">
                <a:solidFill>
                  <a:srgbClr val="153D33"/>
                </a:solidFill>
                <a:latin typeface="Nimbus Sans"/>
                <a:ea typeface="Nimbus Sans"/>
                <a:cs typeface="Nimbus Sans"/>
              </a:defRPr>
            </a:lvl5pPr>
            <a:lvl6pPr algn="l">
              <a:defRPr sz="2025" b="0">
                <a:solidFill>
                  <a:srgbClr val="153D33"/>
                </a:solidFill>
                <a:latin typeface="Nimbus Sans"/>
                <a:ea typeface="Nimbus Sans"/>
                <a:cs typeface="Nimbus Sans"/>
              </a:defRPr>
            </a:lvl6pPr>
            <a:lvl7pPr algn="l">
              <a:defRPr sz="2025" b="0">
                <a:solidFill>
                  <a:srgbClr val="153D33"/>
                </a:solidFill>
                <a:latin typeface="Nimbus Sans"/>
                <a:ea typeface="Nimbus Sans"/>
                <a:cs typeface="Nimbus Sans"/>
              </a:defRPr>
            </a:lvl7pPr>
            <a:lvl8pPr algn="l">
              <a:defRPr sz="2025" b="0">
                <a:solidFill>
                  <a:srgbClr val="153D33"/>
                </a:solidFill>
                <a:latin typeface="Nimbus Sans"/>
                <a:ea typeface="Nimbus Sans"/>
                <a:cs typeface="Nimbus Sans"/>
              </a:defRPr>
            </a:lvl8pPr>
            <a:lvl9pPr algn="l">
              <a:defRPr sz="2025" b="0">
                <a:solidFill>
                  <a:srgbClr val="153D33"/>
                </a:solidFill>
                <a:latin typeface="Nimbus Sans"/>
                <a:ea typeface="Nimbus Sans"/>
                <a:cs typeface="Nimbus Sans"/>
              </a:defRPr>
            </a:lvl9pPr>
          </a:lstStyle>
          <a:p xmlns:a="http://schemas.openxmlformats.org/drawingml/2006/main">
            <a:pPr algn="l">
              <a:defRPr sz="2025" b="0">
                <a:solidFill>
                  <a:srgbClr val="153D33"/>
                </a:solidFill>
                <a:latin typeface="Nimbus Sans"/>
                <a:ea typeface="Nimbus Sans"/>
                <a:cs typeface="Nimbus Sans"/>
              </a:defRPr>
            </a:pPr>
            <a:r>
              <a:rPr sz="2025" b="0">
                <a:solidFill>
                  <a:srgbClr val="153D33"/>
                </a:solidFill>
                <a:latin typeface="Nimbus Sans"/>
                <a:ea typeface="Nimbus Sans"/>
                <a:cs typeface="Nimbus Sans"/>
              </a:rPr>
              <a:t>Large task choices, editable voice input, visible compartment numbers and a clear Finish step</a:t>
            </a:r>
          </a:p>
        </p:txBody>
      </p:sp>
    </p:spTree>
    <p:extLst>
      <p:ext uri="{BB962C8B-B14F-4D97-AF65-F5344CB8AC3E}">
        <p14:creationId xmlns:p14="http://schemas.microsoft.com/office/powerpoint/2010/main" val="1243300382"/>
      </p:ext>
    </p:extLst>
  </p:cSld>
</p:sld>
</file>

<file path=ppt/slides/slide3.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26" name="System architecture and data flow">
            <a:extLst xmlns:a="http://schemas.openxmlformats.org/drawingml/2006/main">
              <a:ext uri="{FF2B5EF4-FFF2-40B4-BE49-F238E27FC236}">
                <a16:creationId xmlns:a16="http://schemas.microsoft.com/office/drawing/2014/main" id="{F8367C20-3125-4DD7-9968-8E6AB91166AC}"/>
              </a:ext>
            </a:extLst>
          </p:cNvPr>
          <p:cNvSpPr>
            <a:spLocks xmlns:a="http://schemas.openxmlformats.org/drawingml/2006/main" noGrp="1"/>
          </p:cNvSpPr>
          <p:nvPr/>
        </p:nvSpPr>
        <p:spPr>
          <a:xfrm xmlns:a="http://schemas.openxmlformats.org/drawingml/2006/main">
            <a:off x="609600" y="4953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buNone/>
              <a:defRPr sz="3225" b="1">
                <a:solidFill>
                  <a:srgbClr val="153D33"/>
                </a:solidFill>
                <a:latin typeface="Nimbus Sans"/>
                <a:ea typeface="Nimbus Sans"/>
                <a:cs typeface="Nimbus Sans"/>
              </a:defRPr>
            </a:lvl1pPr>
            <a:lvl2pPr algn="l">
              <a:buNone/>
              <a:defRPr sz="3225" b="1">
                <a:solidFill>
                  <a:srgbClr val="153D33"/>
                </a:solidFill>
                <a:latin typeface="Nimbus Sans"/>
                <a:ea typeface="Nimbus Sans"/>
                <a:cs typeface="Nimbus Sans"/>
              </a:defRPr>
            </a:lvl2pPr>
            <a:lvl3pPr algn="l">
              <a:buNone/>
              <a:defRPr sz="3225" b="1">
                <a:solidFill>
                  <a:srgbClr val="153D33"/>
                </a:solidFill>
                <a:latin typeface="Nimbus Sans"/>
                <a:ea typeface="Nimbus Sans"/>
                <a:cs typeface="Nimbus Sans"/>
              </a:defRPr>
            </a:lvl3pPr>
            <a:lvl4pPr algn="l">
              <a:buNone/>
              <a:defRPr sz="3225" b="1">
                <a:solidFill>
                  <a:srgbClr val="153D33"/>
                </a:solidFill>
                <a:latin typeface="Nimbus Sans"/>
                <a:ea typeface="Nimbus Sans"/>
                <a:cs typeface="Nimbus Sans"/>
              </a:defRPr>
            </a:lvl4pPr>
            <a:lvl5pPr algn="l">
              <a:buNone/>
              <a:defRPr sz="3225" b="1">
                <a:solidFill>
                  <a:srgbClr val="153D33"/>
                </a:solidFill>
                <a:latin typeface="Nimbus Sans"/>
                <a:ea typeface="Nimbus Sans"/>
                <a:cs typeface="Nimbus Sans"/>
              </a:defRPr>
            </a:lvl5pPr>
            <a:lvl6pPr algn="l">
              <a:buNone/>
              <a:defRPr sz="3225" b="1">
                <a:solidFill>
                  <a:srgbClr val="153D33"/>
                </a:solidFill>
                <a:latin typeface="Nimbus Sans"/>
                <a:ea typeface="Nimbus Sans"/>
                <a:cs typeface="Nimbus Sans"/>
              </a:defRPr>
            </a:lvl6pPr>
            <a:lvl7pPr algn="l">
              <a:buNone/>
              <a:defRPr sz="3225" b="1">
                <a:solidFill>
                  <a:srgbClr val="153D33"/>
                </a:solidFill>
                <a:latin typeface="Nimbus Sans"/>
                <a:ea typeface="Nimbus Sans"/>
                <a:cs typeface="Nimbus Sans"/>
              </a:defRPr>
            </a:lvl7pPr>
            <a:lvl8pPr algn="l">
              <a:buNone/>
              <a:defRPr sz="3225" b="1">
                <a:solidFill>
                  <a:srgbClr val="153D33"/>
                </a:solidFill>
                <a:latin typeface="Nimbus Sans"/>
                <a:ea typeface="Nimbus Sans"/>
                <a:cs typeface="Nimbus Sans"/>
              </a:defRPr>
            </a:lvl8pPr>
            <a:lvl9pPr algn="l">
              <a:buNone/>
              <a:defRPr sz="3225" b="1">
                <a:solidFill>
                  <a:srgbClr val="153D33"/>
                </a:solidFill>
                <a:latin typeface="Nimbus Sans"/>
                <a:ea typeface="Nimbus Sans"/>
                <a:cs typeface="Nimbus Sans"/>
              </a:defRPr>
            </a:lvl9pPr>
          </a:lstStyle>
          <a:p xmlns:a="http://schemas.openxmlformats.org/drawingml/2006/main">
            <a:pPr algn="l">
              <a:buNone/>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System architecture and data flow</a:t>
            </a:r>
          </a:p>
        </p:txBody>
      </p:sp>
      <p:sp>
        <p:nvSpPr>
          <p:cNvPr id="2" name="A shared iPad connects to local control and c">
            <a:extLst xmlns:a="http://schemas.openxmlformats.org/drawingml/2006/main">
              <a:ext uri="{FF2B5EF4-FFF2-40B4-BE49-F238E27FC236}">
                <a16:creationId xmlns:a16="http://schemas.microsoft.com/office/drawing/2014/main" id="{41703F7E-6CDD-42B5-B090-07DAAEF9E13D}"/>
              </a:ext>
            </a:extLst>
          </p:cNvPr>
          <p:cNvSpPr>
            <a:spLocks xmlns:a="http://schemas.openxmlformats.org/drawingml/2006/main" noGrp="1"/>
          </p:cNvSpPr>
          <p:nvPr/>
        </p:nvSpPr>
        <p:spPr>
          <a:xfrm xmlns:a="http://schemas.openxmlformats.org/drawingml/2006/main">
            <a:off x="609600" y="1238250"/>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buNone/>
              <a:defRPr sz="1650" b="0">
                <a:solidFill>
                  <a:srgbClr val="5E7168"/>
                </a:solidFill>
                <a:latin typeface="Nimbus Sans"/>
                <a:ea typeface="Nimbus Sans"/>
                <a:cs typeface="Nimbus Sans"/>
              </a:defRPr>
            </a:lvl1pPr>
            <a:lvl2pPr algn="l">
              <a:buNone/>
              <a:defRPr sz="1650" b="0">
                <a:solidFill>
                  <a:srgbClr val="5E7168"/>
                </a:solidFill>
                <a:latin typeface="Nimbus Sans"/>
                <a:ea typeface="Nimbus Sans"/>
                <a:cs typeface="Nimbus Sans"/>
              </a:defRPr>
            </a:lvl2pPr>
            <a:lvl3pPr algn="l">
              <a:buNone/>
              <a:defRPr sz="1650" b="0">
                <a:solidFill>
                  <a:srgbClr val="5E7168"/>
                </a:solidFill>
                <a:latin typeface="Nimbus Sans"/>
                <a:ea typeface="Nimbus Sans"/>
                <a:cs typeface="Nimbus Sans"/>
              </a:defRPr>
            </a:lvl3pPr>
            <a:lvl4pPr algn="l">
              <a:buNone/>
              <a:defRPr sz="1650" b="0">
                <a:solidFill>
                  <a:srgbClr val="5E7168"/>
                </a:solidFill>
                <a:latin typeface="Nimbus Sans"/>
                <a:ea typeface="Nimbus Sans"/>
                <a:cs typeface="Nimbus Sans"/>
              </a:defRPr>
            </a:lvl4pPr>
            <a:lvl5pPr algn="l">
              <a:buNone/>
              <a:defRPr sz="1650" b="0">
                <a:solidFill>
                  <a:srgbClr val="5E7168"/>
                </a:solidFill>
                <a:latin typeface="Nimbus Sans"/>
                <a:ea typeface="Nimbus Sans"/>
                <a:cs typeface="Nimbus Sans"/>
              </a:defRPr>
            </a:lvl5pPr>
            <a:lvl6pPr algn="l">
              <a:buNone/>
              <a:defRPr sz="1650" b="0">
                <a:solidFill>
                  <a:srgbClr val="5E7168"/>
                </a:solidFill>
                <a:latin typeface="Nimbus Sans"/>
                <a:ea typeface="Nimbus Sans"/>
                <a:cs typeface="Nimbus Sans"/>
              </a:defRPr>
            </a:lvl6pPr>
            <a:lvl7pPr algn="l">
              <a:buNone/>
              <a:defRPr sz="1650" b="0">
                <a:solidFill>
                  <a:srgbClr val="5E7168"/>
                </a:solidFill>
                <a:latin typeface="Nimbus Sans"/>
                <a:ea typeface="Nimbus Sans"/>
                <a:cs typeface="Nimbus Sans"/>
              </a:defRPr>
            </a:lvl7pPr>
            <a:lvl8pPr algn="l">
              <a:buNone/>
              <a:defRPr sz="1650" b="0">
                <a:solidFill>
                  <a:srgbClr val="5E7168"/>
                </a:solidFill>
                <a:latin typeface="Nimbus Sans"/>
                <a:ea typeface="Nimbus Sans"/>
                <a:cs typeface="Nimbus Sans"/>
              </a:defRPr>
            </a:lvl8pPr>
            <a:lvl9pPr algn="l">
              <a:buNone/>
              <a:defRPr sz="1650" b="0">
                <a:solidFill>
                  <a:srgbClr val="5E7168"/>
                </a:solidFill>
                <a:latin typeface="Nimbus Sans"/>
                <a:ea typeface="Nimbus Sans"/>
                <a:cs typeface="Nimbus Sans"/>
              </a:defRPr>
            </a:lvl9pPr>
          </a:lstStyle>
          <a:p xmlns:a="http://schemas.openxmlformats.org/drawingml/2006/main">
            <a:pPr algn="l">
              <a:buNone/>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A shared iPad connects to local control and cloud AI through the Raspberry Pi</a:t>
            </a:r>
          </a:p>
        </p:txBody>
      </p:sp>
      <p:sp>
        <p:nvSpPr>
          <p:cNvPr id="3" name="04">
            <a:extLst xmlns:a="http://schemas.openxmlformats.org/drawingml/2006/main">
              <a:ext uri="{FF2B5EF4-FFF2-40B4-BE49-F238E27FC236}">
                <a16:creationId xmlns:a16="http://schemas.microsoft.com/office/drawing/2014/main" id="{F277DDE8-1B12-4D39-ACC5-F5231D412301}"/>
              </a:ext>
            </a:extLst>
          </p:cNvPr>
          <p:cNvSpPr>
            <a:spLocks xmlns:a="http://schemas.openxmlformats.org/drawingml/2006/main" noGrp="1"/>
          </p:cNvSpPr>
          <p:nvPr/>
        </p:nvSpPr>
        <p:spPr>
          <a:xfrm xmlns:a="http://schemas.openxmlformats.org/drawingml/2006/main">
            <a:off x="11191875" y="63627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buNone/>
              <a:defRPr sz="1200" b="0">
                <a:solidFill>
                  <a:srgbClr val="5E7168"/>
                </a:solidFill>
                <a:latin typeface="Nimbus Sans"/>
                <a:ea typeface="Nimbus Sans"/>
                <a:cs typeface="Nimbus Sans"/>
              </a:defRPr>
            </a:lvl1pPr>
            <a:lvl2pPr algn="r">
              <a:buNone/>
              <a:defRPr sz="1200" b="0">
                <a:solidFill>
                  <a:srgbClr val="5E7168"/>
                </a:solidFill>
                <a:latin typeface="Nimbus Sans"/>
                <a:ea typeface="Nimbus Sans"/>
                <a:cs typeface="Nimbus Sans"/>
              </a:defRPr>
            </a:lvl2pPr>
            <a:lvl3pPr algn="r">
              <a:buNone/>
              <a:defRPr sz="1200" b="0">
                <a:solidFill>
                  <a:srgbClr val="5E7168"/>
                </a:solidFill>
                <a:latin typeface="Nimbus Sans"/>
                <a:ea typeface="Nimbus Sans"/>
                <a:cs typeface="Nimbus Sans"/>
              </a:defRPr>
            </a:lvl3pPr>
            <a:lvl4pPr algn="r">
              <a:buNone/>
              <a:defRPr sz="1200" b="0">
                <a:solidFill>
                  <a:srgbClr val="5E7168"/>
                </a:solidFill>
                <a:latin typeface="Nimbus Sans"/>
                <a:ea typeface="Nimbus Sans"/>
                <a:cs typeface="Nimbus Sans"/>
              </a:defRPr>
            </a:lvl4pPr>
            <a:lvl5pPr algn="r">
              <a:buNone/>
              <a:defRPr sz="1200" b="0">
                <a:solidFill>
                  <a:srgbClr val="5E7168"/>
                </a:solidFill>
                <a:latin typeface="Nimbus Sans"/>
                <a:ea typeface="Nimbus Sans"/>
                <a:cs typeface="Nimbus Sans"/>
              </a:defRPr>
            </a:lvl5pPr>
            <a:lvl6pPr algn="r">
              <a:buNone/>
              <a:defRPr sz="1200" b="0">
                <a:solidFill>
                  <a:srgbClr val="5E7168"/>
                </a:solidFill>
                <a:latin typeface="Nimbus Sans"/>
                <a:ea typeface="Nimbus Sans"/>
                <a:cs typeface="Nimbus Sans"/>
              </a:defRPr>
            </a:lvl6pPr>
            <a:lvl7pPr algn="r">
              <a:buNone/>
              <a:defRPr sz="1200" b="0">
                <a:solidFill>
                  <a:srgbClr val="5E7168"/>
                </a:solidFill>
                <a:latin typeface="Nimbus Sans"/>
                <a:ea typeface="Nimbus Sans"/>
                <a:cs typeface="Nimbus Sans"/>
              </a:defRPr>
            </a:lvl7pPr>
            <a:lvl8pPr algn="r">
              <a:buNone/>
              <a:defRPr sz="1200" b="0">
                <a:solidFill>
                  <a:srgbClr val="5E7168"/>
                </a:solidFill>
                <a:latin typeface="Nimbus Sans"/>
                <a:ea typeface="Nimbus Sans"/>
                <a:cs typeface="Nimbus Sans"/>
              </a:defRPr>
            </a:lvl8pPr>
            <a:lvl9pPr algn="r">
              <a:buNone/>
              <a:defRPr sz="1200" b="0">
                <a:solidFill>
                  <a:srgbClr val="5E7168"/>
                </a:solidFill>
                <a:latin typeface="Nimbus Sans"/>
                <a:ea typeface="Nimbus Sans"/>
                <a:cs typeface="Nimbus Sans"/>
              </a:defRPr>
            </a:lvl9pPr>
          </a:lstStyle>
          <a:p xmlns:a="http://schemas.openxmlformats.org/drawingml/2006/main">
            <a:pPr algn="r">
              <a:buNone/>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03</a:t>
            </a:r>
          </a:p>
        </p:txBody>
      </p:sp>
      <p:pic>
        <p:nvPicPr>
          <p:cNvPr id="4" name="">
            <a:extLst xmlns:a="http://schemas.openxmlformats.org/drawingml/2006/main">
              <a:ext uri="{FF2B5EF4-FFF2-40B4-BE49-F238E27FC236}">
                <a16:creationId xmlns:a16="http://schemas.microsoft.com/office/drawing/2014/main" id="{CCD33889-9677-40A4-99AE-3479124A631C}"/>
              </a:ext>
            </a:extLst>
          </p:cNvPr>
          <p:cNvPicPr>
            <a:picLocks xmlns:a="http://schemas.openxmlformats.org/drawingml/2006/main" noChangeAspect="1"/>
          </p:cNvPicPr>
          <p:nvPr/>
        </p:nvPicPr>
        <p:blipFill>
          <a:blip xmlns:r="http://schemas.openxmlformats.org/officeDocument/2006/relationships" xmlns:a="http://schemas.openxmlformats.org/drawingml/2006/main" r:embed="Rdee7e9f89e0a4510"/>
          <a:stretch xmlns:a="http://schemas.openxmlformats.org/drawingml/2006/main"/>
        </p:blipFill>
        <p:spPr>
          <a:xfrm xmlns:a="http://schemas.openxmlformats.org/drawingml/2006/main">
            <a:off x="800100" y="1828800"/>
            <a:ext cx="1905000" cy="1905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545DD1DD-8F70-48E7-BFEA-07121489A071}"/>
              </a:ext>
            </a:extLst>
          </p:cNvPr>
          <p:cNvPicPr>
            <a:picLocks xmlns:a="http://schemas.openxmlformats.org/drawingml/2006/main" noChangeAspect="1"/>
          </p:cNvPicPr>
          <p:nvPr/>
        </p:nvPicPr>
        <p:blipFill>
          <a:blip xmlns:r="http://schemas.openxmlformats.org/officeDocument/2006/relationships" xmlns:a="http://schemas.openxmlformats.org/drawingml/2006/main" r:embed="Rd5a627face474f43"/>
          <a:stretch xmlns:a="http://schemas.openxmlformats.org/drawingml/2006/main"/>
        </p:blipFill>
        <p:spPr>
          <a:xfrm xmlns:a="http://schemas.openxmlformats.org/drawingml/2006/main">
            <a:off x="5048250" y="1828800"/>
            <a:ext cx="1905000" cy="1905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B714218B-9F24-4FEB-84ED-341A9CD543AF}"/>
              </a:ext>
            </a:extLst>
          </p:cNvPr>
          <p:cNvPicPr>
            <a:picLocks xmlns:a="http://schemas.openxmlformats.org/drawingml/2006/main" noChangeAspect="1"/>
          </p:cNvPicPr>
          <p:nvPr/>
        </p:nvPicPr>
        <p:blipFill>
          <a:blip xmlns:r="http://schemas.openxmlformats.org/officeDocument/2006/relationships" xmlns:a="http://schemas.openxmlformats.org/drawingml/2006/main" r:embed="R7801871b204a497f"/>
          <a:stretch xmlns:a="http://schemas.openxmlformats.org/drawingml/2006/main"/>
        </p:blipFill>
        <p:spPr>
          <a:xfrm xmlns:a="http://schemas.openxmlformats.org/drawingml/2006/main">
            <a:off x="9144000" y="1828800"/>
            <a:ext cx="1905000" cy="1905000"/>
          </a:xfrm>
          <a:prstGeom xmlns:a="http://schemas.openxmlformats.org/drawingml/2006/main" prst="rect">
            <a:avLst/>
          </a:prstGeom>
        </p:spPr>
      </p:pic>
      <p:cxnSp>
        <p:nvCxnSpPr>
          <p:cNvPr id="7" name="">
            <a:extLst xmlns:a="http://schemas.openxmlformats.org/drawingml/2006/main">
              <a:ext uri="{FF2B5EF4-FFF2-40B4-BE49-F238E27FC236}">
                <a16:creationId xmlns:a16="http://schemas.microsoft.com/office/drawing/2014/main" id="{5F18EF04-415C-475D-8CDD-89E2AE759CE9}"/>
              </a:ext>
            </a:extLst>
          </p:cNvPr>
          <p:cNvCxnSpPr/>
          <p:nvPr/>
        </p:nvCxnSpPr>
        <p:spPr>
          <a:xfrm xmlns:a="http://schemas.openxmlformats.org/drawingml/2006/main">
            <a:off x="2952750" y="2838450"/>
            <a:ext cx="180975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1FBA79D9-91E3-4B89-B545-7779CF7ABFD2}"/>
              </a:ext>
            </a:extLst>
          </p:cNvPr>
          <p:cNvCxnSpPr/>
          <p:nvPr/>
        </p:nvCxnSpPr>
        <p:spPr>
          <a:xfrm xmlns:a="http://schemas.openxmlformats.org/drawingml/2006/main">
            <a:off x="7200900" y="2838450"/>
            <a:ext cx="1666875"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sp>
        <p:nvSpPr>
          <p:cNvPr id="9" name="Wi-Fi">
            <a:extLst xmlns:a="http://schemas.openxmlformats.org/drawingml/2006/main">
              <a:ext uri="{FF2B5EF4-FFF2-40B4-BE49-F238E27FC236}">
                <a16:creationId xmlns:a16="http://schemas.microsoft.com/office/drawing/2014/main" id="{94DC42F2-0376-4A0C-BC4C-B34D8CF07744}"/>
              </a:ext>
            </a:extLst>
          </p:cNvPr>
          <p:cNvSpPr>
            <a:spLocks xmlns:a="http://schemas.openxmlformats.org/drawingml/2006/main" noGrp="1"/>
          </p:cNvSpPr>
          <p:nvPr/>
        </p:nvSpPr>
        <p:spPr>
          <a:xfrm xmlns:a="http://schemas.openxmlformats.org/drawingml/2006/main">
            <a:off x="2952750" y="209550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575" b="1">
                <a:solidFill>
                  <a:srgbClr val="24745B"/>
                </a:solidFill>
                <a:latin typeface="Nimbus Sans"/>
                <a:ea typeface="Nimbus Sans"/>
                <a:cs typeface="Nimbus Sans"/>
              </a:defRPr>
            </a:defPPr>
            <a:lvl1pPr algn="ctr">
              <a:buNone/>
              <a:defRPr sz="1575" b="1">
                <a:solidFill>
                  <a:srgbClr val="24745B"/>
                </a:solidFill>
                <a:latin typeface="Nimbus Sans"/>
                <a:ea typeface="Nimbus Sans"/>
                <a:cs typeface="Nimbus Sans"/>
              </a:defRPr>
            </a:lvl1pPr>
            <a:lvl2pPr algn="ctr">
              <a:buNone/>
              <a:defRPr sz="1575" b="1">
                <a:solidFill>
                  <a:srgbClr val="24745B"/>
                </a:solidFill>
                <a:latin typeface="Nimbus Sans"/>
                <a:ea typeface="Nimbus Sans"/>
                <a:cs typeface="Nimbus Sans"/>
              </a:defRPr>
            </a:lvl2pPr>
            <a:lvl3pPr algn="ctr">
              <a:buNone/>
              <a:defRPr sz="1575" b="1">
                <a:solidFill>
                  <a:srgbClr val="24745B"/>
                </a:solidFill>
                <a:latin typeface="Nimbus Sans"/>
                <a:ea typeface="Nimbus Sans"/>
                <a:cs typeface="Nimbus Sans"/>
              </a:defRPr>
            </a:lvl3pPr>
            <a:lvl4pPr algn="ctr">
              <a:buNone/>
              <a:defRPr sz="1575" b="1">
                <a:solidFill>
                  <a:srgbClr val="24745B"/>
                </a:solidFill>
                <a:latin typeface="Nimbus Sans"/>
                <a:ea typeface="Nimbus Sans"/>
                <a:cs typeface="Nimbus Sans"/>
              </a:defRPr>
            </a:lvl4pPr>
            <a:lvl5pPr algn="ctr">
              <a:buNone/>
              <a:defRPr sz="1575" b="1">
                <a:solidFill>
                  <a:srgbClr val="24745B"/>
                </a:solidFill>
                <a:latin typeface="Nimbus Sans"/>
                <a:ea typeface="Nimbus Sans"/>
                <a:cs typeface="Nimbus Sans"/>
              </a:defRPr>
            </a:lvl5pPr>
            <a:lvl6pPr algn="ctr">
              <a:buNone/>
              <a:defRPr sz="1575" b="1">
                <a:solidFill>
                  <a:srgbClr val="24745B"/>
                </a:solidFill>
                <a:latin typeface="Nimbus Sans"/>
                <a:ea typeface="Nimbus Sans"/>
                <a:cs typeface="Nimbus Sans"/>
              </a:defRPr>
            </a:lvl6pPr>
            <a:lvl7pPr algn="ctr">
              <a:buNone/>
              <a:defRPr sz="1575" b="1">
                <a:solidFill>
                  <a:srgbClr val="24745B"/>
                </a:solidFill>
                <a:latin typeface="Nimbus Sans"/>
                <a:ea typeface="Nimbus Sans"/>
                <a:cs typeface="Nimbus Sans"/>
              </a:defRPr>
            </a:lvl7pPr>
            <a:lvl8pPr algn="ctr">
              <a:buNone/>
              <a:defRPr sz="1575" b="1">
                <a:solidFill>
                  <a:srgbClr val="24745B"/>
                </a:solidFill>
                <a:latin typeface="Nimbus Sans"/>
                <a:ea typeface="Nimbus Sans"/>
                <a:cs typeface="Nimbus Sans"/>
              </a:defRPr>
            </a:lvl8pPr>
            <a:lvl9pPr algn="ctr">
              <a:buNone/>
              <a:defRPr sz="1575" b="1">
                <a:solidFill>
                  <a:srgbClr val="24745B"/>
                </a:solidFill>
                <a:latin typeface="Nimbus Sans"/>
                <a:ea typeface="Nimbus Sans"/>
                <a:cs typeface="Nimbus Sans"/>
              </a:defRPr>
            </a:lvl9pPr>
          </a:lstStyle>
          <a:p xmlns:a="http://schemas.openxmlformats.org/drawingml/2006/main">
            <a:pPr algn="ctr">
              <a:buNone/>
              <a:defRPr sz="1575" b="1">
                <a:solidFill>
                  <a:srgbClr val="24745B"/>
                </a:solidFill>
                <a:latin typeface="Nimbus Sans"/>
                <a:ea typeface="Nimbus Sans"/>
                <a:cs typeface="Nimbus Sans"/>
              </a:defRPr>
            </a:pPr>
            <a:r>
              <a:rPr sz="1575" b="1">
                <a:solidFill>
                  <a:srgbClr val="24745B"/>
                </a:solidFill>
                <a:latin typeface="Nimbus Sans"/>
                <a:ea typeface="Nimbus Sans"/>
                <a:cs typeface="Nimbus Sans"/>
              </a:rPr>
              <a:t>Wi-Fi</a:t>
            </a:r>
          </a:p>
        </p:txBody>
      </p:sp>
      <p:sp>
        <p:nvSpPr>
          <p:cNvPr id="10" name="HTTPS + JSON">
            <a:extLst xmlns:a="http://schemas.openxmlformats.org/drawingml/2006/main">
              <a:ext uri="{FF2B5EF4-FFF2-40B4-BE49-F238E27FC236}">
                <a16:creationId xmlns:a16="http://schemas.microsoft.com/office/drawing/2014/main" id="{CF333618-7D85-410A-83A9-A2EF490094CD}"/>
              </a:ext>
            </a:extLst>
          </p:cNvPr>
          <p:cNvSpPr>
            <a:spLocks xmlns:a="http://schemas.openxmlformats.org/drawingml/2006/main" noGrp="1"/>
          </p:cNvSpPr>
          <p:nvPr/>
        </p:nvSpPr>
        <p:spPr>
          <a:xfrm xmlns:a="http://schemas.openxmlformats.org/drawingml/2006/main">
            <a:off x="2952750" y="240030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500" b="0">
                <a:solidFill>
                  <a:srgbClr val="5E7168"/>
                </a:solidFill>
                <a:latin typeface="Nimbus Sans"/>
                <a:ea typeface="Nimbus Sans"/>
                <a:cs typeface="Nimbus Sans"/>
              </a:defRPr>
            </a:defPPr>
            <a:lvl1pPr algn="ctr">
              <a:buNone/>
              <a:defRPr sz="1500" b="0">
                <a:solidFill>
                  <a:srgbClr val="5E7168"/>
                </a:solidFill>
                <a:latin typeface="Nimbus Sans"/>
                <a:ea typeface="Nimbus Sans"/>
                <a:cs typeface="Nimbus Sans"/>
              </a:defRPr>
            </a:lvl1pPr>
            <a:lvl2pPr algn="ctr">
              <a:buNone/>
              <a:defRPr sz="1500" b="0">
                <a:solidFill>
                  <a:srgbClr val="5E7168"/>
                </a:solidFill>
                <a:latin typeface="Nimbus Sans"/>
                <a:ea typeface="Nimbus Sans"/>
                <a:cs typeface="Nimbus Sans"/>
              </a:defRPr>
            </a:lvl2pPr>
            <a:lvl3pPr algn="ctr">
              <a:buNone/>
              <a:defRPr sz="1500" b="0">
                <a:solidFill>
                  <a:srgbClr val="5E7168"/>
                </a:solidFill>
                <a:latin typeface="Nimbus Sans"/>
                <a:ea typeface="Nimbus Sans"/>
                <a:cs typeface="Nimbus Sans"/>
              </a:defRPr>
            </a:lvl3pPr>
            <a:lvl4pPr algn="ctr">
              <a:buNone/>
              <a:defRPr sz="1500" b="0">
                <a:solidFill>
                  <a:srgbClr val="5E7168"/>
                </a:solidFill>
                <a:latin typeface="Nimbus Sans"/>
                <a:ea typeface="Nimbus Sans"/>
                <a:cs typeface="Nimbus Sans"/>
              </a:defRPr>
            </a:lvl4pPr>
            <a:lvl5pPr algn="ctr">
              <a:buNone/>
              <a:defRPr sz="1500" b="0">
                <a:solidFill>
                  <a:srgbClr val="5E7168"/>
                </a:solidFill>
                <a:latin typeface="Nimbus Sans"/>
                <a:ea typeface="Nimbus Sans"/>
                <a:cs typeface="Nimbus Sans"/>
              </a:defRPr>
            </a:lvl5pPr>
            <a:lvl6pPr algn="ctr">
              <a:buNone/>
              <a:defRPr sz="1500" b="0">
                <a:solidFill>
                  <a:srgbClr val="5E7168"/>
                </a:solidFill>
                <a:latin typeface="Nimbus Sans"/>
                <a:ea typeface="Nimbus Sans"/>
                <a:cs typeface="Nimbus Sans"/>
              </a:defRPr>
            </a:lvl6pPr>
            <a:lvl7pPr algn="ctr">
              <a:buNone/>
              <a:defRPr sz="1500" b="0">
                <a:solidFill>
                  <a:srgbClr val="5E7168"/>
                </a:solidFill>
                <a:latin typeface="Nimbus Sans"/>
                <a:ea typeface="Nimbus Sans"/>
                <a:cs typeface="Nimbus Sans"/>
              </a:defRPr>
            </a:lvl7pPr>
            <a:lvl8pPr algn="ctr">
              <a:buNone/>
              <a:defRPr sz="1500" b="0">
                <a:solidFill>
                  <a:srgbClr val="5E7168"/>
                </a:solidFill>
                <a:latin typeface="Nimbus Sans"/>
                <a:ea typeface="Nimbus Sans"/>
                <a:cs typeface="Nimbus Sans"/>
              </a:defRPr>
            </a:lvl8pPr>
            <a:lvl9pPr algn="ctr">
              <a:buNone/>
              <a:defRPr sz="1500" b="0">
                <a:solidFill>
                  <a:srgbClr val="5E7168"/>
                </a:solidFill>
                <a:latin typeface="Nimbus Sans"/>
                <a:ea typeface="Nimbus Sans"/>
                <a:cs typeface="Nimbus Sans"/>
              </a:defRPr>
            </a:lvl9pPr>
          </a:lstStyle>
          <a:p xmlns:a="http://schemas.openxmlformats.org/drawingml/2006/main">
            <a:pPr algn="ctr">
              <a:buNone/>
              <a:defRPr sz="1500" b="0">
                <a:solidFill>
                  <a:srgbClr val="5E7168"/>
                </a:solidFill>
                <a:latin typeface="Nimbus Sans"/>
                <a:ea typeface="Nimbus Sans"/>
                <a:cs typeface="Nimbus Sans"/>
              </a:defRPr>
            </a:pPr>
            <a:r>
              <a:rPr sz="1500" b="0">
                <a:solidFill>
                  <a:srgbClr val="5E7168"/>
                </a:solidFill>
                <a:latin typeface="Nimbus Sans"/>
                <a:ea typeface="Nimbus Sans"/>
                <a:cs typeface="Nimbus Sans"/>
              </a:rPr>
              <a:t>HTTPS + JSON</a:t>
            </a:r>
          </a:p>
        </p:txBody>
      </p:sp>
      <p:sp>
        <p:nvSpPr>
          <p:cNvPr id="11" name="HTTPS">
            <a:extLst xmlns:a="http://schemas.openxmlformats.org/drawingml/2006/main">
              <a:ext uri="{FF2B5EF4-FFF2-40B4-BE49-F238E27FC236}">
                <a16:creationId xmlns:a16="http://schemas.microsoft.com/office/drawing/2014/main" id="{20ED793C-ED44-4B14-A90C-6F58E4225AC5}"/>
              </a:ext>
            </a:extLst>
          </p:cNvPr>
          <p:cNvSpPr>
            <a:spLocks xmlns:a="http://schemas.openxmlformats.org/drawingml/2006/main" noGrp="1"/>
          </p:cNvSpPr>
          <p:nvPr/>
        </p:nvSpPr>
        <p:spPr>
          <a:xfrm xmlns:a="http://schemas.openxmlformats.org/drawingml/2006/main">
            <a:off x="7200900" y="2095500"/>
            <a:ext cx="1666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575" b="1">
                <a:solidFill>
                  <a:srgbClr val="24745B"/>
                </a:solidFill>
                <a:latin typeface="Nimbus Sans"/>
                <a:ea typeface="Nimbus Sans"/>
                <a:cs typeface="Nimbus Sans"/>
              </a:defRPr>
            </a:defPPr>
            <a:lvl1pPr algn="ctr">
              <a:buNone/>
              <a:defRPr sz="1575" b="1">
                <a:solidFill>
                  <a:srgbClr val="24745B"/>
                </a:solidFill>
                <a:latin typeface="Nimbus Sans"/>
                <a:ea typeface="Nimbus Sans"/>
                <a:cs typeface="Nimbus Sans"/>
              </a:defRPr>
            </a:lvl1pPr>
            <a:lvl2pPr algn="ctr">
              <a:buNone/>
              <a:defRPr sz="1575" b="1">
                <a:solidFill>
                  <a:srgbClr val="24745B"/>
                </a:solidFill>
                <a:latin typeface="Nimbus Sans"/>
                <a:ea typeface="Nimbus Sans"/>
                <a:cs typeface="Nimbus Sans"/>
              </a:defRPr>
            </a:lvl2pPr>
            <a:lvl3pPr algn="ctr">
              <a:buNone/>
              <a:defRPr sz="1575" b="1">
                <a:solidFill>
                  <a:srgbClr val="24745B"/>
                </a:solidFill>
                <a:latin typeface="Nimbus Sans"/>
                <a:ea typeface="Nimbus Sans"/>
                <a:cs typeface="Nimbus Sans"/>
              </a:defRPr>
            </a:lvl3pPr>
            <a:lvl4pPr algn="ctr">
              <a:buNone/>
              <a:defRPr sz="1575" b="1">
                <a:solidFill>
                  <a:srgbClr val="24745B"/>
                </a:solidFill>
                <a:latin typeface="Nimbus Sans"/>
                <a:ea typeface="Nimbus Sans"/>
                <a:cs typeface="Nimbus Sans"/>
              </a:defRPr>
            </a:lvl4pPr>
            <a:lvl5pPr algn="ctr">
              <a:buNone/>
              <a:defRPr sz="1575" b="1">
                <a:solidFill>
                  <a:srgbClr val="24745B"/>
                </a:solidFill>
                <a:latin typeface="Nimbus Sans"/>
                <a:ea typeface="Nimbus Sans"/>
                <a:cs typeface="Nimbus Sans"/>
              </a:defRPr>
            </a:lvl5pPr>
            <a:lvl6pPr algn="ctr">
              <a:buNone/>
              <a:defRPr sz="1575" b="1">
                <a:solidFill>
                  <a:srgbClr val="24745B"/>
                </a:solidFill>
                <a:latin typeface="Nimbus Sans"/>
                <a:ea typeface="Nimbus Sans"/>
                <a:cs typeface="Nimbus Sans"/>
              </a:defRPr>
            </a:lvl6pPr>
            <a:lvl7pPr algn="ctr">
              <a:buNone/>
              <a:defRPr sz="1575" b="1">
                <a:solidFill>
                  <a:srgbClr val="24745B"/>
                </a:solidFill>
                <a:latin typeface="Nimbus Sans"/>
                <a:ea typeface="Nimbus Sans"/>
                <a:cs typeface="Nimbus Sans"/>
              </a:defRPr>
            </a:lvl7pPr>
            <a:lvl8pPr algn="ctr">
              <a:buNone/>
              <a:defRPr sz="1575" b="1">
                <a:solidFill>
                  <a:srgbClr val="24745B"/>
                </a:solidFill>
                <a:latin typeface="Nimbus Sans"/>
                <a:ea typeface="Nimbus Sans"/>
                <a:cs typeface="Nimbus Sans"/>
              </a:defRPr>
            </a:lvl8pPr>
            <a:lvl9pPr algn="ctr">
              <a:buNone/>
              <a:defRPr sz="1575" b="1">
                <a:solidFill>
                  <a:srgbClr val="24745B"/>
                </a:solidFill>
                <a:latin typeface="Nimbus Sans"/>
                <a:ea typeface="Nimbus Sans"/>
                <a:cs typeface="Nimbus Sans"/>
              </a:defRPr>
            </a:lvl9pPr>
          </a:lstStyle>
          <a:p xmlns:a="http://schemas.openxmlformats.org/drawingml/2006/main">
            <a:pPr algn="ctr">
              <a:buNone/>
              <a:defRPr sz="1575" b="1">
                <a:solidFill>
                  <a:srgbClr val="24745B"/>
                </a:solidFill>
                <a:latin typeface="Nimbus Sans"/>
                <a:ea typeface="Nimbus Sans"/>
                <a:cs typeface="Nimbus Sans"/>
              </a:defRPr>
            </a:pPr>
            <a:r>
              <a:rPr sz="1575" b="1">
                <a:solidFill>
                  <a:srgbClr val="24745B"/>
                </a:solidFill>
                <a:latin typeface="Nimbus Sans"/>
                <a:ea typeface="Nimbus Sans"/>
                <a:cs typeface="Nimbus Sans"/>
              </a:rPr>
              <a:t>HTTPS</a:t>
            </a:r>
          </a:p>
        </p:txBody>
      </p:sp>
      <p:sp>
        <p:nvSpPr>
          <p:cNvPr id="12" name="Model API">
            <a:extLst xmlns:a="http://schemas.openxmlformats.org/drawingml/2006/main">
              <a:ext uri="{FF2B5EF4-FFF2-40B4-BE49-F238E27FC236}">
                <a16:creationId xmlns:a16="http://schemas.microsoft.com/office/drawing/2014/main" id="{966454A6-B72A-47BB-A882-0E9E345EFC30}"/>
              </a:ext>
            </a:extLst>
          </p:cNvPr>
          <p:cNvSpPr>
            <a:spLocks xmlns:a="http://schemas.openxmlformats.org/drawingml/2006/main" noGrp="1"/>
          </p:cNvSpPr>
          <p:nvPr/>
        </p:nvSpPr>
        <p:spPr>
          <a:xfrm xmlns:a="http://schemas.openxmlformats.org/drawingml/2006/main">
            <a:off x="7200900" y="2400300"/>
            <a:ext cx="1666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500" b="0">
                <a:solidFill>
                  <a:srgbClr val="5E7168"/>
                </a:solidFill>
                <a:latin typeface="Nimbus Sans"/>
                <a:ea typeface="Nimbus Sans"/>
                <a:cs typeface="Nimbus Sans"/>
              </a:defRPr>
            </a:defPPr>
            <a:lvl1pPr algn="ctr">
              <a:buNone/>
              <a:defRPr sz="1500" b="0">
                <a:solidFill>
                  <a:srgbClr val="5E7168"/>
                </a:solidFill>
                <a:latin typeface="Nimbus Sans"/>
                <a:ea typeface="Nimbus Sans"/>
                <a:cs typeface="Nimbus Sans"/>
              </a:defRPr>
            </a:lvl1pPr>
            <a:lvl2pPr algn="ctr">
              <a:buNone/>
              <a:defRPr sz="1500" b="0">
                <a:solidFill>
                  <a:srgbClr val="5E7168"/>
                </a:solidFill>
                <a:latin typeface="Nimbus Sans"/>
                <a:ea typeface="Nimbus Sans"/>
                <a:cs typeface="Nimbus Sans"/>
              </a:defRPr>
            </a:lvl2pPr>
            <a:lvl3pPr algn="ctr">
              <a:buNone/>
              <a:defRPr sz="1500" b="0">
                <a:solidFill>
                  <a:srgbClr val="5E7168"/>
                </a:solidFill>
                <a:latin typeface="Nimbus Sans"/>
                <a:ea typeface="Nimbus Sans"/>
                <a:cs typeface="Nimbus Sans"/>
              </a:defRPr>
            </a:lvl3pPr>
            <a:lvl4pPr algn="ctr">
              <a:buNone/>
              <a:defRPr sz="1500" b="0">
                <a:solidFill>
                  <a:srgbClr val="5E7168"/>
                </a:solidFill>
                <a:latin typeface="Nimbus Sans"/>
                <a:ea typeface="Nimbus Sans"/>
                <a:cs typeface="Nimbus Sans"/>
              </a:defRPr>
            </a:lvl4pPr>
            <a:lvl5pPr algn="ctr">
              <a:buNone/>
              <a:defRPr sz="1500" b="0">
                <a:solidFill>
                  <a:srgbClr val="5E7168"/>
                </a:solidFill>
                <a:latin typeface="Nimbus Sans"/>
                <a:ea typeface="Nimbus Sans"/>
                <a:cs typeface="Nimbus Sans"/>
              </a:defRPr>
            </a:lvl5pPr>
            <a:lvl6pPr algn="ctr">
              <a:buNone/>
              <a:defRPr sz="1500" b="0">
                <a:solidFill>
                  <a:srgbClr val="5E7168"/>
                </a:solidFill>
                <a:latin typeface="Nimbus Sans"/>
                <a:ea typeface="Nimbus Sans"/>
                <a:cs typeface="Nimbus Sans"/>
              </a:defRPr>
            </a:lvl6pPr>
            <a:lvl7pPr algn="ctr">
              <a:buNone/>
              <a:defRPr sz="1500" b="0">
                <a:solidFill>
                  <a:srgbClr val="5E7168"/>
                </a:solidFill>
                <a:latin typeface="Nimbus Sans"/>
                <a:ea typeface="Nimbus Sans"/>
                <a:cs typeface="Nimbus Sans"/>
              </a:defRPr>
            </a:lvl7pPr>
            <a:lvl8pPr algn="ctr">
              <a:buNone/>
              <a:defRPr sz="1500" b="0">
                <a:solidFill>
                  <a:srgbClr val="5E7168"/>
                </a:solidFill>
                <a:latin typeface="Nimbus Sans"/>
                <a:ea typeface="Nimbus Sans"/>
                <a:cs typeface="Nimbus Sans"/>
              </a:defRPr>
            </a:lvl8pPr>
            <a:lvl9pPr algn="ctr">
              <a:buNone/>
              <a:defRPr sz="1500" b="0">
                <a:solidFill>
                  <a:srgbClr val="5E7168"/>
                </a:solidFill>
                <a:latin typeface="Nimbus Sans"/>
                <a:ea typeface="Nimbus Sans"/>
                <a:cs typeface="Nimbus Sans"/>
              </a:defRPr>
            </a:lvl9pPr>
          </a:lstStyle>
          <a:p xmlns:a="http://schemas.openxmlformats.org/drawingml/2006/main">
            <a:pPr algn="ctr">
              <a:buNone/>
              <a:defRPr sz="1500" b="0">
                <a:solidFill>
                  <a:srgbClr val="5E7168"/>
                </a:solidFill>
                <a:latin typeface="Nimbus Sans"/>
                <a:ea typeface="Nimbus Sans"/>
                <a:cs typeface="Nimbus Sans"/>
              </a:defRPr>
            </a:pPr>
            <a:r>
              <a:rPr sz="1500" b="0">
                <a:solidFill>
                  <a:srgbClr val="5E7168"/>
                </a:solidFill>
                <a:latin typeface="Nimbus Sans"/>
                <a:ea typeface="Nimbus Sans"/>
                <a:cs typeface="Nimbus Sans"/>
              </a:rPr>
              <a:t>Model API</a:t>
            </a:r>
          </a:p>
        </p:txBody>
      </p:sp>
      <p:sp>
        <p:nvSpPr>
          <p:cNvPr id="13" name="Shared iPad">
            <a:extLst xmlns:a="http://schemas.openxmlformats.org/drawingml/2006/main">
              <a:ext uri="{FF2B5EF4-FFF2-40B4-BE49-F238E27FC236}">
                <a16:creationId xmlns:a16="http://schemas.microsoft.com/office/drawing/2014/main" id="{5877DA22-565F-45CD-9FA4-B0863EA63059}"/>
              </a:ext>
            </a:extLst>
          </p:cNvPr>
          <p:cNvSpPr>
            <a:spLocks xmlns:a="http://schemas.openxmlformats.org/drawingml/2006/main" noGrp="1"/>
          </p:cNvSpPr>
          <p:nvPr/>
        </p:nvSpPr>
        <p:spPr>
          <a:xfrm xmlns:a="http://schemas.openxmlformats.org/drawingml/2006/main">
            <a:off x="381000" y="3771900"/>
            <a:ext cx="2743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1">
                <a:solidFill>
                  <a:srgbClr val="153D33"/>
                </a:solidFill>
                <a:latin typeface="Nimbus Sans"/>
                <a:ea typeface="Nimbus Sans"/>
                <a:cs typeface="Nimbus Sans"/>
              </a:defRPr>
            </a:defPPr>
            <a:lvl1pPr algn="ctr">
              <a:buNone/>
              <a:defRPr sz="2175" b="1">
                <a:solidFill>
                  <a:srgbClr val="153D33"/>
                </a:solidFill>
                <a:latin typeface="Nimbus Sans"/>
                <a:ea typeface="Nimbus Sans"/>
                <a:cs typeface="Nimbus Sans"/>
              </a:defRPr>
            </a:lvl1pPr>
            <a:lvl2pPr algn="ctr">
              <a:buNone/>
              <a:defRPr sz="2175" b="1">
                <a:solidFill>
                  <a:srgbClr val="153D33"/>
                </a:solidFill>
                <a:latin typeface="Nimbus Sans"/>
                <a:ea typeface="Nimbus Sans"/>
                <a:cs typeface="Nimbus Sans"/>
              </a:defRPr>
            </a:lvl2pPr>
            <a:lvl3pPr algn="ctr">
              <a:buNone/>
              <a:defRPr sz="2175" b="1">
                <a:solidFill>
                  <a:srgbClr val="153D33"/>
                </a:solidFill>
                <a:latin typeface="Nimbus Sans"/>
                <a:ea typeface="Nimbus Sans"/>
                <a:cs typeface="Nimbus Sans"/>
              </a:defRPr>
            </a:lvl3pPr>
            <a:lvl4pPr algn="ctr">
              <a:buNone/>
              <a:defRPr sz="2175" b="1">
                <a:solidFill>
                  <a:srgbClr val="153D33"/>
                </a:solidFill>
                <a:latin typeface="Nimbus Sans"/>
                <a:ea typeface="Nimbus Sans"/>
                <a:cs typeface="Nimbus Sans"/>
              </a:defRPr>
            </a:lvl4pPr>
            <a:lvl5pPr algn="ctr">
              <a:buNone/>
              <a:defRPr sz="2175" b="1">
                <a:solidFill>
                  <a:srgbClr val="153D33"/>
                </a:solidFill>
                <a:latin typeface="Nimbus Sans"/>
                <a:ea typeface="Nimbus Sans"/>
                <a:cs typeface="Nimbus Sans"/>
              </a:defRPr>
            </a:lvl5pPr>
            <a:lvl6pPr algn="ctr">
              <a:buNone/>
              <a:defRPr sz="2175" b="1">
                <a:solidFill>
                  <a:srgbClr val="153D33"/>
                </a:solidFill>
                <a:latin typeface="Nimbus Sans"/>
                <a:ea typeface="Nimbus Sans"/>
                <a:cs typeface="Nimbus Sans"/>
              </a:defRPr>
            </a:lvl6pPr>
            <a:lvl7pPr algn="ctr">
              <a:buNone/>
              <a:defRPr sz="2175" b="1">
                <a:solidFill>
                  <a:srgbClr val="153D33"/>
                </a:solidFill>
                <a:latin typeface="Nimbus Sans"/>
                <a:ea typeface="Nimbus Sans"/>
                <a:cs typeface="Nimbus Sans"/>
              </a:defRPr>
            </a:lvl7pPr>
            <a:lvl8pPr algn="ctr">
              <a:buNone/>
              <a:defRPr sz="2175" b="1">
                <a:solidFill>
                  <a:srgbClr val="153D33"/>
                </a:solidFill>
                <a:latin typeface="Nimbus Sans"/>
                <a:ea typeface="Nimbus Sans"/>
                <a:cs typeface="Nimbus Sans"/>
              </a:defRPr>
            </a:lvl8pPr>
            <a:lvl9pPr algn="ctr">
              <a:buNone/>
              <a:defRPr sz="2175" b="1">
                <a:solidFill>
                  <a:srgbClr val="153D33"/>
                </a:solidFill>
                <a:latin typeface="Nimbus Sans"/>
                <a:ea typeface="Nimbus Sans"/>
                <a:cs typeface="Nimbus Sans"/>
              </a:defRPr>
            </a:lvl9pPr>
          </a:lstStyle>
          <a:p xmlns:a="http://schemas.openxmlformats.org/drawingml/2006/main">
            <a:pPr algn="ctr">
              <a:buNone/>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Shared iPad</a:t>
            </a:r>
          </a:p>
        </p:txBody>
      </p:sp>
      <p:sp>
        <p:nvSpPr>
          <p:cNvPr id="14" name="SwiftUI, camera and mic">
            <a:extLst xmlns:a="http://schemas.openxmlformats.org/drawingml/2006/main">
              <a:ext uri="{FF2B5EF4-FFF2-40B4-BE49-F238E27FC236}">
                <a16:creationId xmlns:a16="http://schemas.microsoft.com/office/drawing/2014/main" id="{BF9C99A3-316E-4AC2-80B7-06509AC5C23E}"/>
              </a:ext>
            </a:extLst>
          </p:cNvPr>
          <p:cNvSpPr>
            <a:spLocks xmlns:a="http://schemas.openxmlformats.org/drawingml/2006/main" noGrp="1"/>
          </p:cNvSpPr>
          <p:nvPr/>
        </p:nvSpPr>
        <p:spPr>
          <a:xfrm xmlns:a="http://schemas.openxmlformats.org/drawingml/2006/main">
            <a:off x="285750" y="41910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00" b="0">
                <a:solidFill>
                  <a:srgbClr val="5E7168"/>
                </a:solidFill>
                <a:latin typeface="Nimbus Sans"/>
                <a:ea typeface="Nimbus Sans"/>
                <a:cs typeface="Nimbus Sans"/>
              </a:defRPr>
            </a:defPPr>
            <a:lvl1pPr algn="ctr">
              <a:buNone/>
              <a:defRPr sz="1800" b="0">
                <a:solidFill>
                  <a:srgbClr val="5E7168"/>
                </a:solidFill>
                <a:latin typeface="Nimbus Sans"/>
                <a:ea typeface="Nimbus Sans"/>
                <a:cs typeface="Nimbus Sans"/>
              </a:defRPr>
            </a:lvl1pPr>
            <a:lvl2pPr algn="ctr">
              <a:buNone/>
              <a:defRPr sz="1800" b="0">
                <a:solidFill>
                  <a:srgbClr val="5E7168"/>
                </a:solidFill>
                <a:latin typeface="Nimbus Sans"/>
                <a:ea typeface="Nimbus Sans"/>
                <a:cs typeface="Nimbus Sans"/>
              </a:defRPr>
            </a:lvl2pPr>
            <a:lvl3pPr algn="ctr">
              <a:buNone/>
              <a:defRPr sz="1800" b="0">
                <a:solidFill>
                  <a:srgbClr val="5E7168"/>
                </a:solidFill>
                <a:latin typeface="Nimbus Sans"/>
                <a:ea typeface="Nimbus Sans"/>
                <a:cs typeface="Nimbus Sans"/>
              </a:defRPr>
            </a:lvl3pPr>
            <a:lvl4pPr algn="ctr">
              <a:buNone/>
              <a:defRPr sz="1800" b="0">
                <a:solidFill>
                  <a:srgbClr val="5E7168"/>
                </a:solidFill>
                <a:latin typeface="Nimbus Sans"/>
                <a:ea typeface="Nimbus Sans"/>
                <a:cs typeface="Nimbus Sans"/>
              </a:defRPr>
            </a:lvl4pPr>
            <a:lvl5pPr algn="ctr">
              <a:buNone/>
              <a:defRPr sz="1800" b="0">
                <a:solidFill>
                  <a:srgbClr val="5E7168"/>
                </a:solidFill>
                <a:latin typeface="Nimbus Sans"/>
                <a:ea typeface="Nimbus Sans"/>
                <a:cs typeface="Nimbus Sans"/>
              </a:defRPr>
            </a:lvl5pPr>
            <a:lvl6pPr algn="ctr">
              <a:buNone/>
              <a:defRPr sz="1800" b="0">
                <a:solidFill>
                  <a:srgbClr val="5E7168"/>
                </a:solidFill>
                <a:latin typeface="Nimbus Sans"/>
                <a:ea typeface="Nimbus Sans"/>
                <a:cs typeface="Nimbus Sans"/>
              </a:defRPr>
            </a:lvl6pPr>
            <a:lvl7pPr algn="ctr">
              <a:buNone/>
              <a:defRPr sz="1800" b="0">
                <a:solidFill>
                  <a:srgbClr val="5E7168"/>
                </a:solidFill>
                <a:latin typeface="Nimbus Sans"/>
                <a:ea typeface="Nimbus Sans"/>
                <a:cs typeface="Nimbus Sans"/>
              </a:defRPr>
            </a:lvl7pPr>
            <a:lvl8pPr algn="ctr">
              <a:buNone/>
              <a:defRPr sz="1800" b="0">
                <a:solidFill>
                  <a:srgbClr val="5E7168"/>
                </a:solidFill>
                <a:latin typeface="Nimbus Sans"/>
                <a:ea typeface="Nimbus Sans"/>
                <a:cs typeface="Nimbus Sans"/>
              </a:defRPr>
            </a:lvl8pPr>
            <a:lvl9pPr algn="ctr">
              <a:buNone/>
              <a:defRPr sz="1800" b="0">
                <a:solidFill>
                  <a:srgbClr val="5E7168"/>
                </a:solidFill>
                <a:latin typeface="Nimbus Sans"/>
                <a:ea typeface="Nimbus Sans"/>
                <a:cs typeface="Nimbus Sans"/>
              </a:defRPr>
            </a:lvl9pPr>
          </a:lstStyle>
          <a:p xmlns:a="http://schemas.openxmlformats.org/drawingml/2006/main">
            <a:pPr algn="ctr">
              <a:buNone/>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SwiftUI, camera and mic</a:t>
            </a:r>
          </a:p>
        </p:txBody>
      </p:sp>
      <p:sp>
        <p:nvSpPr>
          <p:cNvPr id="15" name="Raspberry Pi 4B">
            <a:extLst xmlns:a="http://schemas.openxmlformats.org/drawingml/2006/main">
              <a:ext uri="{FF2B5EF4-FFF2-40B4-BE49-F238E27FC236}">
                <a16:creationId xmlns:a16="http://schemas.microsoft.com/office/drawing/2014/main" id="{A5DB4952-DB3F-4E0A-8D45-226359E3B11C}"/>
              </a:ext>
            </a:extLst>
          </p:cNvPr>
          <p:cNvSpPr>
            <a:spLocks xmlns:a="http://schemas.openxmlformats.org/drawingml/2006/main" noGrp="1"/>
          </p:cNvSpPr>
          <p:nvPr/>
        </p:nvSpPr>
        <p:spPr>
          <a:xfrm xmlns:a="http://schemas.openxmlformats.org/drawingml/2006/main">
            <a:off x="4591050" y="3771900"/>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1">
                <a:solidFill>
                  <a:srgbClr val="153D33"/>
                </a:solidFill>
                <a:latin typeface="Nimbus Sans"/>
                <a:ea typeface="Nimbus Sans"/>
                <a:cs typeface="Nimbus Sans"/>
              </a:defRPr>
            </a:defPPr>
            <a:lvl1pPr algn="ctr">
              <a:buNone/>
              <a:defRPr sz="2175" b="1">
                <a:solidFill>
                  <a:srgbClr val="153D33"/>
                </a:solidFill>
                <a:latin typeface="Nimbus Sans"/>
                <a:ea typeface="Nimbus Sans"/>
                <a:cs typeface="Nimbus Sans"/>
              </a:defRPr>
            </a:lvl1pPr>
            <a:lvl2pPr algn="ctr">
              <a:buNone/>
              <a:defRPr sz="2175" b="1">
                <a:solidFill>
                  <a:srgbClr val="153D33"/>
                </a:solidFill>
                <a:latin typeface="Nimbus Sans"/>
                <a:ea typeface="Nimbus Sans"/>
                <a:cs typeface="Nimbus Sans"/>
              </a:defRPr>
            </a:lvl2pPr>
            <a:lvl3pPr algn="ctr">
              <a:buNone/>
              <a:defRPr sz="2175" b="1">
                <a:solidFill>
                  <a:srgbClr val="153D33"/>
                </a:solidFill>
                <a:latin typeface="Nimbus Sans"/>
                <a:ea typeface="Nimbus Sans"/>
                <a:cs typeface="Nimbus Sans"/>
              </a:defRPr>
            </a:lvl3pPr>
            <a:lvl4pPr algn="ctr">
              <a:buNone/>
              <a:defRPr sz="2175" b="1">
                <a:solidFill>
                  <a:srgbClr val="153D33"/>
                </a:solidFill>
                <a:latin typeface="Nimbus Sans"/>
                <a:ea typeface="Nimbus Sans"/>
                <a:cs typeface="Nimbus Sans"/>
              </a:defRPr>
            </a:lvl4pPr>
            <a:lvl5pPr algn="ctr">
              <a:buNone/>
              <a:defRPr sz="2175" b="1">
                <a:solidFill>
                  <a:srgbClr val="153D33"/>
                </a:solidFill>
                <a:latin typeface="Nimbus Sans"/>
                <a:ea typeface="Nimbus Sans"/>
                <a:cs typeface="Nimbus Sans"/>
              </a:defRPr>
            </a:lvl5pPr>
            <a:lvl6pPr algn="ctr">
              <a:buNone/>
              <a:defRPr sz="2175" b="1">
                <a:solidFill>
                  <a:srgbClr val="153D33"/>
                </a:solidFill>
                <a:latin typeface="Nimbus Sans"/>
                <a:ea typeface="Nimbus Sans"/>
                <a:cs typeface="Nimbus Sans"/>
              </a:defRPr>
            </a:lvl6pPr>
            <a:lvl7pPr algn="ctr">
              <a:buNone/>
              <a:defRPr sz="2175" b="1">
                <a:solidFill>
                  <a:srgbClr val="153D33"/>
                </a:solidFill>
                <a:latin typeface="Nimbus Sans"/>
                <a:ea typeface="Nimbus Sans"/>
                <a:cs typeface="Nimbus Sans"/>
              </a:defRPr>
            </a:lvl7pPr>
            <a:lvl8pPr algn="ctr">
              <a:buNone/>
              <a:defRPr sz="2175" b="1">
                <a:solidFill>
                  <a:srgbClr val="153D33"/>
                </a:solidFill>
                <a:latin typeface="Nimbus Sans"/>
                <a:ea typeface="Nimbus Sans"/>
                <a:cs typeface="Nimbus Sans"/>
              </a:defRPr>
            </a:lvl8pPr>
            <a:lvl9pPr algn="ctr">
              <a:buNone/>
              <a:defRPr sz="2175" b="1">
                <a:solidFill>
                  <a:srgbClr val="153D33"/>
                </a:solidFill>
                <a:latin typeface="Nimbus Sans"/>
                <a:ea typeface="Nimbus Sans"/>
                <a:cs typeface="Nimbus Sans"/>
              </a:defRPr>
            </a:lvl9pPr>
          </a:lstStyle>
          <a:p xmlns:a="http://schemas.openxmlformats.org/drawingml/2006/main">
            <a:pPr algn="ctr">
              <a:buNone/>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Raspberry Pi 4B</a:t>
            </a:r>
          </a:p>
        </p:txBody>
      </p:sp>
      <p:sp>
        <p:nvSpPr>
          <p:cNvPr id="16" name="Python API + SQLite">
            <a:extLst xmlns:a="http://schemas.openxmlformats.org/drawingml/2006/main">
              <a:ext uri="{FF2B5EF4-FFF2-40B4-BE49-F238E27FC236}">
                <a16:creationId xmlns:a16="http://schemas.microsoft.com/office/drawing/2014/main" id="{BDD0EFA9-341A-4806-976C-9F7FC9023CD2}"/>
              </a:ext>
            </a:extLst>
          </p:cNvPr>
          <p:cNvSpPr>
            <a:spLocks xmlns:a="http://schemas.openxmlformats.org/drawingml/2006/main" noGrp="1"/>
          </p:cNvSpPr>
          <p:nvPr/>
        </p:nvSpPr>
        <p:spPr>
          <a:xfrm xmlns:a="http://schemas.openxmlformats.org/drawingml/2006/main">
            <a:off x="4572000" y="41910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00" b="0">
                <a:solidFill>
                  <a:srgbClr val="5E7168"/>
                </a:solidFill>
                <a:latin typeface="Nimbus Sans"/>
                <a:ea typeface="Nimbus Sans"/>
                <a:cs typeface="Nimbus Sans"/>
              </a:defRPr>
            </a:defPPr>
            <a:lvl1pPr algn="ctr">
              <a:buNone/>
              <a:defRPr sz="1800" b="0">
                <a:solidFill>
                  <a:srgbClr val="5E7168"/>
                </a:solidFill>
                <a:latin typeface="Nimbus Sans"/>
                <a:ea typeface="Nimbus Sans"/>
                <a:cs typeface="Nimbus Sans"/>
              </a:defRPr>
            </a:lvl1pPr>
            <a:lvl2pPr algn="ctr">
              <a:buNone/>
              <a:defRPr sz="1800" b="0">
                <a:solidFill>
                  <a:srgbClr val="5E7168"/>
                </a:solidFill>
                <a:latin typeface="Nimbus Sans"/>
                <a:ea typeface="Nimbus Sans"/>
                <a:cs typeface="Nimbus Sans"/>
              </a:defRPr>
            </a:lvl2pPr>
            <a:lvl3pPr algn="ctr">
              <a:buNone/>
              <a:defRPr sz="1800" b="0">
                <a:solidFill>
                  <a:srgbClr val="5E7168"/>
                </a:solidFill>
                <a:latin typeface="Nimbus Sans"/>
                <a:ea typeface="Nimbus Sans"/>
                <a:cs typeface="Nimbus Sans"/>
              </a:defRPr>
            </a:lvl3pPr>
            <a:lvl4pPr algn="ctr">
              <a:buNone/>
              <a:defRPr sz="1800" b="0">
                <a:solidFill>
                  <a:srgbClr val="5E7168"/>
                </a:solidFill>
                <a:latin typeface="Nimbus Sans"/>
                <a:ea typeface="Nimbus Sans"/>
                <a:cs typeface="Nimbus Sans"/>
              </a:defRPr>
            </a:lvl4pPr>
            <a:lvl5pPr algn="ctr">
              <a:buNone/>
              <a:defRPr sz="1800" b="0">
                <a:solidFill>
                  <a:srgbClr val="5E7168"/>
                </a:solidFill>
                <a:latin typeface="Nimbus Sans"/>
                <a:ea typeface="Nimbus Sans"/>
                <a:cs typeface="Nimbus Sans"/>
              </a:defRPr>
            </a:lvl5pPr>
            <a:lvl6pPr algn="ctr">
              <a:buNone/>
              <a:defRPr sz="1800" b="0">
                <a:solidFill>
                  <a:srgbClr val="5E7168"/>
                </a:solidFill>
                <a:latin typeface="Nimbus Sans"/>
                <a:ea typeface="Nimbus Sans"/>
                <a:cs typeface="Nimbus Sans"/>
              </a:defRPr>
            </a:lvl6pPr>
            <a:lvl7pPr algn="ctr">
              <a:buNone/>
              <a:defRPr sz="1800" b="0">
                <a:solidFill>
                  <a:srgbClr val="5E7168"/>
                </a:solidFill>
                <a:latin typeface="Nimbus Sans"/>
                <a:ea typeface="Nimbus Sans"/>
                <a:cs typeface="Nimbus Sans"/>
              </a:defRPr>
            </a:lvl7pPr>
            <a:lvl8pPr algn="ctr">
              <a:buNone/>
              <a:defRPr sz="1800" b="0">
                <a:solidFill>
                  <a:srgbClr val="5E7168"/>
                </a:solidFill>
                <a:latin typeface="Nimbus Sans"/>
                <a:ea typeface="Nimbus Sans"/>
                <a:cs typeface="Nimbus Sans"/>
              </a:defRPr>
            </a:lvl8pPr>
            <a:lvl9pPr algn="ctr">
              <a:buNone/>
              <a:defRPr sz="1800" b="0">
                <a:solidFill>
                  <a:srgbClr val="5E7168"/>
                </a:solidFill>
                <a:latin typeface="Nimbus Sans"/>
                <a:ea typeface="Nimbus Sans"/>
                <a:cs typeface="Nimbus Sans"/>
              </a:defRPr>
            </a:lvl9pPr>
          </a:lstStyle>
          <a:p xmlns:a="http://schemas.openxmlformats.org/drawingml/2006/main">
            <a:pPr algn="ctr">
              <a:buNone/>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Python API + SQLite</a:t>
            </a:r>
          </a:p>
        </p:txBody>
      </p:sp>
      <p:sp>
        <p:nvSpPr>
          <p:cNvPr id="17" name="Cloud AI">
            <a:extLst xmlns:a="http://schemas.openxmlformats.org/drawingml/2006/main">
              <a:ext uri="{FF2B5EF4-FFF2-40B4-BE49-F238E27FC236}">
                <a16:creationId xmlns:a16="http://schemas.microsoft.com/office/drawing/2014/main" id="{0186CA49-0C0E-4075-B811-EE905955ED80}"/>
              </a:ext>
            </a:extLst>
          </p:cNvPr>
          <p:cNvSpPr>
            <a:spLocks xmlns:a="http://schemas.openxmlformats.org/drawingml/2006/main" noGrp="1"/>
          </p:cNvSpPr>
          <p:nvPr/>
        </p:nvSpPr>
        <p:spPr>
          <a:xfrm xmlns:a="http://schemas.openxmlformats.org/drawingml/2006/main">
            <a:off x="8724900" y="37719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1">
                <a:solidFill>
                  <a:srgbClr val="153D33"/>
                </a:solidFill>
                <a:latin typeface="Nimbus Sans"/>
                <a:ea typeface="Nimbus Sans"/>
                <a:cs typeface="Nimbus Sans"/>
              </a:defRPr>
            </a:defPPr>
            <a:lvl1pPr algn="ctr">
              <a:buNone/>
              <a:defRPr sz="2175" b="1">
                <a:solidFill>
                  <a:srgbClr val="153D33"/>
                </a:solidFill>
                <a:latin typeface="Nimbus Sans"/>
                <a:ea typeface="Nimbus Sans"/>
                <a:cs typeface="Nimbus Sans"/>
              </a:defRPr>
            </a:lvl1pPr>
            <a:lvl2pPr algn="ctr">
              <a:buNone/>
              <a:defRPr sz="2175" b="1">
                <a:solidFill>
                  <a:srgbClr val="153D33"/>
                </a:solidFill>
                <a:latin typeface="Nimbus Sans"/>
                <a:ea typeface="Nimbus Sans"/>
                <a:cs typeface="Nimbus Sans"/>
              </a:defRPr>
            </a:lvl2pPr>
            <a:lvl3pPr algn="ctr">
              <a:buNone/>
              <a:defRPr sz="2175" b="1">
                <a:solidFill>
                  <a:srgbClr val="153D33"/>
                </a:solidFill>
                <a:latin typeface="Nimbus Sans"/>
                <a:ea typeface="Nimbus Sans"/>
                <a:cs typeface="Nimbus Sans"/>
              </a:defRPr>
            </a:lvl3pPr>
            <a:lvl4pPr algn="ctr">
              <a:buNone/>
              <a:defRPr sz="2175" b="1">
                <a:solidFill>
                  <a:srgbClr val="153D33"/>
                </a:solidFill>
                <a:latin typeface="Nimbus Sans"/>
                <a:ea typeface="Nimbus Sans"/>
                <a:cs typeface="Nimbus Sans"/>
              </a:defRPr>
            </a:lvl4pPr>
            <a:lvl5pPr algn="ctr">
              <a:buNone/>
              <a:defRPr sz="2175" b="1">
                <a:solidFill>
                  <a:srgbClr val="153D33"/>
                </a:solidFill>
                <a:latin typeface="Nimbus Sans"/>
                <a:ea typeface="Nimbus Sans"/>
                <a:cs typeface="Nimbus Sans"/>
              </a:defRPr>
            </a:lvl5pPr>
            <a:lvl6pPr algn="ctr">
              <a:buNone/>
              <a:defRPr sz="2175" b="1">
                <a:solidFill>
                  <a:srgbClr val="153D33"/>
                </a:solidFill>
                <a:latin typeface="Nimbus Sans"/>
                <a:ea typeface="Nimbus Sans"/>
                <a:cs typeface="Nimbus Sans"/>
              </a:defRPr>
            </a:lvl6pPr>
            <a:lvl7pPr algn="ctr">
              <a:buNone/>
              <a:defRPr sz="2175" b="1">
                <a:solidFill>
                  <a:srgbClr val="153D33"/>
                </a:solidFill>
                <a:latin typeface="Nimbus Sans"/>
                <a:ea typeface="Nimbus Sans"/>
                <a:cs typeface="Nimbus Sans"/>
              </a:defRPr>
            </a:lvl7pPr>
            <a:lvl8pPr algn="ctr">
              <a:buNone/>
              <a:defRPr sz="2175" b="1">
                <a:solidFill>
                  <a:srgbClr val="153D33"/>
                </a:solidFill>
                <a:latin typeface="Nimbus Sans"/>
                <a:ea typeface="Nimbus Sans"/>
                <a:cs typeface="Nimbus Sans"/>
              </a:defRPr>
            </a:lvl8pPr>
            <a:lvl9pPr algn="ctr">
              <a:buNone/>
              <a:defRPr sz="2175" b="1">
                <a:solidFill>
                  <a:srgbClr val="153D33"/>
                </a:solidFill>
                <a:latin typeface="Nimbus Sans"/>
                <a:ea typeface="Nimbus Sans"/>
                <a:cs typeface="Nimbus Sans"/>
              </a:defRPr>
            </a:lvl9pPr>
          </a:lstStyle>
          <a:p xmlns:a="http://schemas.openxmlformats.org/drawingml/2006/main">
            <a:pPr algn="ctr">
              <a:buNone/>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Cloud AI</a:t>
            </a:r>
          </a:p>
        </p:txBody>
      </p:sp>
      <p:sp>
        <p:nvSpPr>
          <p:cNvPr id="18" name="Vision, search and ASR">
            <a:extLst xmlns:a="http://schemas.openxmlformats.org/drawingml/2006/main">
              <a:ext uri="{FF2B5EF4-FFF2-40B4-BE49-F238E27FC236}">
                <a16:creationId xmlns:a16="http://schemas.microsoft.com/office/drawing/2014/main" id="{A737BE2A-5391-4C2E-A827-14BD0F71B28A}"/>
              </a:ext>
            </a:extLst>
          </p:cNvPr>
          <p:cNvSpPr>
            <a:spLocks xmlns:a="http://schemas.openxmlformats.org/drawingml/2006/main" noGrp="1"/>
          </p:cNvSpPr>
          <p:nvPr/>
        </p:nvSpPr>
        <p:spPr>
          <a:xfrm xmlns:a="http://schemas.openxmlformats.org/drawingml/2006/main">
            <a:off x="8610600" y="4191000"/>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00" b="0">
                <a:solidFill>
                  <a:srgbClr val="5E7168"/>
                </a:solidFill>
                <a:latin typeface="Nimbus Sans"/>
                <a:ea typeface="Nimbus Sans"/>
                <a:cs typeface="Nimbus Sans"/>
              </a:defRPr>
            </a:defPPr>
            <a:lvl1pPr algn="ctr">
              <a:buNone/>
              <a:defRPr sz="1800" b="0">
                <a:solidFill>
                  <a:srgbClr val="5E7168"/>
                </a:solidFill>
                <a:latin typeface="Nimbus Sans"/>
                <a:ea typeface="Nimbus Sans"/>
                <a:cs typeface="Nimbus Sans"/>
              </a:defRPr>
            </a:lvl1pPr>
            <a:lvl2pPr algn="ctr">
              <a:buNone/>
              <a:defRPr sz="1800" b="0">
                <a:solidFill>
                  <a:srgbClr val="5E7168"/>
                </a:solidFill>
                <a:latin typeface="Nimbus Sans"/>
                <a:ea typeface="Nimbus Sans"/>
                <a:cs typeface="Nimbus Sans"/>
              </a:defRPr>
            </a:lvl2pPr>
            <a:lvl3pPr algn="ctr">
              <a:buNone/>
              <a:defRPr sz="1800" b="0">
                <a:solidFill>
                  <a:srgbClr val="5E7168"/>
                </a:solidFill>
                <a:latin typeface="Nimbus Sans"/>
                <a:ea typeface="Nimbus Sans"/>
                <a:cs typeface="Nimbus Sans"/>
              </a:defRPr>
            </a:lvl3pPr>
            <a:lvl4pPr algn="ctr">
              <a:buNone/>
              <a:defRPr sz="1800" b="0">
                <a:solidFill>
                  <a:srgbClr val="5E7168"/>
                </a:solidFill>
                <a:latin typeface="Nimbus Sans"/>
                <a:ea typeface="Nimbus Sans"/>
                <a:cs typeface="Nimbus Sans"/>
              </a:defRPr>
            </a:lvl4pPr>
            <a:lvl5pPr algn="ctr">
              <a:buNone/>
              <a:defRPr sz="1800" b="0">
                <a:solidFill>
                  <a:srgbClr val="5E7168"/>
                </a:solidFill>
                <a:latin typeface="Nimbus Sans"/>
                <a:ea typeface="Nimbus Sans"/>
                <a:cs typeface="Nimbus Sans"/>
              </a:defRPr>
            </a:lvl5pPr>
            <a:lvl6pPr algn="ctr">
              <a:buNone/>
              <a:defRPr sz="1800" b="0">
                <a:solidFill>
                  <a:srgbClr val="5E7168"/>
                </a:solidFill>
                <a:latin typeface="Nimbus Sans"/>
                <a:ea typeface="Nimbus Sans"/>
                <a:cs typeface="Nimbus Sans"/>
              </a:defRPr>
            </a:lvl6pPr>
            <a:lvl7pPr algn="ctr">
              <a:buNone/>
              <a:defRPr sz="1800" b="0">
                <a:solidFill>
                  <a:srgbClr val="5E7168"/>
                </a:solidFill>
                <a:latin typeface="Nimbus Sans"/>
                <a:ea typeface="Nimbus Sans"/>
                <a:cs typeface="Nimbus Sans"/>
              </a:defRPr>
            </a:lvl7pPr>
            <a:lvl8pPr algn="ctr">
              <a:buNone/>
              <a:defRPr sz="1800" b="0">
                <a:solidFill>
                  <a:srgbClr val="5E7168"/>
                </a:solidFill>
                <a:latin typeface="Nimbus Sans"/>
                <a:ea typeface="Nimbus Sans"/>
                <a:cs typeface="Nimbus Sans"/>
              </a:defRPr>
            </a:lvl8pPr>
            <a:lvl9pPr algn="ctr">
              <a:buNone/>
              <a:defRPr sz="1800" b="0">
                <a:solidFill>
                  <a:srgbClr val="5E7168"/>
                </a:solidFill>
                <a:latin typeface="Nimbus Sans"/>
                <a:ea typeface="Nimbus Sans"/>
                <a:cs typeface="Nimbus Sans"/>
              </a:defRPr>
            </a:lvl9pPr>
          </a:lstStyle>
          <a:p xmlns:a="http://schemas.openxmlformats.org/drawingml/2006/main">
            <a:pPr algn="ctr">
              <a:buNone/>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Vision, search and ASR</a:t>
            </a:r>
          </a:p>
        </p:txBody>
      </p:sp>
      <p:cxnSp>
        <p:nvCxnSpPr>
          <p:cNvPr id="19" name="">
            <a:extLst xmlns:a="http://schemas.openxmlformats.org/drawingml/2006/main">
              <a:ext uri="{FF2B5EF4-FFF2-40B4-BE49-F238E27FC236}">
                <a16:creationId xmlns:a16="http://schemas.microsoft.com/office/drawing/2014/main" id="{F2006560-9EA6-493D-93F6-F7778CFACE75}"/>
              </a:ext>
            </a:extLst>
          </p:cNvPr>
          <p:cNvCxnSpPr/>
          <p:nvPr/>
        </p:nvCxnSpPr>
        <p:spPr>
          <a:xfrm xmlns:a="http://schemas.openxmlformats.org/drawingml/2006/main">
            <a:off x="6000750" y="4591050"/>
            <a:ext cx="0" cy="22860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pic>
        <p:nvPicPr>
          <p:cNvPr id="20" name="">
            <a:extLst xmlns:a="http://schemas.openxmlformats.org/drawingml/2006/main">
              <a:ext uri="{FF2B5EF4-FFF2-40B4-BE49-F238E27FC236}">
                <a16:creationId xmlns:a16="http://schemas.microsoft.com/office/drawing/2014/main" id="{F3EA4968-DDDB-4373-B08C-0E4CFF7CE2B4}"/>
              </a:ext>
            </a:extLst>
          </p:cNvPr>
          <p:cNvPicPr>
            <a:picLocks xmlns:a="http://schemas.openxmlformats.org/drawingml/2006/main" noChangeAspect="1"/>
          </p:cNvPicPr>
          <p:nvPr/>
        </p:nvPicPr>
        <p:blipFill>
          <a:blip xmlns:r="http://schemas.openxmlformats.org/officeDocument/2006/relationships" xmlns:a="http://schemas.openxmlformats.org/drawingml/2006/main" r:embed="R910c66226af249d4"/>
          <a:stretch xmlns:a="http://schemas.openxmlformats.org/drawingml/2006/main"/>
        </p:blipFill>
        <p:spPr>
          <a:xfrm xmlns:a="http://schemas.openxmlformats.org/drawingml/2006/main">
            <a:off x="5410200" y="4838700"/>
            <a:ext cx="1181100" cy="1181100"/>
          </a:xfrm>
          <a:prstGeom xmlns:a="http://schemas.openxmlformats.org/drawingml/2006/main" prst="rect">
            <a:avLst/>
          </a:prstGeom>
        </p:spPr>
      </p:pic>
      <p:sp>
        <p:nvSpPr>
          <p:cNvPr id="21" name="GPIO control">
            <a:extLst xmlns:a="http://schemas.openxmlformats.org/drawingml/2006/main">
              <a:ext uri="{FF2B5EF4-FFF2-40B4-BE49-F238E27FC236}">
                <a16:creationId xmlns:a16="http://schemas.microsoft.com/office/drawing/2014/main" id="{585A85CE-785C-44CD-8A0D-0C1E4CE243D4}"/>
              </a:ext>
            </a:extLst>
          </p:cNvPr>
          <p:cNvSpPr>
            <a:spLocks xmlns:a="http://schemas.openxmlformats.org/drawingml/2006/main" noGrp="1"/>
          </p:cNvSpPr>
          <p:nvPr/>
        </p:nvSpPr>
        <p:spPr>
          <a:xfrm xmlns:a="http://schemas.openxmlformats.org/drawingml/2006/main">
            <a:off x="2952750" y="49815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800" b="1">
                <a:solidFill>
                  <a:srgbClr val="24745B"/>
                </a:solidFill>
                <a:latin typeface="Nimbus Sans"/>
                <a:ea typeface="Nimbus Sans"/>
                <a:cs typeface="Nimbus Sans"/>
              </a:defRPr>
            </a:defPPr>
            <a:lvl1pPr algn="r">
              <a:buNone/>
              <a:defRPr sz="1800" b="1">
                <a:solidFill>
                  <a:srgbClr val="24745B"/>
                </a:solidFill>
                <a:latin typeface="Nimbus Sans"/>
                <a:ea typeface="Nimbus Sans"/>
                <a:cs typeface="Nimbus Sans"/>
              </a:defRPr>
            </a:lvl1pPr>
            <a:lvl2pPr algn="r">
              <a:buNone/>
              <a:defRPr sz="1800" b="1">
                <a:solidFill>
                  <a:srgbClr val="24745B"/>
                </a:solidFill>
                <a:latin typeface="Nimbus Sans"/>
                <a:ea typeface="Nimbus Sans"/>
                <a:cs typeface="Nimbus Sans"/>
              </a:defRPr>
            </a:lvl2pPr>
            <a:lvl3pPr algn="r">
              <a:buNone/>
              <a:defRPr sz="1800" b="1">
                <a:solidFill>
                  <a:srgbClr val="24745B"/>
                </a:solidFill>
                <a:latin typeface="Nimbus Sans"/>
                <a:ea typeface="Nimbus Sans"/>
                <a:cs typeface="Nimbus Sans"/>
              </a:defRPr>
            </a:lvl3pPr>
            <a:lvl4pPr algn="r">
              <a:buNone/>
              <a:defRPr sz="1800" b="1">
                <a:solidFill>
                  <a:srgbClr val="24745B"/>
                </a:solidFill>
                <a:latin typeface="Nimbus Sans"/>
                <a:ea typeface="Nimbus Sans"/>
                <a:cs typeface="Nimbus Sans"/>
              </a:defRPr>
            </a:lvl4pPr>
            <a:lvl5pPr algn="r">
              <a:buNone/>
              <a:defRPr sz="1800" b="1">
                <a:solidFill>
                  <a:srgbClr val="24745B"/>
                </a:solidFill>
                <a:latin typeface="Nimbus Sans"/>
                <a:ea typeface="Nimbus Sans"/>
                <a:cs typeface="Nimbus Sans"/>
              </a:defRPr>
            </a:lvl5pPr>
            <a:lvl6pPr algn="r">
              <a:buNone/>
              <a:defRPr sz="1800" b="1">
                <a:solidFill>
                  <a:srgbClr val="24745B"/>
                </a:solidFill>
                <a:latin typeface="Nimbus Sans"/>
                <a:ea typeface="Nimbus Sans"/>
                <a:cs typeface="Nimbus Sans"/>
              </a:defRPr>
            </a:lvl6pPr>
            <a:lvl7pPr algn="r">
              <a:buNone/>
              <a:defRPr sz="1800" b="1">
                <a:solidFill>
                  <a:srgbClr val="24745B"/>
                </a:solidFill>
                <a:latin typeface="Nimbus Sans"/>
                <a:ea typeface="Nimbus Sans"/>
                <a:cs typeface="Nimbus Sans"/>
              </a:defRPr>
            </a:lvl7pPr>
            <a:lvl8pPr algn="r">
              <a:buNone/>
              <a:defRPr sz="1800" b="1">
                <a:solidFill>
                  <a:srgbClr val="24745B"/>
                </a:solidFill>
                <a:latin typeface="Nimbus Sans"/>
                <a:ea typeface="Nimbus Sans"/>
                <a:cs typeface="Nimbus Sans"/>
              </a:defRPr>
            </a:lvl8pPr>
            <a:lvl9pPr algn="r">
              <a:buNone/>
              <a:defRPr sz="1800" b="1">
                <a:solidFill>
                  <a:srgbClr val="24745B"/>
                </a:solidFill>
                <a:latin typeface="Nimbus Sans"/>
                <a:ea typeface="Nimbus Sans"/>
                <a:cs typeface="Nimbus Sans"/>
              </a:defRPr>
            </a:lvl9pPr>
          </a:lstStyle>
          <a:p xmlns:a="http://schemas.openxmlformats.org/drawingml/2006/main">
            <a:pPr algn="r">
              <a:buNone/>
              <a:defRPr sz="1800" b="1">
                <a:solidFill>
                  <a:srgbClr val="24745B"/>
                </a:solidFill>
                <a:latin typeface="Nimbus Sans"/>
                <a:ea typeface="Nimbus Sans"/>
                <a:cs typeface="Nimbus Sans"/>
              </a:defRPr>
            </a:pPr>
            <a:r>
              <a:rPr sz="1800" b="1">
                <a:solidFill>
                  <a:srgbClr val="24745B"/>
                </a:solidFill>
                <a:latin typeface="Nimbus Sans"/>
                <a:ea typeface="Nimbus Sans"/>
                <a:cs typeface="Nimbus Sans"/>
              </a:rPr>
              <a:t>GPIO control</a:t>
            </a:r>
          </a:p>
        </p:txBody>
      </p:sp>
      <p:sp>
        <p:nvSpPr>
          <p:cNvPr id="22" name="0.5-second pulse">
            <a:extLst xmlns:a="http://schemas.openxmlformats.org/drawingml/2006/main">
              <a:ext uri="{FF2B5EF4-FFF2-40B4-BE49-F238E27FC236}">
                <a16:creationId xmlns:a16="http://schemas.microsoft.com/office/drawing/2014/main" id="{312BD15A-A498-4C5F-905E-E897294E4EF8}"/>
              </a:ext>
            </a:extLst>
          </p:cNvPr>
          <p:cNvSpPr>
            <a:spLocks xmlns:a="http://schemas.openxmlformats.org/drawingml/2006/main" noGrp="1"/>
          </p:cNvSpPr>
          <p:nvPr/>
        </p:nvSpPr>
        <p:spPr>
          <a:xfrm xmlns:a="http://schemas.openxmlformats.org/drawingml/2006/main">
            <a:off x="2952750" y="53244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725" b="0">
                <a:solidFill>
                  <a:srgbClr val="5E7168"/>
                </a:solidFill>
                <a:latin typeface="Nimbus Sans"/>
                <a:ea typeface="Nimbus Sans"/>
                <a:cs typeface="Nimbus Sans"/>
              </a:defRPr>
            </a:defPPr>
            <a:lvl1pPr algn="r">
              <a:buNone/>
              <a:defRPr sz="1725" b="0">
                <a:solidFill>
                  <a:srgbClr val="5E7168"/>
                </a:solidFill>
                <a:latin typeface="Nimbus Sans"/>
                <a:ea typeface="Nimbus Sans"/>
                <a:cs typeface="Nimbus Sans"/>
              </a:defRPr>
            </a:lvl1pPr>
            <a:lvl2pPr algn="r">
              <a:buNone/>
              <a:defRPr sz="1725" b="0">
                <a:solidFill>
                  <a:srgbClr val="5E7168"/>
                </a:solidFill>
                <a:latin typeface="Nimbus Sans"/>
                <a:ea typeface="Nimbus Sans"/>
                <a:cs typeface="Nimbus Sans"/>
              </a:defRPr>
            </a:lvl2pPr>
            <a:lvl3pPr algn="r">
              <a:buNone/>
              <a:defRPr sz="1725" b="0">
                <a:solidFill>
                  <a:srgbClr val="5E7168"/>
                </a:solidFill>
                <a:latin typeface="Nimbus Sans"/>
                <a:ea typeface="Nimbus Sans"/>
                <a:cs typeface="Nimbus Sans"/>
              </a:defRPr>
            </a:lvl3pPr>
            <a:lvl4pPr algn="r">
              <a:buNone/>
              <a:defRPr sz="1725" b="0">
                <a:solidFill>
                  <a:srgbClr val="5E7168"/>
                </a:solidFill>
                <a:latin typeface="Nimbus Sans"/>
                <a:ea typeface="Nimbus Sans"/>
                <a:cs typeface="Nimbus Sans"/>
              </a:defRPr>
            </a:lvl4pPr>
            <a:lvl5pPr algn="r">
              <a:buNone/>
              <a:defRPr sz="1725" b="0">
                <a:solidFill>
                  <a:srgbClr val="5E7168"/>
                </a:solidFill>
                <a:latin typeface="Nimbus Sans"/>
                <a:ea typeface="Nimbus Sans"/>
                <a:cs typeface="Nimbus Sans"/>
              </a:defRPr>
            </a:lvl5pPr>
            <a:lvl6pPr algn="r">
              <a:buNone/>
              <a:defRPr sz="1725" b="0">
                <a:solidFill>
                  <a:srgbClr val="5E7168"/>
                </a:solidFill>
                <a:latin typeface="Nimbus Sans"/>
                <a:ea typeface="Nimbus Sans"/>
                <a:cs typeface="Nimbus Sans"/>
              </a:defRPr>
            </a:lvl6pPr>
            <a:lvl7pPr algn="r">
              <a:buNone/>
              <a:defRPr sz="1725" b="0">
                <a:solidFill>
                  <a:srgbClr val="5E7168"/>
                </a:solidFill>
                <a:latin typeface="Nimbus Sans"/>
                <a:ea typeface="Nimbus Sans"/>
                <a:cs typeface="Nimbus Sans"/>
              </a:defRPr>
            </a:lvl7pPr>
            <a:lvl8pPr algn="r">
              <a:buNone/>
              <a:defRPr sz="1725" b="0">
                <a:solidFill>
                  <a:srgbClr val="5E7168"/>
                </a:solidFill>
                <a:latin typeface="Nimbus Sans"/>
                <a:ea typeface="Nimbus Sans"/>
                <a:cs typeface="Nimbus Sans"/>
              </a:defRPr>
            </a:lvl8pPr>
            <a:lvl9pPr algn="r">
              <a:buNone/>
              <a:defRPr sz="1725" b="0">
                <a:solidFill>
                  <a:srgbClr val="5E7168"/>
                </a:solidFill>
                <a:latin typeface="Nimbus Sans"/>
                <a:ea typeface="Nimbus Sans"/>
                <a:cs typeface="Nimbus Sans"/>
              </a:defRPr>
            </a:lvl9pPr>
          </a:lstStyle>
          <a:p xmlns:a="http://schemas.openxmlformats.org/drawingml/2006/main">
            <a:pPr algn="r">
              <a:buNone/>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0.5-second pulse</a:t>
            </a:r>
          </a:p>
        </p:txBody>
      </p:sp>
      <p:sp>
        <p:nvSpPr>
          <p:cNvPr id="23" name="Four compartments">
            <a:extLst xmlns:a="http://schemas.openxmlformats.org/drawingml/2006/main">
              <a:ext uri="{FF2B5EF4-FFF2-40B4-BE49-F238E27FC236}">
                <a16:creationId xmlns:a16="http://schemas.microsoft.com/office/drawing/2014/main" id="{13A12832-D160-47DF-9134-711E73B3BD32}"/>
              </a:ext>
            </a:extLst>
          </p:cNvPr>
          <p:cNvSpPr>
            <a:spLocks xmlns:a="http://schemas.openxmlformats.org/drawingml/2006/main" noGrp="1"/>
          </p:cNvSpPr>
          <p:nvPr/>
        </p:nvSpPr>
        <p:spPr>
          <a:xfrm xmlns:a="http://schemas.openxmlformats.org/drawingml/2006/main">
            <a:off x="6953250" y="49911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153D33"/>
                </a:solidFill>
                <a:latin typeface="Nimbus Sans"/>
                <a:ea typeface="Nimbus Sans"/>
                <a:cs typeface="Nimbus Sans"/>
              </a:defRPr>
            </a:defPPr>
            <a:lvl1pPr algn="l">
              <a:buNone/>
              <a:defRPr sz="2175" b="1">
                <a:solidFill>
                  <a:srgbClr val="153D33"/>
                </a:solidFill>
                <a:latin typeface="Nimbus Sans"/>
                <a:ea typeface="Nimbus Sans"/>
                <a:cs typeface="Nimbus Sans"/>
              </a:defRPr>
            </a:lvl1pPr>
            <a:lvl2pPr algn="l">
              <a:buNone/>
              <a:defRPr sz="2175" b="1">
                <a:solidFill>
                  <a:srgbClr val="153D33"/>
                </a:solidFill>
                <a:latin typeface="Nimbus Sans"/>
                <a:ea typeface="Nimbus Sans"/>
                <a:cs typeface="Nimbus Sans"/>
              </a:defRPr>
            </a:lvl2pPr>
            <a:lvl3pPr algn="l">
              <a:buNone/>
              <a:defRPr sz="2175" b="1">
                <a:solidFill>
                  <a:srgbClr val="153D33"/>
                </a:solidFill>
                <a:latin typeface="Nimbus Sans"/>
                <a:ea typeface="Nimbus Sans"/>
                <a:cs typeface="Nimbus Sans"/>
              </a:defRPr>
            </a:lvl3pPr>
            <a:lvl4pPr algn="l">
              <a:buNone/>
              <a:defRPr sz="2175" b="1">
                <a:solidFill>
                  <a:srgbClr val="153D33"/>
                </a:solidFill>
                <a:latin typeface="Nimbus Sans"/>
                <a:ea typeface="Nimbus Sans"/>
                <a:cs typeface="Nimbus Sans"/>
              </a:defRPr>
            </a:lvl4pPr>
            <a:lvl5pPr algn="l">
              <a:buNone/>
              <a:defRPr sz="2175" b="1">
                <a:solidFill>
                  <a:srgbClr val="153D33"/>
                </a:solidFill>
                <a:latin typeface="Nimbus Sans"/>
                <a:ea typeface="Nimbus Sans"/>
                <a:cs typeface="Nimbus Sans"/>
              </a:defRPr>
            </a:lvl5pPr>
            <a:lvl6pPr algn="l">
              <a:buNone/>
              <a:defRPr sz="2175" b="1">
                <a:solidFill>
                  <a:srgbClr val="153D33"/>
                </a:solidFill>
                <a:latin typeface="Nimbus Sans"/>
                <a:ea typeface="Nimbus Sans"/>
                <a:cs typeface="Nimbus Sans"/>
              </a:defRPr>
            </a:lvl6pPr>
            <a:lvl7pPr algn="l">
              <a:buNone/>
              <a:defRPr sz="2175" b="1">
                <a:solidFill>
                  <a:srgbClr val="153D33"/>
                </a:solidFill>
                <a:latin typeface="Nimbus Sans"/>
                <a:ea typeface="Nimbus Sans"/>
                <a:cs typeface="Nimbus Sans"/>
              </a:defRPr>
            </a:lvl7pPr>
            <a:lvl8pPr algn="l">
              <a:buNone/>
              <a:defRPr sz="2175" b="1">
                <a:solidFill>
                  <a:srgbClr val="153D33"/>
                </a:solidFill>
                <a:latin typeface="Nimbus Sans"/>
                <a:ea typeface="Nimbus Sans"/>
                <a:cs typeface="Nimbus Sans"/>
              </a:defRPr>
            </a:lvl8pPr>
            <a:lvl9pPr algn="l">
              <a:buNone/>
              <a:defRPr sz="2175" b="1">
                <a:solidFill>
                  <a:srgbClr val="153D33"/>
                </a:solidFill>
                <a:latin typeface="Nimbus Sans"/>
                <a:ea typeface="Nimbus Sans"/>
                <a:cs typeface="Nimbus Sans"/>
              </a:defRPr>
            </a:lvl9pPr>
          </a:lstStyle>
          <a:p xmlns:a="http://schemas.openxmlformats.org/drawingml/2006/main">
            <a:pPr algn="l">
              <a:buNone/>
              <a:defRPr sz="2175" b="1">
                <a:solidFill>
                  <a:srgbClr val="153D33"/>
                </a:solidFill>
                <a:latin typeface="Nimbus Sans"/>
                <a:ea typeface="Nimbus Sans"/>
                <a:cs typeface="Nimbus Sans"/>
              </a:defRPr>
            </a:pPr>
            <a:r>
              <a:rPr sz="2175" b="1">
                <a:solidFill>
                  <a:srgbClr val="153D33"/>
                </a:solidFill>
                <a:latin typeface="Nimbus Sans"/>
                <a:ea typeface="Nimbus Sans"/>
                <a:cs typeface="Nimbus Sans"/>
              </a:rPr>
              <a:t>Four compartments</a:t>
            </a:r>
          </a:p>
        </p:txBody>
      </p:sp>
      <p:sp>
        <p:nvSpPr>
          <p:cNvPr id="24" name="S8050 drivers, relays and locks">
            <a:extLst xmlns:a="http://schemas.openxmlformats.org/drawingml/2006/main">
              <a:ext uri="{FF2B5EF4-FFF2-40B4-BE49-F238E27FC236}">
                <a16:creationId xmlns:a16="http://schemas.microsoft.com/office/drawing/2014/main" id="{1338B886-DC0C-4463-BA9E-4C7112806DB2}"/>
              </a:ext>
            </a:extLst>
          </p:cNvPr>
          <p:cNvSpPr>
            <a:spLocks xmlns:a="http://schemas.openxmlformats.org/drawingml/2006/main" noGrp="1"/>
          </p:cNvSpPr>
          <p:nvPr/>
        </p:nvSpPr>
        <p:spPr>
          <a:xfrm xmlns:a="http://schemas.openxmlformats.org/drawingml/2006/main">
            <a:off x="6953250" y="53911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5E7168"/>
                </a:solidFill>
                <a:latin typeface="Nimbus Sans"/>
                <a:ea typeface="Nimbus Sans"/>
                <a:cs typeface="Nimbus Sans"/>
              </a:defRPr>
            </a:defPPr>
            <a:lvl1pPr algn="l">
              <a:buNone/>
              <a:defRPr sz="1800" b="0">
                <a:solidFill>
                  <a:srgbClr val="5E7168"/>
                </a:solidFill>
                <a:latin typeface="Nimbus Sans"/>
                <a:ea typeface="Nimbus Sans"/>
                <a:cs typeface="Nimbus Sans"/>
              </a:defRPr>
            </a:lvl1pPr>
            <a:lvl2pPr algn="l">
              <a:buNone/>
              <a:defRPr sz="1800" b="0">
                <a:solidFill>
                  <a:srgbClr val="5E7168"/>
                </a:solidFill>
                <a:latin typeface="Nimbus Sans"/>
                <a:ea typeface="Nimbus Sans"/>
                <a:cs typeface="Nimbus Sans"/>
              </a:defRPr>
            </a:lvl2pPr>
            <a:lvl3pPr algn="l">
              <a:buNone/>
              <a:defRPr sz="1800" b="0">
                <a:solidFill>
                  <a:srgbClr val="5E7168"/>
                </a:solidFill>
                <a:latin typeface="Nimbus Sans"/>
                <a:ea typeface="Nimbus Sans"/>
                <a:cs typeface="Nimbus Sans"/>
              </a:defRPr>
            </a:lvl3pPr>
            <a:lvl4pPr algn="l">
              <a:buNone/>
              <a:defRPr sz="1800" b="0">
                <a:solidFill>
                  <a:srgbClr val="5E7168"/>
                </a:solidFill>
                <a:latin typeface="Nimbus Sans"/>
                <a:ea typeface="Nimbus Sans"/>
                <a:cs typeface="Nimbus Sans"/>
              </a:defRPr>
            </a:lvl4pPr>
            <a:lvl5pPr algn="l">
              <a:buNone/>
              <a:defRPr sz="1800" b="0">
                <a:solidFill>
                  <a:srgbClr val="5E7168"/>
                </a:solidFill>
                <a:latin typeface="Nimbus Sans"/>
                <a:ea typeface="Nimbus Sans"/>
                <a:cs typeface="Nimbus Sans"/>
              </a:defRPr>
            </a:lvl5pPr>
            <a:lvl6pPr algn="l">
              <a:buNone/>
              <a:defRPr sz="1800" b="0">
                <a:solidFill>
                  <a:srgbClr val="5E7168"/>
                </a:solidFill>
                <a:latin typeface="Nimbus Sans"/>
                <a:ea typeface="Nimbus Sans"/>
                <a:cs typeface="Nimbus Sans"/>
              </a:defRPr>
            </a:lvl6pPr>
            <a:lvl7pPr algn="l">
              <a:buNone/>
              <a:defRPr sz="1800" b="0">
                <a:solidFill>
                  <a:srgbClr val="5E7168"/>
                </a:solidFill>
                <a:latin typeface="Nimbus Sans"/>
                <a:ea typeface="Nimbus Sans"/>
                <a:cs typeface="Nimbus Sans"/>
              </a:defRPr>
            </a:lvl7pPr>
            <a:lvl8pPr algn="l">
              <a:buNone/>
              <a:defRPr sz="1800" b="0">
                <a:solidFill>
                  <a:srgbClr val="5E7168"/>
                </a:solidFill>
                <a:latin typeface="Nimbus Sans"/>
                <a:ea typeface="Nimbus Sans"/>
                <a:cs typeface="Nimbus Sans"/>
              </a:defRPr>
            </a:lvl8pPr>
            <a:lvl9pPr algn="l">
              <a:buNone/>
              <a:defRPr sz="1800" b="0">
                <a:solidFill>
                  <a:srgbClr val="5E7168"/>
                </a:solidFill>
                <a:latin typeface="Nimbus Sans"/>
                <a:ea typeface="Nimbus Sans"/>
                <a:cs typeface="Nimbus Sans"/>
              </a:defRPr>
            </a:lvl9pPr>
          </a:lstStyle>
          <a:p xmlns:a="http://schemas.openxmlformats.org/drawingml/2006/main">
            <a:pPr algn="l">
              <a:buNone/>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S8050 drivers, relays and locks</a:t>
            </a:r>
          </a:p>
        </p:txBody>
      </p:sp>
      <p:sp>
        <p:nvSpPr>
          <p:cNvPr id="25" name="Local storage keeps photos, tags, inventory a">
            <a:extLst xmlns:a="http://schemas.openxmlformats.org/drawingml/2006/main">
              <a:ext uri="{FF2B5EF4-FFF2-40B4-BE49-F238E27FC236}">
                <a16:creationId xmlns:a16="http://schemas.microsoft.com/office/drawing/2014/main" id="{E3A61938-E3E8-4A3A-AE1A-DF8842575B85}"/>
              </a:ext>
            </a:extLst>
          </p:cNvPr>
          <p:cNvSpPr>
            <a:spLocks xmlns:a="http://schemas.openxmlformats.org/drawingml/2006/main" noGrp="1"/>
          </p:cNvSpPr>
          <p:nvPr/>
        </p:nvSpPr>
        <p:spPr>
          <a:xfrm xmlns:a="http://schemas.openxmlformats.org/drawingml/2006/main">
            <a:off x="609600" y="60960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24745B"/>
                </a:solidFill>
                <a:latin typeface="Nimbus Sans"/>
                <a:ea typeface="Nimbus Sans"/>
                <a:cs typeface="Nimbus Sans"/>
              </a:defRPr>
            </a:defPPr>
            <a:lvl1pPr algn="l">
              <a:buNone/>
              <a:defRPr sz="1725" b="1">
                <a:solidFill>
                  <a:srgbClr val="24745B"/>
                </a:solidFill>
                <a:latin typeface="Nimbus Sans"/>
                <a:ea typeface="Nimbus Sans"/>
                <a:cs typeface="Nimbus Sans"/>
              </a:defRPr>
            </a:lvl1pPr>
            <a:lvl2pPr algn="l">
              <a:buNone/>
              <a:defRPr sz="1725" b="1">
                <a:solidFill>
                  <a:srgbClr val="24745B"/>
                </a:solidFill>
                <a:latin typeface="Nimbus Sans"/>
                <a:ea typeface="Nimbus Sans"/>
                <a:cs typeface="Nimbus Sans"/>
              </a:defRPr>
            </a:lvl2pPr>
            <a:lvl3pPr algn="l">
              <a:buNone/>
              <a:defRPr sz="1725" b="1">
                <a:solidFill>
                  <a:srgbClr val="24745B"/>
                </a:solidFill>
                <a:latin typeface="Nimbus Sans"/>
                <a:ea typeface="Nimbus Sans"/>
                <a:cs typeface="Nimbus Sans"/>
              </a:defRPr>
            </a:lvl3pPr>
            <a:lvl4pPr algn="l">
              <a:buNone/>
              <a:defRPr sz="1725" b="1">
                <a:solidFill>
                  <a:srgbClr val="24745B"/>
                </a:solidFill>
                <a:latin typeface="Nimbus Sans"/>
                <a:ea typeface="Nimbus Sans"/>
                <a:cs typeface="Nimbus Sans"/>
              </a:defRPr>
            </a:lvl4pPr>
            <a:lvl5pPr algn="l">
              <a:buNone/>
              <a:defRPr sz="1725" b="1">
                <a:solidFill>
                  <a:srgbClr val="24745B"/>
                </a:solidFill>
                <a:latin typeface="Nimbus Sans"/>
                <a:ea typeface="Nimbus Sans"/>
                <a:cs typeface="Nimbus Sans"/>
              </a:defRPr>
            </a:lvl5pPr>
            <a:lvl6pPr algn="l">
              <a:buNone/>
              <a:defRPr sz="1725" b="1">
                <a:solidFill>
                  <a:srgbClr val="24745B"/>
                </a:solidFill>
                <a:latin typeface="Nimbus Sans"/>
                <a:ea typeface="Nimbus Sans"/>
                <a:cs typeface="Nimbus Sans"/>
              </a:defRPr>
            </a:lvl6pPr>
            <a:lvl7pPr algn="l">
              <a:buNone/>
              <a:defRPr sz="1725" b="1">
                <a:solidFill>
                  <a:srgbClr val="24745B"/>
                </a:solidFill>
                <a:latin typeface="Nimbus Sans"/>
                <a:ea typeface="Nimbus Sans"/>
                <a:cs typeface="Nimbus Sans"/>
              </a:defRPr>
            </a:lvl7pPr>
            <a:lvl8pPr algn="l">
              <a:buNone/>
              <a:defRPr sz="1725" b="1">
                <a:solidFill>
                  <a:srgbClr val="24745B"/>
                </a:solidFill>
                <a:latin typeface="Nimbus Sans"/>
                <a:ea typeface="Nimbus Sans"/>
                <a:cs typeface="Nimbus Sans"/>
              </a:defRPr>
            </a:lvl8pPr>
            <a:lvl9pPr algn="l">
              <a:buNone/>
              <a:defRPr sz="1725" b="1">
                <a:solidFill>
                  <a:srgbClr val="24745B"/>
                </a:solidFill>
                <a:latin typeface="Nimbus Sans"/>
                <a:ea typeface="Nimbus Sans"/>
                <a:cs typeface="Nimbus Sans"/>
              </a:defRPr>
            </a:lvl9pPr>
          </a:lstStyle>
          <a:p xmlns:a="http://schemas.openxmlformats.org/drawingml/2006/main">
            <a:pPr algn="l">
              <a:buNone/>
              <a:defRPr sz="1725" b="1">
                <a:solidFill>
                  <a:srgbClr val="24745B"/>
                </a:solidFill>
                <a:latin typeface="Nimbus Sans"/>
                <a:ea typeface="Nimbus Sans"/>
                <a:cs typeface="Nimbus Sans"/>
              </a:defRPr>
            </a:pPr>
            <a:r>
              <a:rPr sz="1725" b="1">
                <a:solidFill>
                  <a:srgbClr val="24745B"/>
                </a:solidFill>
                <a:latin typeface="Nimbus Sans"/>
                <a:ea typeface="Nimbus Sans"/>
                <a:cs typeface="Nimbus Sans"/>
              </a:rPr>
              <a:t>Local storage keeps photos, tags, inventory and operation records together.</a:t>
            </a:r>
          </a:p>
        </p:txBody>
      </p:sp>
    </p:spTree>
    <p:extLst>
      <p:ext uri="{BB962C8B-B14F-4D97-AF65-F5344CB8AC3E}">
        <p14:creationId xmlns:p14="http://schemas.microsoft.com/office/powerpoint/2010/main" val="1109482042"/>
      </p:ext>
    </p:extLst>
  </p:cSld>
</p:sld>
</file>

<file path=ppt/slides/slide4.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32" name="Control circuit: one channel">
            <a:extLst xmlns:a="http://schemas.openxmlformats.org/drawingml/2006/main">
              <a:ext uri="{FF2B5EF4-FFF2-40B4-BE49-F238E27FC236}">
                <a16:creationId xmlns:a16="http://schemas.microsoft.com/office/drawing/2014/main" id="{702ADD18-A892-4C7B-BD8B-128C2064D815}"/>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Control circuit: one channel</a:t>
            </a:r>
          </a:p>
        </p:txBody>
      </p:sp>
      <p:sp>
        <p:nvSpPr>
          <p:cNvPr id="2" name="The same S8050 interface repeats for all four">
            <a:extLst xmlns:a="http://schemas.openxmlformats.org/drawingml/2006/main">
              <a:ext uri="{FF2B5EF4-FFF2-40B4-BE49-F238E27FC236}">
                <a16:creationId xmlns:a16="http://schemas.microsoft.com/office/drawing/2014/main" id="{A831FCED-E96A-4E69-A3F5-916399EC2B99}"/>
              </a:ext>
            </a:extLst>
          </p:cNvPr>
          <p:cNvSpPr>
            <a:spLocks xmlns:a="http://schemas.openxmlformats.org/drawingml/2006/main" noGrp="1"/>
          </p:cNvSpPr>
          <p:nvPr/>
        </p:nvSpPr>
        <p:spPr>
          <a:xfrm xmlns:a="http://schemas.openxmlformats.org/drawingml/2006/main">
            <a:off x="609600" y="12001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The same S8050 interface repeats for all four LOW-trigger relay inputs</a:t>
            </a:r>
          </a:p>
        </p:txBody>
      </p:sp>
      <p:sp>
        <p:nvSpPr>
          <p:cNvPr id="3" name="04">
            <a:extLst xmlns:a="http://schemas.openxmlformats.org/drawingml/2006/main">
              <a:ext uri="{FF2B5EF4-FFF2-40B4-BE49-F238E27FC236}">
                <a16:creationId xmlns:a16="http://schemas.microsoft.com/office/drawing/2014/main" id="{8249939A-8CC2-49D2-87E4-E735AA683445}"/>
              </a:ext>
            </a:extLst>
          </p:cNvPr>
          <p:cNvSpPr>
            <a:spLocks xmlns:a="http://schemas.openxmlformats.org/drawingml/2006/main" noGrp="1"/>
          </p:cNvSpPr>
          <p:nvPr/>
        </p:nvSpPr>
        <p:spPr>
          <a:xfrm xmlns:a="http://schemas.openxmlformats.org/drawingml/2006/main">
            <a:off x="11239500" y="64198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04</a:t>
            </a:r>
          </a:p>
        </p:txBody>
      </p:sp>
      <p:sp>
        <p:nvSpPr>
          <p:cNvPr id="4" name="Raspberry Pi&#10;GPIO output">
            <a:extLst xmlns:a="http://schemas.openxmlformats.org/drawingml/2006/main">
              <a:ext uri="{FF2B5EF4-FFF2-40B4-BE49-F238E27FC236}">
                <a16:creationId xmlns:a16="http://schemas.microsoft.com/office/drawing/2014/main" id="{3D85D199-7628-4135-99A1-5F2551318F9E}"/>
              </a:ext>
            </a:extLst>
          </p:cNvPr>
          <p:cNvSpPr>
            <a:spLocks xmlns:a="http://schemas.openxmlformats.org/drawingml/2006/main" noGrp="1"/>
          </p:cNvSpPr>
          <p:nvPr/>
        </p:nvSpPr>
        <p:spPr>
          <a:xfrm xmlns:a="http://schemas.openxmlformats.org/drawingml/2006/main">
            <a:off x="609600" y="2809875"/>
            <a:ext cx="2095500" cy="106680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2025" b="1">
                <a:solidFill>
                  <a:srgbClr val="153D33"/>
                </a:solidFill>
                <a:latin typeface="Nimbus Sans"/>
                <a:ea typeface="Nimbus Sans"/>
                <a:cs typeface="Nimbus Sans"/>
              </a:defRPr>
            </a:defPPr>
            <a:lvl1pPr algn="ctr">
              <a:defRPr sz="2025" b="1">
                <a:solidFill>
                  <a:srgbClr val="153D33"/>
                </a:solidFill>
                <a:latin typeface="Nimbus Sans"/>
                <a:ea typeface="Nimbus Sans"/>
                <a:cs typeface="Nimbus Sans"/>
              </a:defRPr>
            </a:lvl1pPr>
            <a:lvl2pPr algn="ctr">
              <a:defRPr sz="2025" b="1">
                <a:solidFill>
                  <a:srgbClr val="153D33"/>
                </a:solidFill>
                <a:latin typeface="Nimbus Sans"/>
                <a:ea typeface="Nimbus Sans"/>
                <a:cs typeface="Nimbus Sans"/>
              </a:defRPr>
            </a:lvl2pPr>
            <a:lvl3pPr algn="ctr">
              <a:defRPr sz="2025" b="1">
                <a:solidFill>
                  <a:srgbClr val="153D33"/>
                </a:solidFill>
                <a:latin typeface="Nimbus Sans"/>
                <a:ea typeface="Nimbus Sans"/>
                <a:cs typeface="Nimbus Sans"/>
              </a:defRPr>
            </a:lvl3pPr>
            <a:lvl4pPr algn="ctr">
              <a:defRPr sz="2025" b="1">
                <a:solidFill>
                  <a:srgbClr val="153D33"/>
                </a:solidFill>
                <a:latin typeface="Nimbus Sans"/>
                <a:ea typeface="Nimbus Sans"/>
                <a:cs typeface="Nimbus Sans"/>
              </a:defRPr>
            </a:lvl4pPr>
            <a:lvl5pPr algn="ctr">
              <a:defRPr sz="2025" b="1">
                <a:solidFill>
                  <a:srgbClr val="153D33"/>
                </a:solidFill>
                <a:latin typeface="Nimbus Sans"/>
                <a:ea typeface="Nimbus Sans"/>
                <a:cs typeface="Nimbus Sans"/>
              </a:defRPr>
            </a:lvl5pPr>
            <a:lvl6pPr algn="ctr">
              <a:defRPr sz="2025" b="1">
                <a:solidFill>
                  <a:srgbClr val="153D33"/>
                </a:solidFill>
                <a:latin typeface="Nimbus Sans"/>
                <a:ea typeface="Nimbus Sans"/>
                <a:cs typeface="Nimbus Sans"/>
              </a:defRPr>
            </a:lvl6pPr>
            <a:lvl7pPr algn="ctr">
              <a:defRPr sz="2025" b="1">
                <a:solidFill>
                  <a:srgbClr val="153D33"/>
                </a:solidFill>
                <a:latin typeface="Nimbus Sans"/>
                <a:ea typeface="Nimbus Sans"/>
                <a:cs typeface="Nimbus Sans"/>
              </a:defRPr>
            </a:lvl7pPr>
            <a:lvl8pPr algn="ctr">
              <a:defRPr sz="2025" b="1">
                <a:solidFill>
                  <a:srgbClr val="153D33"/>
                </a:solidFill>
                <a:latin typeface="Nimbus Sans"/>
                <a:ea typeface="Nimbus Sans"/>
                <a:cs typeface="Nimbus Sans"/>
              </a:defRPr>
            </a:lvl8pPr>
            <a:lvl9pPr algn="ctr">
              <a:defRPr sz="2025" b="1">
                <a:solidFill>
                  <a:srgbClr val="153D33"/>
                </a:solidFill>
                <a:latin typeface="Nimbus Sans"/>
                <a:ea typeface="Nimbus Sans"/>
                <a:cs typeface="Nimbus Sans"/>
              </a:defRPr>
            </a:lvl9pPr>
          </a:lstStyle>
          <a:p xmlns:a="http://schemas.openxmlformats.org/drawingml/2006/main">
            <a:pPr algn="ctr">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Raspberry Pi</a:t>
            </a:r>
          </a:p>
          <a:p xmlns:a="http://schemas.openxmlformats.org/drawingml/2006/main">
            <a:pPr algn="ctr">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GPIO output</a:t>
            </a:r>
          </a:p>
        </p:txBody>
      </p:sp>
      <p:cxnSp>
        <p:nvCxnSpPr>
          <p:cNvPr id="5" name="">
            <a:extLst xmlns:a="http://schemas.openxmlformats.org/drawingml/2006/main">
              <a:ext uri="{FF2B5EF4-FFF2-40B4-BE49-F238E27FC236}">
                <a16:creationId xmlns:a16="http://schemas.microsoft.com/office/drawing/2014/main" id="{1C233851-CB05-4E2A-8067-2D878ECD4A4C}"/>
              </a:ext>
            </a:extLst>
          </p:cNvPr>
          <p:cNvCxnSpPr/>
          <p:nvPr/>
        </p:nvCxnSpPr>
        <p:spPr>
          <a:xfrm xmlns:a="http://schemas.openxmlformats.org/drawingml/2006/main">
            <a:off x="2705100" y="3343275"/>
            <a:ext cx="485775" cy="0"/>
          </a:xfrm>
          <a:prstGeom xmlns:a="http://schemas.openxmlformats.org/drawingml/2006/main" prst="straightConnector1">
            <a:avLst/>
          </a:prstGeom>
          <a:ln xmlns:a="http://schemas.openxmlformats.org/drawingml/2006/main" w="19050">
            <a:solidFill>
              <a:srgbClr val="24745B"/>
            </a:solidFill>
            <a:prstDash val="solid"/>
          </a:ln>
        </p:spPr>
      </p:cxnSp>
      <p:sp>
        <p:nvSpPr>
          <p:cNvPr id="6" name="1 kΩ">
            <a:extLst xmlns:a="http://schemas.openxmlformats.org/drawingml/2006/main">
              <a:ext uri="{FF2B5EF4-FFF2-40B4-BE49-F238E27FC236}">
                <a16:creationId xmlns:a16="http://schemas.microsoft.com/office/drawing/2014/main" id="{70C9BDF9-8D28-4583-80F5-85C531321704}"/>
              </a:ext>
            </a:extLst>
          </p:cNvPr>
          <p:cNvSpPr>
            <a:spLocks xmlns:a="http://schemas.openxmlformats.org/drawingml/2006/main" noGrp="1"/>
          </p:cNvSpPr>
          <p:nvPr/>
        </p:nvSpPr>
        <p:spPr>
          <a:xfrm xmlns:a="http://schemas.openxmlformats.org/drawingml/2006/main">
            <a:off x="3190875" y="3143250"/>
            <a:ext cx="952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00" b="1">
                <a:solidFill>
                  <a:srgbClr val="153D33"/>
                </a:solidFill>
                <a:latin typeface="Nimbus Sans"/>
                <a:ea typeface="Nimbus Sans"/>
                <a:cs typeface="Nimbus Sans"/>
              </a:defRPr>
            </a:defPPr>
            <a:lvl1pPr algn="ctr">
              <a:defRPr sz="1800" b="1">
                <a:solidFill>
                  <a:srgbClr val="153D33"/>
                </a:solidFill>
                <a:latin typeface="Nimbus Sans"/>
                <a:ea typeface="Nimbus Sans"/>
                <a:cs typeface="Nimbus Sans"/>
              </a:defRPr>
            </a:lvl1pPr>
            <a:lvl2pPr algn="ctr">
              <a:defRPr sz="1800" b="1">
                <a:solidFill>
                  <a:srgbClr val="153D33"/>
                </a:solidFill>
                <a:latin typeface="Nimbus Sans"/>
                <a:ea typeface="Nimbus Sans"/>
                <a:cs typeface="Nimbus Sans"/>
              </a:defRPr>
            </a:lvl2pPr>
            <a:lvl3pPr algn="ctr">
              <a:defRPr sz="1800" b="1">
                <a:solidFill>
                  <a:srgbClr val="153D33"/>
                </a:solidFill>
                <a:latin typeface="Nimbus Sans"/>
                <a:ea typeface="Nimbus Sans"/>
                <a:cs typeface="Nimbus Sans"/>
              </a:defRPr>
            </a:lvl3pPr>
            <a:lvl4pPr algn="ctr">
              <a:defRPr sz="1800" b="1">
                <a:solidFill>
                  <a:srgbClr val="153D33"/>
                </a:solidFill>
                <a:latin typeface="Nimbus Sans"/>
                <a:ea typeface="Nimbus Sans"/>
                <a:cs typeface="Nimbus Sans"/>
              </a:defRPr>
            </a:lvl4pPr>
            <a:lvl5pPr algn="ctr">
              <a:defRPr sz="1800" b="1">
                <a:solidFill>
                  <a:srgbClr val="153D33"/>
                </a:solidFill>
                <a:latin typeface="Nimbus Sans"/>
                <a:ea typeface="Nimbus Sans"/>
                <a:cs typeface="Nimbus Sans"/>
              </a:defRPr>
            </a:lvl5pPr>
            <a:lvl6pPr algn="ctr">
              <a:defRPr sz="1800" b="1">
                <a:solidFill>
                  <a:srgbClr val="153D33"/>
                </a:solidFill>
                <a:latin typeface="Nimbus Sans"/>
                <a:ea typeface="Nimbus Sans"/>
                <a:cs typeface="Nimbus Sans"/>
              </a:defRPr>
            </a:lvl6pPr>
            <a:lvl7pPr algn="ctr">
              <a:defRPr sz="1800" b="1">
                <a:solidFill>
                  <a:srgbClr val="153D33"/>
                </a:solidFill>
                <a:latin typeface="Nimbus Sans"/>
                <a:ea typeface="Nimbus Sans"/>
                <a:cs typeface="Nimbus Sans"/>
              </a:defRPr>
            </a:lvl7pPr>
            <a:lvl8pPr algn="ctr">
              <a:defRPr sz="1800" b="1">
                <a:solidFill>
                  <a:srgbClr val="153D33"/>
                </a:solidFill>
                <a:latin typeface="Nimbus Sans"/>
                <a:ea typeface="Nimbus Sans"/>
                <a:cs typeface="Nimbus Sans"/>
              </a:defRPr>
            </a:lvl8pPr>
            <a:lvl9pPr algn="ctr">
              <a:defRPr sz="1800" b="1">
                <a:solidFill>
                  <a:srgbClr val="153D33"/>
                </a:solidFill>
                <a:latin typeface="Nimbus Sans"/>
                <a:ea typeface="Nimbus Sans"/>
                <a:cs typeface="Nimbus Sans"/>
              </a:defRPr>
            </a:lvl9pPr>
          </a:lstStyle>
          <a:p xmlns:a="http://schemas.openxmlformats.org/drawingml/2006/main">
            <a:pPr algn="ctr">
              <a:defRPr sz="1800" b="1">
                <a:solidFill>
                  <a:srgbClr val="153D33"/>
                </a:solidFill>
                <a:latin typeface="Nimbus Sans"/>
                <a:ea typeface="Nimbus Sans"/>
                <a:cs typeface="Nimbus Sans"/>
              </a:defRPr>
            </a:pPr>
            <a:r>
              <a:rPr sz="1800" b="1">
                <a:solidFill>
                  <a:srgbClr val="153D33"/>
                </a:solidFill>
                <a:latin typeface="Nimbus Sans"/>
                <a:ea typeface="Nimbus Sans"/>
                <a:cs typeface="Nimbus Sans"/>
              </a:rPr>
              <a:t>1 kΩ</a:t>
            </a:r>
          </a:p>
        </p:txBody>
      </p:sp>
      <p:cxnSp>
        <p:nvCxnSpPr>
          <p:cNvPr id="7" name="">
            <a:extLst xmlns:a="http://schemas.openxmlformats.org/drawingml/2006/main">
              <a:ext uri="{FF2B5EF4-FFF2-40B4-BE49-F238E27FC236}">
                <a16:creationId xmlns:a16="http://schemas.microsoft.com/office/drawing/2014/main" id="{31AFF996-923C-417D-AA46-7CFC6587CAA1}"/>
              </a:ext>
            </a:extLst>
          </p:cNvPr>
          <p:cNvCxnSpPr/>
          <p:nvPr/>
        </p:nvCxnSpPr>
        <p:spPr>
          <a:xfrm xmlns:a="http://schemas.openxmlformats.org/drawingml/2006/main">
            <a:off x="4143375" y="3343275"/>
            <a:ext cx="1095375" cy="0"/>
          </a:xfrm>
          <a:prstGeom xmlns:a="http://schemas.openxmlformats.org/drawingml/2006/main" prst="straightConnector1">
            <a:avLst/>
          </a:prstGeom>
          <a:ln xmlns:a="http://schemas.openxmlformats.org/drawingml/2006/main" w="19050">
            <a:solidFill>
              <a:srgbClr val="24745B"/>
            </a:solidFill>
            <a:prstDash val="solid"/>
          </a:ln>
        </p:spPr>
      </p:cxnSp>
      <p:sp>
        <p:nvSpPr>
          <p:cNvPr id="8" name="S8050&#10;NPN transistor">
            <a:extLst xmlns:a="http://schemas.openxmlformats.org/drawingml/2006/main">
              <a:ext uri="{FF2B5EF4-FFF2-40B4-BE49-F238E27FC236}">
                <a16:creationId xmlns:a16="http://schemas.microsoft.com/office/drawing/2014/main" id="{9FC9F3D4-7A18-4024-A0D9-C2BAC5B0A77B}"/>
              </a:ext>
            </a:extLst>
          </p:cNvPr>
          <p:cNvSpPr>
            <a:spLocks xmlns:a="http://schemas.openxmlformats.org/drawingml/2006/main" noGrp="1"/>
          </p:cNvSpPr>
          <p:nvPr/>
        </p:nvSpPr>
        <p:spPr>
          <a:xfrm xmlns:a="http://schemas.openxmlformats.org/drawingml/2006/main">
            <a:off x="5238750" y="2619375"/>
            <a:ext cx="2238375" cy="142875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2250" b="1">
                <a:solidFill>
                  <a:srgbClr val="153D33"/>
                </a:solidFill>
                <a:latin typeface="Nimbus Sans"/>
                <a:ea typeface="Nimbus Sans"/>
                <a:cs typeface="Nimbus Sans"/>
              </a:defRPr>
            </a:defPPr>
            <a:lvl1pPr algn="ctr">
              <a:defRPr sz="2250" b="1">
                <a:solidFill>
                  <a:srgbClr val="153D33"/>
                </a:solidFill>
                <a:latin typeface="Nimbus Sans"/>
                <a:ea typeface="Nimbus Sans"/>
                <a:cs typeface="Nimbus Sans"/>
              </a:defRPr>
            </a:lvl1pPr>
            <a:lvl2pPr algn="ctr">
              <a:defRPr sz="2250" b="1">
                <a:solidFill>
                  <a:srgbClr val="153D33"/>
                </a:solidFill>
                <a:latin typeface="Nimbus Sans"/>
                <a:ea typeface="Nimbus Sans"/>
                <a:cs typeface="Nimbus Sans"/>
              </a:defRPr>
            </a:lvl2pPr>
            <a:lvl3pPr algn="ctr">
              <a:defRPr sz="2250" b="1">
                <a:solidFill>
                  <a:srgbClr val="153D33"/>
                </a:solidFill>
                <a:latin typeface="Nimbus Sans"/>
                <a:ea typeface="Nimbus Sans"/>
                <a:cs typeface="Nimbus Sans"/>
              </a:defRPr>
            </a:lvl3pPr>
            <a:lvl4pPr algn="ctr">
              <a:defRPr sz="2250" b="1">
                <a:solidFill>
                  <a:srgbClr val="153D33"/>
                </a:solidFill>
                <a:latin typeface="Nimbus Sans"/>
                <a:ea typeface="Nimbus Sans"/>
                <a:cs typeface="Nimbus Sans"/>
              </a:defRPr>
            </a:lvl4pPr>
            <a:lvl5pPr algn="ctr">
              <a:defRPr sz="2250" b="1">
                <a:solidFill>
                  <a:srgbClr val="153D33"/>
                </a:solidFill>
                <a:latin typeface="Nimbus Sans"/>
                <a:ea typeface="Nimbus Sans"/>
                <a:cs typeface="Nimbus Sans"/>
              </a:defRPr>
            </a:lvl5pPr>
            <a:lvl6pPr algn="ctr">
              <a:defRPr sz="2250" b="1">
                <a:solidFill>
                  <a:srgbClr val="153D33"/>
                </a:solidFill>
                <a:latin typeface="Nimbus Sans"/>
                <a:ea typeface="Nimbus Sans"/>
                <a:cs typeface="Nimbus Sans"/>
              </a:defRPr>
            </a:lvl6pPr>
            <a:lvl7pPr algn="ctr">
              <a:defRPr sz="2250" b="1">
                <a:solidFill>
                  <a:srgbClr val="153D33"/>
                </a:solidFill>
                <a:latin typeface="Nimbus Sans"/>
                <a:ea typeface="Nimbus Sans"/>
                <a:cs typeface="Nimbus Sans"/>
              </a:defRPr>
            </a:lvl7pPr>
            <a:lvl8pPr algn="ctr">
              <a:defRPr sz="2250" b="1">
                <a:solidFill>
                  <a:srgbClr val="153D33"/>
                </a:solidFill>
                <a:latin typeface="Nimbus Sans"/>
                <a:ea typeface="Nimbus Sans"/>
                <a:cs typeface="Nimbus Sans"/>
              </a:defRPr>
            </a:lvl8pPr>
            <a:lvl9pPr algn="ctr">
              <a:defRPr sz="2250" b="1">
                <a:solidFill>
                  <a:srgbClr val="153D33"/>
                </a:solidFill>
                <a:latin typeface="Nimbus Sans"/>
                <a:ea typeface="Nimbus Sans"/>
                <a:cs typeface="Nimbus Sans"/>
              </a:defRPr>
            </a:lvl9pPr>
          </a:lstStyle>
          <a:p xmlns:a="http://schemas.openxmlformats.org/drawingml/2006/main">
            <a:pPr algn="ctr">
              <a:defRPr sz="2250" b="1">
                <a:solidFill>
                  <a:srgbClr val="153D33"/>
                </a:solidFill>
                <a:latin typeface="Nimbus Sans"/>
                <a:ea typeface="Nimbus Sans"/>
                <a:cs typeface="Nimbus Sans"/>
              </a:defRPr>
            </a:pPr>
            <a:r>
              <a:rPr sz="2250" b="1">
                <a:solidFill>
                  <a:srgbClr val="153D33"/>
                </a:solidFill>
                <a:latin typeface="Nimbus Sans"/>
                <a:ea typeface="Nimbus Sans"/>
                <a:cs typeface="Nimbus Sans"/>
              </a:rPr>
              <a:t>S8050</a:t>
            </a:r>
          </a:p>
          <a:p xmlns:a="http://schemas.openxmlformats.org/drawingml/2006/main">
            <a:pPr algn="ctr">
              <a:defRPr sz="2250" b="1">
                <a:solidFill>
                  <a:srgbClr val="153D33"/>
                </a:solidFill>
                <a:latin typeface="Nimbus Sans"/>
                <a:ea typeface="Nimbus Sans"/>
                <a:cs typeface="Nimbus Sans"/>
              </a:defRPr>
            </a:pPr>
            <a:r>
              <a:rPr sz="2250" b="1">
                <a:solidFill>
                  <a:srgbClr val="153D33"/>
                </a:solidFill>
                <a:latin typeface="Nimbus Sans"/>
                <a:ea typeface="Nimbus Sans"/>
                <a:cs typeface="Nimbus Sans"/>
              </a:rPr>
              <a:t>NPN transistor</a:t>
            </a:r>
          </a:p>
        </p:txBody>
      </p:sp>
      <p:sp>
        <p:nvSpPr>
          <p:cNvPr id="9" name="B">
            <a:extLst xmlns:a="http://schemas.openxmlformats.org/drawingml/2006/main">
              <a:ext uri="{FF2B5EF4-FFF2-40B4-BE49-F238E27FC236}">
                <a16:creationId xmlns:a16="http://schemas.microsoft.com/office/drawing/2014/main" id="{8C1D48DD-C64D-4EB2-B8FB-F2A1399117C9}"/>
              </a:ext>
            </a:extLst>
          </p:cNvPr>
          <p:cNvSpPr>
            <a:spLocks xmlns:a="http://schemas.openxmlformats.org/drawingml/2006/main" noGrp="1"/>
          </p:cNvSpPr>
          <p:nvPr/>
        </p:nvSpPr>
        <p:spPr>
          <a:xfrm xmlns:a="http://schemas.openxmlformats.org/drawingml/2006/main">
            <a:off x="4953000" y="3009900"/>
            <a:ext cx="28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24745B"/>
                </a:solidFill>
                <a:latin typeface="Nimbus Sans"/>
                <a:ea typeface="Nimbus Sans"/>
                <a:cs typeface="Nimbus Sans"/>
              </a:defRPr>
            </a:defPPr>
            <a:lvl1pPr algn="l">
              <a:defRPr sz="1800" b="1">
                <a:solidFill>
                  <a:srgbClr val="24745B"/>
                </a:solidFill>
                <a:latin typeface="Nimbus Sans"/>
                <a:ea typeface="Nimbus Sans"/>
                <a:cs typeface="Nimbus Sans"/>
              </a:defRPr>
            </a:lvl1pPr>
            <a:lvl2pPr algn="l">
              <a:defRPr sz="1800" b="1">
                <a:solidFill>
                  <a:srgbClr val="24745B"/>
                </a:solidFill>
                <a:latin typeface="Nimbus Sans"/>
                <a:ea typeface="Nimbus Sans"/>
                <a:cs typeface="Nimbus Sans"/>
              </a:defRPr>
            </a:lvl2pPr>
            <a:lvl3pPr algn="l">
              <a:defRPr sz="1800" b="1">
                <a:solidFill>
                  <a:srgbClr val="24745B"/>
                </a:solidFill>
                <a:latin typeface="Nimbus Sans"/>
                <a:ea typeface="Nimbus Sans"/>
                <a:cs typeface="Nimbus Sans"/>
              </a:defRPr>
            </a:lvl3pPr>
            <a:lvl4pPr algn="l">
              <a:defRPr sz="1800" b="1">
                <a:solidFill>
                  <a:srgbClr val="24745B"/>
                </a:solidFill>
                <a:latin typeface="Nimbus Sans"/>
                <a:ea typeface="Nimbus Sans"/>
                <a:cs typeface="Nimbus Sans"/>
              </a:defRPr>
            </a:lvl4pPr>
            <a:lvl5pPr algn="l">
              <a:defRPr sz="1800" b="1">
                <a:solidFill>
                  <a:srgbClr val="24745B"/>
                </a:solidFill>
                <a:latin typeface="Nimbus Sans"/>
                <a:ea typeface="Nimbus Sans"/>
                <a:cs typeface="Nimbus Sans"/>
              </a:defRPr>
            </a:lvl5pPr>
            <a:lvl6pPr algn="l">
              <a:defRPr sz="1800" b="1">
                <a:solidFill>
                  <a:srgbClr val="24745B"/>
                </a:solidFill>
                <a:latin typeface="Nimbus Sans"/>
                <a:ea typeface="Nimbus Sans"/>
                <a:cs typeface="Nimbus Sans"/>
              </a:defRPr>
            </a:lvl6pPr>
            <a:lvl7pPr algn="l">
              <a:defRPr sz="1800" b="1">
                <a:solidFill>
                  <a:srgbClr val="24745B"/>
                </a:solidFill>
                <a:latin typeface="Nimbus Sans"/>
                <a:ea typeface="Nimbus Sans"/>
                <a:cs typeface="Nimbus Sans"/>
              </a:defRPr>
            </a:lvl7pPr>
            <a:lvl8pPr algn="l">
              <a:defRPr sz="1800" b="1">
                <a:solidFill>
                  <a:srgbClr val="24745B"/>
                </a:solidFill>
                <a:latin typeface="Nimbus Sans"/>
                <a:ea typeface="Nimbus Sans"/>
                <a:cs typeface="Nimbus Sans"/>
              </a:defRPr>
            </a:lvl8pPr>
            <a:lvl9pPr algn="l">
              <a:defRPr sz="1800" b="1">
                <a:solidFill>
                  <a:srgbClr val="24745B"/>
                </a:solidFill>
                <a:latin typeface="Nimbus Sans"/>
                <a:ea typeface="Nimbus Sans"/>
                <a:cs typeface="Nimbus Sans"/>
              </a:defRPr>
            </a:lvl9pPr>
          </a:lstStyle>
          <a:p xmlns:a="http://schemas.openxmlformats.org/drawingml/2006/main">
            <a:pPr algn="l">
              <a:defRPr sz="1800" b="1">
                <a:solidFill>
                  <a:srgbClr val="24745B"/>
                </a:solidFill>
                <a:latin typeface="Nimbus Sans"/>
                <a:ea typeface="Nimbus Sans"/>
                <a:cs typeface="Nimbus Sans"/>
              </a:defRPr>
            </a:pPr>
            <a:r>
              <a:rPr sz="1800" b="1">
                <a:solidFill>
                  <a:srgbClr val="24745B"/>
                </a:solidFill>
                <a:latin typeface="Nimbus Sans"/>
                <a:ea typeface="Nimbus Sans"/>
                <a:cs typeface="Nimbus Sans"/>
              </a:rPr>
              <a:t>B</a:t>
            </a:r>
          </a:p>
        </p:txBody>
      </p:sp>
      <p:sp>
        <p:nvSpPr>
          <p:cNvPr id="10" name="C">
            <a:extLst xmlns:a="http://schemas.openxmlformats.org/drawingml/2006/main">
              <a:ext uri="{FF2B5EF4-FFF2-40B4-BE49-F238E27FC236}">
                <a16:creationId xmlns:a16="http://schemas.microsoft.com/office/drawing/2014/main" id="{FD17FDE5-C359-449B-85FB-D260B304072E}"/>
              </a:ext>
            </a:extLst>
          </p:cNvPr>
          <p:cNvSpPr>
            <a:spLocks xmlns:a="http://schemas.openxmlformats.org/drawingml/2006/main" noGrp="1"/>
          </p:cNvSpPr>
          <p:nvPr/>
        </p:nvSpPr>
        <p:spPr>
          <a:xfrm xmlns:a="http://schemas.openxmlformats.org/drawingml/2006/main">
            <a:off x="6477000" y="2190750"/>
            <a:ext cx="304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24745B"/>
                </a:solidFill>
                <a:latin typeface="Nimbus Sans"/>
                <a:ea typeface="Nimbus Sans"/>
                <a:cs typeface="Nimbus Sans"/>
              </a:defRPr>
            </a:defPPr>
            <a:lvl1pPr algn="l">
              <a:defRPr sz="1800" b="1">
                <a:solidFill>
                  <a:srgbClr val="24745B"/>
                </a:solidFill>
                <a:latin typeface="Nimbus Sans"/>
                <a:ea typeface="Nimbus Sans"/>
                <a:cs typeface="Nimbus Sans"/>
              </a:defRPr>
            </a:lvl1pPr>
            <a:lvl2pPr algn="l">
              <a:defRPr sz="1800" b="1">
                <a:solidFill>
                  <a:srgbClr val="24745B"/>
                </a:solidFill>
                <a:latin typeface="Nimbus Sans"/>
                <a:ea typeface="Nimbus Sans"/>
                <a:cs typeface="Nimbus Sans"/>
              </a:defRPr>
            </a:lvl2pPr>
            <a:lvl3pPr algn="l">
              <a:defRPr sz="1800" b="1">
                <a:solidFill>
                  <a:srgbClr val="24745B"/>
                </a:solidFill>
                <a:latin typeface="Nimbus Sans"/>
                <a:ea typeface="Nimbus Sans"/>
                <a:cs typeface="Nimbus Sans"/>
              </a:defRPr>
            </a:lvl3pPr>
            <a:lvl4pPr algn="l">
              <a:defRPr sz="1800" b="1">
                <a:solidFill>
                  <a:srgbClr val="24745B"/>
                </a:solidFill>
                <a:latin typeface="Nimbus Sans"/>
                <a:ea typeface="Nimbus Sans"/>
                <a:cs typeface="Nimbus Sans"/>
              </a:defRPr>
            </a:lvl4pPr>
            <a:lvl5pPr algn="l">
              <a:defRPr sz="1800" b="1">
                <a:solidFill>
                  <a:srgbClr val="24745B"/>
                </a:solidFill>
                <a:latin typeface="Nimbus Sans"/>
                <a:ea typeface="Nimbus Sans"/>
                <a:cs typeface="Nimbus Sans"/>
              </a:defRPr>
            </a:lvl5pPr>
            <a:lvl6pPr algn="l">
              <a:defRPr sz="1800" b="1">
                <a:solidFill>
                  <a:srgbClr val="24745B"/>
                </a:solidFill>
                <a:latin typeface="Nimbus Sans"/>
                <a:ea typeface="Nimbus Sans"/>
                <a:cs typeface="Nimbus Sans"/>
              </a:defRPr>
            </a:lvl6pPr>
            <a:lvl7pPr algn="l">
              <a:defRPr sz="1800" b="1">
                <a:solidFill>
                  <a:srgbClr val="24745B"/>
                </a:solidFill>
                <a:latin typeface="Nimbus Sans"/>
                <a:ea typeface="Nimbus Sans"/>
                <a:cs typeface="Nimbus Sans"/>
              </a:defRPr>
            </a:lvl7pPr>
            <a:lvl8pPr algn="l">
              <a:defRPr sz="1800" b="1">
                <a:solidFill>
                  <a:srgbClr val="24745B"/>
                </a:solidFill>
                <a:latin typeface="Nimbus Sans"/>
                <a:ea typeface="Nimbus Sans"/>
                <a:cs typeface="Nimbus Sans"/>
              </a:defRPr>
            </a:lvl8pPr>
            <a:lvl9pPr algn="l">
              <a:defRPr sz="1800" b="1">
                <a:solidFill>
                  <a:srgbClr val="24745B"/>
                </a:solidFill>
                <a:latin typeface="Nimbus Sans"/>
                <a:ea typeface="Nimbus Sans"/>
                <a:cs typeface="Nimbus Sans"/>
              </a:defRPr>
            </a:lvl9pPr>
          </a:lstStyle>
          <a:p xmlns:a="http://schemas.openxmlformats.org/drawingml/2006/main">
            <a:pPr algn="l">
              <a:defRPr sz="1800" b="1">
                <a:solidFill>
                  <a:srgbClr val="24745B"/>
                </a:solidFill>
                <a:latin typeface="Nimbus Sans"/>
                <a:ea typeface="Nimbus Sans"/>
                <a:cs typeface="Nimbus Sans"/>
              </a:defRPr>
            </a:pPr>
            <a:r>
              <a:rPr sz="1800" b="1">
                <a:solidFill>
                  <a:srgbClr val="24745B"/>
                </a:solidFill>
                <a:latin typeface="Nimbus Sans"/>
                <a:ea typeface="Nimbus Sans"/>
                <a:cs typeface="Nimbus Sans"/>
              </a:rPr>
              <a:t>C</a:t>
            </a:r>
          </a:p>
        </p:txBody>
      </p:sp>
      <p:sp>
        <p:nvSpPr>
          <p:cNvPr id="11" name="E">
            <a:extLst xmlns:a="http://schemas.openxmlformats.org/drawingml/2006/main">
              <a:ext uri="{FF2B5EF4-FFF2-40B4-BE49-F238E27FC236}">
                <a16:creationId xmlns:a16="http://schemas.microsoft.com/office/drawing/2014/main" id="{7E87BA2F-8208-4D03-9693-915093334167}"/>
              </a:ext>
            </a:extLst>
          </p:cNvPr>
          <p:cNvSpPr>
            <a:spLocks xmlns:a="http://schemas.openxmlformats.org/drawingml/2006/main" noGrp="1"/>
          </p:cNvSpPr>
          <p:nvPr/>
        </p:nvSpPr>
        <p:spPr>
          <a:xfrm xmlns:a="http://schemas.openxmlformats.org/drawingml/2006/main">
            <a:off x="6477000" y="4124325"/>
            <a:ext cx="304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24745B"/>
                </a:solidFill>
                <a:latin typeface="Nimbus Sans"/>
                <a:ea typeface="Nimbus Sans"/>
                <a:cs typeface="Nimbus Sans"/>
              </a:defRPr>
            </a:defPPr>
            <a:lvl1pPr algn="l">
              <a:defRPr sz="1800" b="1">
                <a:solidFill>
                  <a:srgbClr val="24745B"/>
                </a:solidFill>
                <a:latin typeface="Nimbus Sans"/>
                <a:ea typeface="Nimbus Sans"/>
                <a:cs typeface="Nimbus Sans"/>
              </a:defRPr>
            </a:lvl1pPr>
            <a:lvl2pPr algn="l">
              <a:defRPr sz="1800" b="1">
                <a:solidFill>
                  <a:srgbClr val="24745B"/>
                </a:solidFill>
                <a:latin typeface="Nimbus Sans"/>
                <a:ea typeface="Nimbus Sans"/>
                <a:cs typeface="Nimbus Sans"/>
              </a:defRPr>
            </a:lvl2pPr>
            <a:lvl3pPr algn="l">
              <a:defRPr sz="1800" b="1">
                <a:solidFill>
                  <a:srgbClr val="24745B"/>
                </a:solidFill>
                <a:latin typeface="Nimbus Sans"/>
                <a:ea typeface="Nimbus Sans"/>
                <a:cs typeface="Nimbus Sans"/>
              </a:defRPr>
            </a:lvl3pPr>
            <a:lvl4pPr algn="l">
              <a:defRPr sz="1800" b="1">
                <a:solidFill>
                  <a:srgbClr val="24745B"/>
                </a:solidFill>
                <a:latin typeface="Nimbus Sans"/>
                <a:ea typeface="Nimbus Sans"/>
                <a:cs typeface="Nimbus Sans"/>
              </a:defRPr>
            </a:lvl4pPr>
            <a:lvl5pPr algn="l">
              <a:defRPr sz="1800" b="1">
                <a:solidFill>
                  <a:srgbClr val="24745B"/>
                </a:solidFill>
                <a:latin typeface="Nimbus Sans"/>
                <a:ea typeface="Nimbus Sans"/>
                <a:cs typeface="Nimbus Sans"/>
              </a:defRPr>
            </a:lvl5pPr>
            <a:lvl6pPr algn="l">
              <a:defRPr sz="1800" b="1">
                <a:solidFill>
                  <a:srgbClr val="24745B"/>
                </a:solidFill>
                <a:latin typeface="Nimbus Sans"/>
                <a:ea typeface="Nimbus Sans"/>
                <a:cs typeface="Nimbus Sans"/>
              </a:defRPr>
            </a:lvl6pPr>
            <a:lvl7pPr algn="l">
              <a:defRPr sz="1800" b="1">
                <a:solidFill>
                  <a:srgbClr val="24745B"/>
                </a:solidFill>
                <a:latin typeface="Nimbus Sans"/>
                <a:ea typeface="Nimbus Sans"/>
                <a:cs typeface="Nimbus Sans"/>
              </a:defRPr>
            </a:lvl7pPr>
            <a:lvl8pPr algn="l">
              <a:defRPr sz="1800" b="1">
                <a:solidFill>
                  <a:srgbClr val="24745B"/>
                </a:solidFill>
                <a:latin typeface="Nimbus Sans"/>
                <a:ea typeface="Nimbus Sans"/>
                <a:cs typeface="Nimbus Sans"/>
              </a:defRPr>
            </a:lvl8pPr>
            <a:lvl9pPr algn="l">
              <a:defRPr sz="1800" b="1">
                <a:solidFill>
                  <a:srgbClr val="24745B"/>
                </a:solidFill>
                <a:latin typeface="Nimbus Sans"/>
                <a:ea typeface="Nimbus Sans"/>
                <a:cs typeface="Nimbus Sans"/>
              </a:defRPr>
            </a:lvl9pPr>
          </a:lstStyle>
          <a:p xmlns:a="http://schemas.openxmlformats.org/drawingml/2006/main">
            <a:pPr algn="l">
              <a:defRPr sz="1800" b="1">
                <a:solidFill>
                  <a:srgbClr val="24745B"/>
                </a:solidFill>
                <a:latin typeface="Nimbus Sans"/>
                <a:ea typeface="Nimbus Sans"/>
                <a:cs typeface="Nimbus Sans"/>
              </a:defRPr>
            </a:pPr>
            <a:r>
              <a:rPr sz="1800" b="1">
                <a:solidFill>
                  <a:srgbClr val="24745B"/>
                </a:solidFill>
                <a:latin typeface="Nimbus Sans"/>
                <a:ea typeface="Nimbus Sans"/>
                <a:cs typeface="Nimbus Sans"/>
              </a:rPr>
              <a:t>E</a:t>
            </a:r>
          </a:p>
        </p:txBody>
      </p:sp>
      <p:cxnSp>
        <p:nvCxnSpPr>
          <p:cNvPr id="12" name="">
            <a:extLst xmlns:a="http://schemas.openxmlformats.org/drawingml/2006/main">
              <a:ext uri="{FF2B5EF4-FFF2-40B4-BE49-F238E27FC236}">
                <a16:creationId xmlns:a16="http://schemas.microsoft.com/office/drawing/2014/main" id="{E13D3113-B127-489E-B305-E9FD55859969}"/>
              </a:ext>
            </a:extLst>
          </p:cNvPr>
          <p:cNvCxnSpPr/>
          <p:nvPr/>
        </p:nvCxnSpPr>
        <p:spPr>
          <a:xfrm xmlns:a="http://schemas.openxmlformats.org/drawingml/2006/main">
            <a:off x="6343650" y="2000250"/>
            <a:ext cx="0" cy="619125"/>
          </a:xfrm>
          <a:prstGeom xmlns:a="http://schemas.openxmlformats.org/drawingml/2006/main" prst="straightConnector1">
            <a:avLst/>
          </a:prstGeom>
          <a:ln xmlns:a="http://schemas.openxmlformats.org/drawingml/2006/main" w="19050">
            <a:solidFill>
              <a:srgbClr val="24745B"/>
            </a:solidFill>
            <a:prstDash val="solid"/>
          </a:ln>
        </p:spPr>
      </p:cxnSp>
      <p:cxnSp>
        <p:nvCxnSpPr>
          <p:cNvPr id="13" name="">
            <a:extLst xmlns:a="http://schemas.openxmlformats.org/drawingml/2006/main">
              <a:ext uri="{FF2B5EF4-FFF2-40B4-BE49-F238E27FC236}">
                <a16:creationId xmlns:a16="http://schemas.microsoft.com/office/drawing/2014/main" id="{E166CD15-28C4-410E-BA0F-A28536301754}"/>
              </a:ext>
            </a:extLst>
          </p:cNvPr>
          <p:cNvCxnSpPr/>
          <p:nvPr/>
        </p:nvCxnSpPr>
        <p:spPr>
          <a:xfrm xmlns:a="http://schemas.openxmlformats.org/drawingml/2006/main">
            <a:off x="6343650" y="2000250"/>
            <a:ext cx="3752850" cy="0"/>
          </a:xfrm>
          <a:prstGeom xmlns:a="http://schemas.openxmlformats.org/drawingml/2006/main" prst="straightConnector1">
            <a:avLst/>
          </a:prstGeom>
          <a:ln xmlns:a="http://schemas.openxmlformats.org/drawingml/2006/main" w="19050">
            <a:solidFill>
              <a:srgbClr val="24745B"/>
            </a:solidFill>
            <a:prstDash val="solid"/>
          </a:ln>
        </p:spPr>
      </p:cxnSp>
      <p:cxnSp>
        <p:nvCxnSpPr>
          <p:cNvPr id="14" name="">
            <a:extLst xmlns:a="http://schemas.openxmlformats.org/drawingml/2006/main">
              <a:ext uri="{FF2B5EF4-FFF2-40B4-BE49-F238E27FC236}">
                <a16:creationId xmlns:a16="http://schemas.microsoft.com/office/drawing/2014/main" id="{6513B06D-81DD-40FF-86B9-D65AE47AD72D}"/>
              </a:ext>
            </a:extLst>
          </p:cNvPr>
          <p:cNvCxnSpPr/>
          <p:nvPr/>
        </p:nvCxnSpPr>
        <p:spPr>
          <a:xfrm xmlns:a="http://schemas.openxmlformats.org/drawingml/2006/main">
            <a:off x="10096500" y="2000250"/>
            <a:ext cx="0" cy="762000"/>
          </a:xfrm>
          <a:prstGeom xmlns:a="http://schemas.openxmlformats.org/drawingml/2006/main" prst="straightConnector1">
            <a:avLst/>
          </a:prstGeom>
          <a:ln xmlns:a="http://schemas.openxmlformats.org/drawingml/2006/main" w="19050">
            <a:solidFill>
              <a:srgbClr val="24745B"/>
            </a:solidFill>
            <a:prstDash val="solid"/>
          </a:ln>
        </p:spPr>
      </p:cxnSp>
      <p:sp>
        <p:nvSpPr>
          <p:cNvPr id="15" name="Relay input IN1&#10;Active LOW">
            <a:extLst xmlns:a="http://schemas.openxmlformats.org/drawingml/2006/main">
              <a:ext uri="{FF2B5EF4-FFF2-40B4-BE49-F238E27FC236}">
                <a16:creationId xmlns:a16="http://schemas.microsoft.com/office/drawing/2014/main" id="{4BB3D00B-E48F-4A78-A6BC-495DBBE4F4A5}"/>
              </a:ext>
            </a:extLst>
          </p:cNvPr>
          <p:cNvSpPr>
            <a:spLocks xmlns:a="http://schemas.openxmlformats.org/drawingml/2006/main" noGrp="1"/>
          </p:cNvSpPr>
          <p:nvPr/>
        </p:nvSpPr>
        <p:spPr>
          <a:xfrm xmlns:a="http://schemas.openxmlformats.org/drawingml/2006/main">
            <a:off x="8763000" y="2762250"/>
            <a:ext cx="2667000" cy="99060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2025" b="1">
                <a:solidFill>
                  <a:srgbClr val="153D33"/>
                </a:solidFill>
                <a:latin typeface="Nimbus Sans"/>
                <a:ea typeface="Nimbus Sans"/>
                <a:cs typeface="Nimbus Sans"/>
              </a:defRPr>
            </a:defPPr>
            <a:lvl1pPr algn="ctr">
              <a:defRPr sz="2025" b="1">
                <a:solidFill>
                  <a:srgbClr val="153D33"/>
                </a:solidFill>
                <a:latin typeface="Nimbus Sans"/>
                <a:ea typeface="Nimbus Sans"/>
                <a:cs typeface="Nimbus Sans"/>
              </a:defRPr>
            </a:lvl1pPr>
            <a:lvl2pPr algn="ctr">
              <a:defRPr sz="2025" b="1">
                <a:solidFill>
                  <a:srgbClr val="153D33"/>
                </a:solidFill>
                <a:latin typeface="Nimbus Sans"/>
                <a:ea typeface="Nimbus Sans"/>
                <a:cs typeface="Nimbus Sans"/>
              </a:defRPr>
            </a:lvl2pPr>
            <a:lvl3pPr algn="ctr">
              <a:defRPr sz="2025" b="1">
                <a:solidFill>
                  <a:srgbClr val="153D33"/>
                </a:solidFill>
                <a:latin typeface="Nimbus Sans"/>
                <a:ea typeface="Nimbus Sans"/>
                <a:cs typeface="Nimbus Sans"/>
              </a:defRPr>
            </a:lvl3pPr>
            <a:lvl4pPr algn="ctr">
              <a:defRPr sz="2025" b="1">
                <a:solidFill>
                  <a:srgbClr val="153D33"/>
                </a:solidFill>
                <a:latin typeface="Nimbus Sans"/>
                <a:ea typeface="Nimbus Sans"/>
                <a:cs typeface="Nimbus Sans"/>
              </a:defRPr>
            </a:lvl4pPr>
            <a:lvl5pPr algn="ctr">
              <a:defRPr sz="2025" b="1">
                <a:solidFill>
                  <a:srgbClr val="153D33"/>
                </a:solidFill>
                <a:latin typeface="Nimbus Sans"/>
                <a:ea typeface="Nimbus Sans"/>
                <a:cs typeface="Nimbus Sans"/>
              </a:defRPr>
            </a:lvl5pPr>
            <a:lvl6pPr algn="ctr">
              <a:defRPr sz="2025" b="1">
                <a:solidFill>
                  <a:srgbClr val="153D33"/>
                </a:solidFill>
                <a:latin typeface="Nimbus Sans"/>
                <a:ea typeface="Nimbus Sans"/>
                <a:cs typeface="Nimbus Sans"/>
              </a:defRPr>
            </a:lvl6pPr>
            <a:lvl7pPr algn="ctr">
              <a:defRPr sz="2025" b="1">
                <a:solidFill>
                  <a:srgbClr val="153D33"/>
                </a:solidFill>
                <a:latin typeface="Nimbus Sans"/>
                <a:ea typeface="Nimbus Sans"/>
                <a:cs typeface="Nimbus Sans"/>
              </a:defRPr>
            </a:lvl7pPr>
            <a:lvl8pPr algn="ctr">
              <a:defRPr sz="2025" b="1">
                <a:solidFill>
                  <a:srgbClr val="153D33"/>
                </a:solidFill>
                <a:latin typeface="Nimbus Sans"/>
                <a:ea typeface="Nimbus Sans"/>
                <a:cs typeface="Nimbus Sans"/>
              </a:defRPr>
            </a:lvl8pPr>
            <a:lvl9pPr algn="ctr">
              <a:defRPr sz="2025" b="1">
                <a:solidFill>
                  <a:srgbClr val="153D33"/>
                </a:solidFill>
                <a:latin typeface="Nimbus Sans"/>
                <a:ea typeface="Nimbus Sans"/>
                <a:cs typeface="Nimbus Sans"/>
              </a:defRPr>
            </a:lvl9pPr>
          </a:lstStyle>
          <a:p xmlns:a="http://schemas.openxmlformats.org/drawingml/2006/main">
            <a:pPr algn="ctr">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Relay input IN1</a:t>
            </a:r>
          </a:p>
          <a:p xmlns:a="http://schemas.openxmlformats.org/drawingml/2006/main">
            <a:pPr algn="ctr">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Active LOW</a:t>
            </a:r>
          </a:p>
        </p:txBody>
      </p:sp>
      <p:cxnSp>
        <p:nvCxnSpPr>
          <p:cNvPr id="16" name="">
            <a:extLst xmlns:a="http://schemas.openxmlformats.org/drawingml/2006/main">
              <a:ext uri="{FF2B5EF4-FFF2-40B4-BE49-F238E27FC236}">
                <a16:creationId xmlns:a16="http://schemas.microsoft.com/office/drawing/2014/main" id="{B0B01EE6-EA58-418A-9C0B-8FFDAB9F250B}"/>
              </a:ext>
            </a:extLst>
          </p:cNvPr>
          <p:cNvCxnSpPr/>
          <p:nvPr/>
        </p:nvCxnSpPr>
        <p:spPr>
          <a:xfrm xmlns:a="http://schemas.openxmlformats.org/drawingml/2006/main">
            <a:off x="4572000" y="3343275"/>
            <a:ext cx="0" cy="809625"/>
          </a:xfrm>
          <a:prstGeom xmlns:a="http://schemas.openxmlformats.org/drawingml/2006/main" prst="straightConnector1">
            <a:avLst/>
          </a:prstGeom>
          <a:ln xmlns:a="http://schemas.openxmlformats.org/drawingml/2006/main" w="19050">
            <a:solidFill>
              <a:srgbClr val="24745B"/>
            </a:solidFill>
            <a:prstDash val="solid"/>
          </a:ln>
        </p:spPr>
      </p:cxnSp>
      <p:sp>
        <p:nvSpPr>
          <p:cNvPr id="17" name="10 kΩ">
            <a:extLst xmlns:a="http://schemas.openxmlformats.org/drawingml/2006/main">
              <a:ext uri="{FF2B5EF4-FFF2-40B4-BE49-F238E27FC236}">
                <a16:creationId xmlns:a16="http://schemas.microsoft.com/office/drawing/2014/main" id="{B736DF5E-ED9C-43E4-AB94-B6145DED9429}"/>
              </a:ext>
            </a:extLst>
          </p:cNvPr>
          <p:cNvSpPr>
            <a:spLocks xmlns:a="http://schemas.openxmlformats.org/drawingml/2006/main" noGrp="1"/>
          </p:cNvSpPr>
          <p:nvPr/>
        </p:nvSpPr>
        <p:spPr>
          <a:xfrm xmlns:a="http://schemas.openxmlformats.org/drawingml/2006/main">
            <a:off x="4048125" y="4152900"/>
            <a:ext cx="1047750" cy="600075"/>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650" b="1">
                <a:solidFill>
                  <a:srgbClr val="153D33"/>
                </a:solidFill>
                <a:latin typeface="Nimbus Sans"/>
                <a:ea typeface="Nimbus Sans"/>
                <a:cs typeface="Nimbus Sans"/>
              </a:defRPr>
            </a:defPPr>
            <a:lvl1pPr algn="ctr">
              <a:defRPr sz="1650" b="1">
                <a:solidFill>
                  <a:srgbClr val="153D33"/>
                </a:solidFill>
                <a:latin typeface="Nimbus Sans"/>
                <a:ea typeface="Nimbus Sans"/>
                <a:cs typeface="Nimbus Sans"/>
              </a:defRPr>
            </a:lvl1pPr>
            <a:lvl2pPr algn="ctr">
              <a:defRPr sz="1650" b="1">
                <a:solidFill>
                  <a:srgbClr val="153D33"/>
                </a:solidFill>
                <a:latin typeface="Nimbus Sans"/>
                <a:ea typeface="Nimbus Sans"/>
                <a:cs typeface="Nimbus Sans"/>
              </a:defRPr>
            </a:lvl2pPr>
            <a:lvl3pPr algn="ctr">
              <a:defRPr sz="1650" b="1">
                <a:solidFill>
                  <a:srgbClr val="153D33"/>
                </a:solidFill>
                <a:latin typeface="Nimbus Sans"/>
                <a:ea typeface="Nimbus Sans"/>
                <a:cs typeface="Nimbus Sans"/>
              </a:defRPr>
            </a:lvl3pPr>
            <a:lvl4pPr algn="ctr">
              <a:defRPr sz="1650" b="1">
                <a:solidFill>
                  <a:srgbClr val="153D33"/>
                </a:solidFill>
                <a:latin typeface="Nimbus Sans"/>
                <a:ea typeface="Nimbus Sans"/>
                <a:cs typeface="Nimbus Sans"/>
              </a:defRPr>
            </a:lvl4pPr>
            <a:lvl5pPr algn="ctr">
              <a:defRPr sz="1650" b="1">
                <a:solidFill>
                  <a:srgbClr val="153D33"/>
                </a:solidFill>
                <a:latin typeface="Nimbus Sans"/>
                <a:ea typeface="Nimbus Sans"/>
                <a:cs typeface="Nimbus Sans"/>
              </a:defRPr>
            </a:lvl5pPr>
            <a:lvl6pPr algn="ctr">
              <a:defRPr sz="1650" b="1">
                <a:solidFill>
                  <a:srgbClr val="153D33"/>
                </a:solidFill>
                <a:latin typeface="Nimbus Sans"/>
                <a:ea typeface="Nimbus Sans"/>
                <a:cs typeface="Nimbus Sans"/>
              </a:defRPr>
            </a:lvl6pPr>
            <a:lvl7pPr algn="ctr">
              <a:defRPr sz="1650" b="1">
                <a:solidFill>
                  <a:srgbClr val="153D33"/>
                </a:solidFill>
                <a:latin typeface="Nimbus Sans"/>
                <a:ea typeface="Nimbus Sans"/>
                <a:cs typeface="Nimbus Sans"/>
              </a:defRPr>
            </a:lvl7pPr>
            <a:lvl8pPr algn="ctr">
              <a:defRPr sz="1650" b="1">
                <a:solidFill>
                  <a:srgbClr val="153D33"/>
                </a:solidFill>
                <a:latin typeface="Nimbus Sans"/>
                <a:ea typeface="Nimbus Sans"/>
                <a:cs typeface="Nimbus Sans"/>
              </a:defRPr>
            </a:lvl8pPr>
            <a:lvl9pPr algn="ctr">
              <a:defRPr sz="1650" b="1">
                <a:solidFill>
                  <a:srgbClr val="153D33"/>
                </a:solidFill>
                <a:latin typeface="Nimbus Sans"/>
                <a:ea typeface="Nimbus Sans"/>
                <a:cs typeface="Nimbus Sans"/>
              </a:defRPr>
            </a:lvl9pPr>
          </a:lstStyle>
          <a:p xmlns:a="http://schemas.openxmlformats.org/drawingml/2006/main">
            <a:pPr algn="ctr">
              <a:defRPr sz="1650" b="1">
                <a:solidFill>
                  <a:srgbClr val="153D33"/>
                </a:solidFill>
                <a:latin typeface="Nimbus Sans"/>
                <a:ea typeface="Nimbus Sans"/>
                <a:cs typeface="Nimbus Sans"/>
              </a:defRPr>
            </a:pPr>
            <a:r>
              <a:rPr sz="1650" b="1">
                <a:solidFill>
                  <a:srgbClr val="153D33"/>
                </a:solidFill>
                <a:latin typeface="Nimbus Sans"/>
                <a:ea typeface="Nimbus Sans"/>
                <a:cs typeface="Nimbus Sans"/>
              </a:rPr>
              <a:t>10 kΩ</a:t>
            </a:r>
          </a:p>
        </p:txBody>
      </p:sp>
      <p:cxnSp>
        <p:nvCxnSpPr>
          <p:cNvPr id="18" name="">
            <a:extLst xmlns:a="http://schemas.openxmlformats.org/drawingml/2006/main">
              <a:ext uri="{FF2B5EF4-FFF2-40B4-BE49-F238E27FC236}">
                <a16:creationId xmlns:a16="http://schemas.microsoft.com/office/drawing/2014/main" id="{E7ACDC9A-8632-4D48-8410-DCE664E1C281}"/>
              </a:ext>
            </a:extLst>
          </p:cNvPr>
          <p:cNvCxnSpPr/>
          <p:nvPr/>
        </p:nvCxnSpPr>
        <p:spPr>
          <a:xfrm xmlns:a="http://schemas.openxmlformats.org/drawingml/2006/main">
            <a:off x="4572000" y="4752975"/>
            <a:ext cx="0" cy="466725"/>
          </a:xfrm>
          <a:prstGeom xmlns:a="http://schemas.openxmlformats.org/drawingml/2006/main" prst="straightConnector1">
            <a:avLst/>
          </a:prstGeom>
          <a:ln xmlns:a="http://schemas.openxmlformats.org/drawingml/2006/main" w="19050">
            <a:solidFill>
              <a:srgbClr val="5E7168"/>
            </a:solidFill>
            <a:prstDash val="solid"/>
          </a:ln>
        </p:spPr>
      </p:cxnSp>
      <p:cxnSp>
        <p:nvCxnSpPr>
          <p:cNvPr id="19" name="">
            <a:extLst xmlns:a="http://schemas.openxmlformats.org/drawingml/2006/main">
              <a:ext uri="{FF2B5EF4-FFF2-40B4-BE49-F238E27FC236}">
                <a16:creationId xmlns:a16="http://schemas.microsoft.com/office/drawing/2014/main" id="{4DF413B8-71D2-4A2F-9EE6-ECABF7F90FC5}"/>
              </a:ext>
            </a:extLst>
          </p:cNvPr>
          <p:cNvCxnSpPr/>
          <p:nvPr/>
        </p:nvCxnSpPr>
        <p:spPr>
          <a:xfrm xmlns:a="http://schemas.openxmlformats.org/drawingml/2006/main">
            <a:off x="6343650" y="4048125"/>
            <a:ext cx="0" cy="1171575"/>
          </a:xfrm>
          <a:prstGeom xmlns:a="http://schemas.openxmlformats.org/drawingml/2006/main" prst="straightConnector1">
            <a:avLst/>
          </a:prstGeom>
          <a:ln xmlns:a="http://schemas.openxmlformats.org/drawingml/2006/main" w="19050">
            <a:solidFill>
              <a:srgbClr val="5E7168"/>
            </a:solidFill>
            <a:prstDash val="solid"/>
          </a:ln>
        </p:spPr>
      </p:cxnSp>
      <p:cxnSp>
        <p:nvCxnSpPr>
          <p:cNvPr id="20" name="">
            <a:extLst xmlns:a="http://schemas.openxmlformats.org/drawingml/2006/main">
              <a:ext uri="{FF2B5EF4-FFF2-40B4-BE49-F238E27FC236}">
                <a16:creationId xmlns:a16="http://schemas.microsoft.com/office/drawing/2014/main" id="{68F9624B-E331-4A44-BDBC-8CBE123B28B7}"/>
              </a:ext>
            </a:extLst>
          </p:cNvPr>
          <p:cNvCxnSpPr/>
          <p:nvPr/>
        </p:nvCxnSpPr>
        <p:spPr>
          <a:xfrm xmlns:a="http://schemas.openxmlformats.org/drawingml/2006/main">
            <a:off x="1714500" y="5219700"/>
            <a:ext cx="8382000" cy="0"/>
          </a:xfrm>
          <a:prstGeom xmlns:a="http://schemas.openxmlformats.org/drawingml/2006/main" prst="straightConnector1">
            <a:avLst/>
          </a:prstGeom>
          <a:ln xmlns:a="http://schemas.openxmlformats.org/drawingml/2006/main" w="19050">
            <a:solidFill>
              <a:srgbClr val="5E7168"/>
            </a:solidFill>
            <a:prstDash val="solid"/>
          </a:ln>
        </p:spPr>
      </p:cxnSp>
      <p:cxnSp>
        <p:nvCxnSpPr>
          <p:cNvPr id="21" name="">
            <a:extLst xmlns:a="http://schemas.openxmlformats.org/drawingml/2006/main">
              <a:ext uri="{FF2B5EF4-FFF2-40B4-BE49-F238E27FC236}">
                <a16:creationId xmlns:a16="http://schemas.microsoft.com/office/drawing/2014/main" id="{1FABB43E-3CBE-4C06-8965-D0FA245C070C}"/>
              </a:ext>
            </a:extLst>
          </p:cNvPr>
          <p:cNvCxnSpPr/>
          <p:nvPr/>
        </p:nvCxnSpPr>
        <p:spPr>
          <a:xfrm xmlns:a="http://schemas.openxmlformats.org/drawingml/2006/main">
            <a:off x="6343650" y="5219700"/>
            <a:ext cx="0" cy="142875"/>
          </a:xfrm>
          <a:prstGeom xmlns:a="http://schemas.openxmlformats.org/drawingml/2006/main" prst="straightConnector1">
            <a:avLst/>
          </a:prstGeom>
          <a:ln xmlns:a="http://schemas.openxmlformats.org/drawingml/2006/main" w="19050">
            <a:solidFill>
              <a:srgbClr val="5E7168"/>
            </a:solidFill>
            <a:prstDash val="solid"/>
          </a:ln>
        </p:spPr>
      </p:cxnSp>
      <p:cxnSp>
        <p:nvCxnSpPr>
          <p:cNvPr id="22" name="">
            <a:extLst xmlns:a="http://schemas.openxmlformats.org/drawingml/2006/main">
              <a:ext uri="{FF2B5EF4-FFF2-40B4-BE49-F238E27FC236}">
                <a16:creationId xmlns:a16="http://schemas.microsoft.com/office/drawing/2014/main" id="{69EF6D62-8169-4DA8-BAA5-DD66B4C1E7E1}"/>
              </a:ext>
            </a:extLst>
          </p:cNvPr>
          <p:cNvCxnSpPr/>
          <p:nvPr/>
        </p:nvCxnSpPr>
        <p:spPr>
          <a:xfrm xmlns:a="http://schemas.openxmlformats.org/drawingml/2006/main">
            <a:off x="6153150" y="5362575"/>
            <a:ext cx="381000" cy="0"/>
          </a:xfrm>
          <a:prstGeom xmlns:a="http://schemas.openxmlformats.org/drawingml/2006/main" prst="straightConnector1">
            <a:avLst/>
          </a:prstGeom>
          <a:ln xmlns:a="http://schemas.openxmlformats.org/drawingml/2006/main" w="19050">
            <a:solidFill>
              <a:srgbClr val="5E7168"/>
            </a:solidFill>
            <a:prstDash val="solid"/>
          </a:ln>
        </p:spPr>
      </p:cxnSp>
      <p:cxnSp>
        <p:nvCxnSpPr>
          <p:cNvPr id="23" name="">
            <a:extLst xmlns:a="http://schemas.openxmlformats.org/drawingml/2006/main">
              <a:ext uri="{FF2B5EF4-FFF2-40B4-BE49-F238E27FC236}">
                <a16:creationId xmlns:a16="http://schemas.microsoft.com/office/drawing/2014/main" id="{DA144C6B-A315-4E6A-874C-07C568759787}"/>
              </a:ext>
            </a:extLst>
          </p:cNvPr>
          <p:cNvCxnSpPr/>
          <p:nvPr/>
        </p:nvCxnSpPr>
        <p:spPr>
          <a:xfrm xmlns:a="http://schemas.openxmlformats.org/drawingml/2006/main">
            <a:off x="6229350" y="5448300"/>
            <a:ext cx="228600" cy="0"/>
          </a:xfrm>
          <a:prstGeom xmlns:a="http://schemas.openxmlformats.org/drawingml/2006/main" prst="straightConnector1">
            <a:avLst/>
          </a:prstGeom>
          <a:ln xmlns:a="http://schemas.openxmlformats.org/drawingml/2006/main" w="19050">
            <a:solidFill>
              <a:srgbClr val="5E7168"/>
            </a:solidFill>
            <a:prstDash val="solid"/>
          </a:ln>
        </p:spPr>
      </p:cxnSp>
      <p:cxnSp>
        <p:nvCxnSpPr>
          <p:cNvPr id="24" name="">
            <a:extLst xmlns:a="http://schemas.openxmlformats.org/drawingml/2006/main">
              <a:ext uri="{FF2B5EF4-FFF2-40B4-BE49-F238E27FC236}">
                <a16:creationId xmlns:a16="http://schemas.microsoft.com/office/drawing/2014/main" id="{9E8DE3F5-97DA-4C38-A9C7-10F89D2652B8}"/>
              </a:ext>
            </a:extLst>
          </p:cNvPr>
          <p:cNvCxnSpPr/>
          <p:nvPr/>
        </p:nvCxnSpPr>
        <p:spPr>
          <a:xfrm xmlns:a="http://schemas.openxmlformats.org/drawingml/2006/main">
            <a:off x="6296025" y="5524500"/>
            <a:ext cx="95250" cy="0"/>
          </a:xfrm>
          <a:prstGeom xmlns:a="http://schemas.openxmlformats.org/drawingml/2006/main" prst="straightConnector1">
            <a:avLst/>
          </a:prstGeom>
          <a:ln xmlns:a="http://schemas.openxmlformats.org/drawingml/2006/main" w="19050">
            <a:solidFill>
              <a:srgbClr val="5E7168"/>
            </a:solidFill>
            <a:prstDash val="solid"/>
          </a:ln>
        </p:spPr>
      </p:cxnSp>
      <p:cxnSp>
        <p:nvCxnSpPr>
          <p:cNvPr id="25" name="">
            <a:extLst xmlns:a="http://schemas.openxmlformats.org/drawingml/2006/main">
              <a:ext uri="{FF2B5EF4-FFF2-40B4-BE49-F238E27FC236}">
                <a16:creationId xmlns:a16="http://schemas.microsoft.com/office/drawing/2014/main" id="{0AD5D5B1-0529-4284-A6D9-63C404C80A4D}"/>
              </a:ext>
            </a:extLst>
          </p:cNvPr>
          <p:cNvCxnSpPr/>
          <p:nvPr/>
        </p:nvCxnSpPr>
        <p:spPr>
          <a:xfrm xmlns:a="http://schemas.openxmlformats.org/drawingml/2006/main">
            <a:off x="1714500" y="3876675"/>
            <a:ext cx="0" cy="1343025"/>
          </a:xfrm>
          <a:prstGeom xmlns:a="http://schemas.openxmlformats.org/drawingml/2006/main" prst="straightConnector1">
            <a:avLst/>
          </a:prstGeom>
          <a:ln xmlns:a="http://schemas.openxmlformats.org/drawingml/2006/main" w="19050">
            <a:solidFill>
              <a:srgbClr val="5E7168"/>
            </a:solidFill>
            <a:prstDash val="solid"/>
          </a:ln>
        </p:spPr>
      </p:cxnSp>
      <p:sp>
        <p:nvSpPr>
          <p:cNvPr id="26" name="GND">
            <a:extLst xmlns:a="http://schemas.openxmlformats.org/drawingml/2006/main">
              <a:ext uri="{FF2B5EF4-FFF2-40B4-BE49-F238E27FC236}">
                <a16:creationId xmlns:a16="http://schemas.microsoft.com/office/drawing/2014/main" id="{BCF5BA52-3219-42CF-BEFE-BC8F71C22C5E}"/>
              </a:ext>
            </a:extLst>
          </p:cNvPr>
          <p:cNvSpPr>
            <a:spLocks xmlns:a="http://schemas.openxmlformats.org/drawingml/2006/main" noGrp="1"/>
          </p:cNvSpPr>
          <p:nvPr/>
        </p:nvSpPr>
        <p:spPr>
          <a:xfrm xmlns:a="http://schemas.openxmlformats.org/drawingml/2006/main">
            <a:off x="914400" y="4010025"/>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75" b="0">
                <a:solidFill>
                  <a:srgbClr val="5E7168"/>
                </a:solidFill>
                <a:latin typeface="Nimbus Sans"/>
                <a:ea typeface="Nimbus Sans"/>
                <a:cs typeface="Nimbus Sans"/>
              </a:defRPr>
            </a:defPPr>
            <a:lvl1pPr algn="l">
              <a:defRPr sz="1575" b="0">
                <a:solidFill>
                  <a:srgbClr val="5E7168"/>
                </a:solidFill>
                <a:latin typeface="Nimbus Sans"/>
                <a:ea typeface="Nimbus Sans"/>
                <a:cs typeface="Nimbus Sans"/>
              </a:defRPr>
            </a:lvl1pPr>
            <a:lvl2pPr algn="l">
              <a:defRPr sz="1575" b="0">
                <a:solidFill>
                  <a:srgbClr val="5E7168"/>
                </a:solidFill>
                <a:latin typeface="Nimbus Sans"/>
                <a:ea typeface="Nimbus Sans"/>
                <a:cs typeface="Nimbus Sans"/>
              </a:defRPr>
            </a:lvl2pPr>
            <a:lvl3pPr algn="l">
              <a:defRPr sz="1575" b="0">
                <a:solidFill>
                  <a:srgbClr val="5E7168"/>
                </a:solidFill>
                <a:latin typeface="Nimbus Sans"/>
                <a:ea typeface="Nimbus Sans"/>
                <a:cs typeface="Nimbus Sans"/>
              </a:defRPr>
            </a:lvl3pPr>
            <a:lvl4pPr algn="l">
              <a:defRPr sz="1575" b="0">
                <a:solidFill>
                  <a:srgbClr val="5E7168"/>
                </a:solidFill>
                <a:latin typeface="Nimbus Sans"/>
                <a:ea typeface="Nimbus Sans"/>
                <a:cs typeface="Nimbus Sans"/>
              </a:defRPr>
            </a:lvl4pPr>
            <a:lvl5pPr algn="l">
              <a:defRPr sz="1575" b="0">
                <a:solidFill>
                  <a:srgbClr val="5E7168"/>
                </a:solidFill>
                <a:latin typeface="Nimbus Sans"/>
                <a:ea typeface="Nimbus Sans"/>
                <a:cs typeface="Nimbus Sans"/>
              </a:defRPr>
            </a:lvl5pPr>
            <a:lvl6pPr algn="l">
              <a:defRPr sz="1575" b="0">
                <a:solidFill>
                  <a:srgbClr val="5E7168"/>
                </a:solidFill>
                <a:latin typeface="Nimbus Sans"/>
                <a:ea typeface="Nimbus Sans"/>
                <a:cs typeface="Nimbus Sans"/>
              </a:defRPr>
            </a:lvl6pPr>
            <a:lvl7pPr algn="l">
              <a:defRPr sz="1575" b="0">
                <a:solidFill>
                  <a:srgbClr val="5E7168"/>
                </a:solidFill>
                <a:latin typeface="Nimbus Sans"/>
                <a:ea typeface="Nimbus Sans"/>
                <a:cs typeface="Nimbus Sans"/>
              </a:defRPr>
            </a:lvl7pPr>
            <a:lvl8pPr algn="l">
              <a:defRPr sz="1575" b="0">
                <a:solidFill>
                  <a:srgbClr val="5E7168"/>
                </a:solidFill>
                <a:latin typeface="Nimbus Sans"/>
                <a:ea typeface="Nimbus Sans"/>
                <a:cs typeface="Nimbus Sans"/>
              </a:defRPr>
            </a:lvl8pPr>
            <a:lvl9pPr algn="l">
              <a:defRPr sz="1575" b="0">
                <a:solidFill>
                  <a:srgbClr val="5E7168"/>
                </a:solidFill>
                <a:latin typeface="Nimbus Sans"/>
                <a:ea typeface="Nimbus Sans"/>
                <a:cs typeface="Nimbus Sans"/>
              </a:defRPr>
            </a:lvl9pPr>
          </a:lstStyle>
          <a:p xmlns:a="http://schemas.openxmlformats.org/drawingml/2006/main">
            <a:pPr algn="l">
              <a:defRPr sz="1575" b="0">
                <a:solidFill>
                  <a:srgbClr val="5E7168"/>
                </a:solidFill>
                <a:latin typeface="Nimbus Sans"/>
                <a:ea typeface="Nimbus Sans"/>
                <a:cs typeface="Nimbus Sans"/>
              </a:defRPr>
            </a:pPr>
            <a:r>
              <a:rPr sz="1575" b="0">
                <a:solidFill>
                  <a:srgbClr val="5E7168"/>
                </a:solidFill>
                <a:latin typeface="Nimbus Sans"/>
                <a:ea typeface="Nimbus Sans"/>
                <a:cs typeface="Nimbus Sans"/>
              </a:rPr>
              <a:t>GND</a:t>
            </a:r>
          </a:p>
        </p:txBody>
      </p:sp>
      <p:cxnSp>
        <p:nvCxnSpPr>
          <p:cNvPr id="27" name="">
            <a:extLst xmlns:a="http://schemas.openxmlformats.org/drawingml/2006/main">
              <a:ext uri="{FF2B5EF4-FFF2-40B4-BE49-F238E27FC236}">
                <a16:creationId xmlns:a16="http://schemas.microsoft.com/office/drawing/2014/main" id="{1EF376B7-73A1-41AE-A768-BF4DD3F9A7C6}"/>
              </a:ext>
            </a:extLst>
          </p:cNvPr>
          <p:cNvCxnSpPr/>
          <p:nvPr/>
        </p:nvCxnSpPr>
        <p:spPr>
          <a:xfrm xmlns:a="http://schemas.openxmlformats.org/drawingml/2006/main">
            <a:off x="10096500" y="3752850"/>
            <a:ext cx="0" cy="1466850"/>
          </a:xfrm>
          <a:prstGeom xmlns:a="http://schemas.openxmlformats.org/drawingml/2006/main" prst="straightConnector1">
            <a:avLst/>
          </a:prstGeom>
          <a:ln xmlns:a="http://schemas.openxmlformats.org/drawingml/2006/main" w="19050">
            <a:solidFill>
              <a:srgbClr val="5E7168"/>
            </a:solidFill>
            <a:prstDash val="solid"/>
          </a:ln>
        </p:spPr>
      </p:cxnSp>
      <p:sp>
        <p:nvSpPr>
          <p:cNvPr id="28" name="Relay logic GND">
            <a:extLst xmlns:a="http://schemas.openxmlformats.org/drawingml/2006/main">
              <a:ext uri="{FF2B5EF4-FFF2-40B4-BE49-F238E27FC236}">
                <a16:creationId xmlns:a16="http://schemas.microsoft.com/office/drawing/2014/main" id="{786B98C5-733D-4EA5-9960-22DAD999537F}"/>
              </a:ext>
            </a:extLst>
          </p:cNvPr>
          <p:cNvSpPr>
            <a:spLocks xmlns:a="http://schemas.openxmlformats.org/drawingml/2006/main" noGrp="1"/>
          </p:cNvSpPr>
          <p:nvPr/>
        </p:nvSpPr>
        <p:spPr>
          <a:xfrm xmlns:a="http://schemas.openxmlformats.org/drawingml/2006/main">
            <a:off x="9010650" y="44862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E7168"/>
                </a:solidFill>
                <a:latin typeface="Nimbus Sans"/>
                <a:ea typeface="Nimbus Sans"/>
                <a:cs typeface="Nimbus Sans"/>
              </a:defRPr>
            </a:defPPr>
            <a:lvl1pPr algn="l">
              <a:defRPr sz="1725" b="0">
                <a:solidFill>
                  <a:srgbClr val="5E7168"/>
                </a:solidFill>
                <a:latin typeface="Nimbus Sans"/>
                <a:ea typeface="Nimbus Sans"/>
                <a:cs typeface="Nimbus Sans"/>
              </a:defRPr>
            </a:lvl1pPr>
            <a:lvl2pPr algn="l">
              <a:defRPr sz="1725" b="0">
                <a:solidFill>
                  <a:srgbClr val="5E7168"/>
                </a:solidFill>
                <a:latin typeface="Nimbus Sans"/>
                <a:ea typeface="Nimbus Sans"/>
                <a:cs typeface="Nimbus Sans"/>
              </a:defRPr>
            </a:lvl2pPr>
            <a:lvl3pPr algn="l">
              <a:defRPr sz="1725" b="0">
                <a:solidFill>
                  <a:srgbClr val="5E7168"/>
                </a:solidFill>
                <a:latin typeface="Nimbus Sans"/>
                <a:ea typeface="Nimbus Sans"/>
                <a:cs typeface="Nimbus Sans"/>
              </a:defRPr>
            </a:lvl3pPr>
            <a:lvl4pPr algn="l">
              <a:defRPr sz="1725" b="0">
                <a:solidFill>
                  <a:srgbClr val="5E7168"/>
                </a:solidFill>
                <a:latin typeface="Nimbus Sans"/>
                <a:ea typeface="Nimbus Sans"/>
                <a:cs typeface="Nimbus Sans"/>
              </a:defRPr>
            </a:lvl4pPr>
            <a:lvl5pPr algn="l">
              <a:defRPr sz="1725" b="0">
                <a:solidFill>
                  <a:srgbClr val="5E7168"/>
                </a:solidFill>
                <a:latin typeface="Nimbus Sans"/>
                <a:ea typeface="Nimbus Sans"/>
                <a:cs typeface="Nimbus Sans"/>
              </a:defRPr>
            </a:lvl5pPr>
            <a:lvl6pPr algn="l">
              <a:defRPr sz="1725" b="0">
                <a:solidFill>
                  <a:srgbClr val="5E7168"/>
                </a:solidFill>
                <a:latin typeface="Nimbus Sans"/>
                <a:ea typeface="Nimbus Sans"/>
                <a:cs typeface="Nimbus Sans"/>
              </a:defRPr>
            </a:lvl6pPr>
            <a:lvl7pPr algn="l">
              <a:defRPr sz="1725" b="0">
                <a:solidFill>
                  <a:srgbClr val="5E7168"/>
                </a:solidFill>
                <a:latin typeface="Nimbus Sans"/>
                <a:ea typeface="Nimbus Sans"/>
                <a:cs typeface="Nimbus Sans"/>
              </a:defRPr>
            </a:lvl7pPr>
            <a:lvl8pPr algn="l">
              <a:defRPr sz="1725" b="0">
                <a:solidFill>
                  <a:srgbClr val="5E7168"/>
                </a:solidFill>
                <a:latin typeface="Nimbus Sans"/>
                <a:ea typeface="Nimbus Sans"/>
                <a:cs typeface="Nimbus Sans"/>
              </a:defRPr>
            </a:lvl8pPr>
            <a:lvl9pPr algn="l">
              <a:defRPr sz="1725" b="0">
                <a:solidFill>
                  <a:srgbClr val="5E7168"/>
                </a:solidFill>
                <a:latin typeface="Nimbus Sans"/>
                <a:ea typeface="Nimbus Sans"/>
                <a:cs typeface="Nimbus Sans"/>
              </a:defRPr>
            </a:lvl9pPr>
          </a:lstStyle>
          <a:p xmlns:a="http://schemas.openxmlformats.org/drawingml/2006/main">
            <a:pPr algn="l">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Relay logic GND</a:t>
            </a:r>
          </a:p>
        </p:txBody>
      </p:sp>
      <p:sp>
        <p:nvSpPr>
          <p:cNvPr id="29" name="B–E pull-down">
            <a:extLst xmlns:a="http://schemas.openxmlformats.org/drawingml/2006/main">
              <a:ext uri="{FF2B5EF4-FFF2-40B4-BE49-F238E27FC236}">
                <a16:creationId xmlns:a16="http://schemas.microsoft.com/office/drawing/2014/main" id="{33A95ACC-7B3E-4BCF-B405-BE405A21D3EE}"/>
              </a:ext>
            </a:extLst>
          </p:cNvPr>
          <p:cNvSpPr>
            <a:spLocks xmlns:a="http://schemas.openxmlformats.org/drawingml/2006/main" noGrp="1"/>
          </p:cNvSpPr>
          <p:nvPr/>
        </p:nvSpPr>
        <p:spPr>
          <a:xfrm xmlns:a="http://schemas.openxmlformats.org/drawingml/2006/main">
            <a:off x="2571750" y="4400550"/>
            <a:ext cx="1476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725" b="0">
                <a:solidFill>
                  <a:srgbClr val="5E7168"/>
                </a:solidFill>
                <a:latin typeface="Nimbus Sans"/>
                <a:ea typeface="Nimbus Sans"/>
                <a:cs typeface="Nimbus Sans"/>
              </a:defRPr>
            </a:defPPr>
            <a:lvl1pPr algn="r">
              <a:defRPr sz="1725" b="0">
                <a:solidFill>
                  <a:srgbClr val="5E7168"/>
                </a:solidFill>
                <a:latin typeface="Nimbus Sans"/>
                <a:ea typeface="Nimbus Sans"/>
                <a:cs typeface="Nimbus Sans"/>
              </a:defRPr>
            </a:lvl1pPr>
            <a:lvl2pPr algn="r">
              <a:defRPr sz="1725" b="0">
                <a:solidFill>
                  <a:srgbClr val="5E7168"/>
                </a:solidFill>
                <a:latin typeface="Nimbus Sans"/>
                <a:ea typeface="Nimbus Sans"/>
                <a:cs typeface="Nimbus Sans"/>
              </a:defRPr>
            </a:lvl2pPr>
            <a:lvl3pPr algn="r">
              <a:defRPr sz="1725" b="0">
                <a:solidFill>
                  <a:srgbClr val="5E7168"/>
                </a:solidFill>
                <a:latin typeface="Nimbus Sans"/>
                <a:ea typeface="Nimbus Sans"/>
                <a:cs typeface="Nimbus Sans"/>
              </a:defRPr>
            </a:lvl3pPr>
            <a:lvl4pPr algn="r">
              <a:defRPr sz="1725" b="0">
                <a:solidFill>
                  <a:srgbClr val="5E7168"/>
                </a:solidFill>
                <a:latin typeface="Nimbus Sans"/>
                <a:ea typeface="Nimbus Sans"/>
                <a:cs typeface="Nimbus Sans"/>
              </a:defRPr>
            </a:lvl4pPr>
            <a:lvl5pPr algn="r">
              <a:defRPr sz="1725" b="0">
                <a:solidFill>
                  <a:srgbClr val="5E7168"/>
                </a:solidFill>
                <a:latin typeface="Nimbus Sans"/>
                <a:ea typeface="Nimbus Sans"/>
                <a:cs typeface="Nimbus Sans"/>
              </a:defRPr>
            </a:lvl5pPr>
            <a:lvl6pPr algn="r">
              <a:defRPr sz="1725" b="0">
                <a:solidFill>
                  <a:srgbClr val="5E7168"/>
                </a:solidFill>
                <a:latin typeface="Nimbus Sans"/>
                <a:ea typeface="Nimbus Sans"/>
                <a:cs typeface="Nimbus Sans"/>
              </a:defRPr>
            </a:lvl6pPr>
            <a:lvl7pPr algn="r">
              <a:defRPr sz="1725" b="0">
                <a:solidFill>
                  <a:srgbClr val="5E7168"/>
                </a:solidFill>
                <a:latin typeface="Nimbus Sans"/>
                <a:ea typeface="Nimbus Sans"/>
                <a:cs typeface="Nimbus Sans"/>
              </a:defRPr>
            </a:lvl7pPr>
            <a:lvl8pPr algn="r">
              <a:defRPr sz="1725" b="0">
                <a:solidFill>
                  <a:srgbClr val="5E7168"/>
                </a:solidFill>
                <a:latin typeface="Nimbus Sans"/>
                <a:ea typeface="Nimbus Sans"/>
                <a:cs typeface="Nimbus Sans"/>
              </a:defRPr>
            </a:lvl8pPr>
            <a:lvl9pPr algn="r">
              <a:defRPr sz="1725" b="0">
                <a:solidFill>
                  <a:srgbClr val="5E7168"/>
                </a:solidFill>
                <a:latin typeface="Nimbus Sans"/>
                <a:ea typeface="Nimbus Sans"/>
                <a:cs typeface="Nimbus Sans"/>
              </a:defRPr>
            </a:lvl9pPr>
          </a:lstStyle>
          <a:p xmlns:a="http://schemas.openxmlformats.org/drawingml/2006/main">
            <a:pPr algn="r">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B–E pull-down</a:t>
            </a:r>
          </a:p>
        </p:txBody>
      </p:sp>
      <p:sp>
        <p:nvSpPr>
          <p:cNvPr id="30" name="Shared control ground: Pi GND, transistor E a">
            <a:extLst xmlns:a="http://schemas.openxmlformats.org/drawingml/2006/main">
              <a:ext uri="{FF2B5EF4-FFF2-40B4-BE49-F238E27FC236}">
                <a16:creationId xmlns:a16="http://schemas.microsoft.com/office/drawing/2014/main" id="{AC101A95-EC4B-4BA8-9022-7E9C1D546F4F}"/>
              </a:ext>
            </a:extLst>
          </p:cNvPr>
          <p:cNvSpPr>
            <a:spLocks xmlns:a="http://schemas.openxmlformats.org/drawingml/2006/main" noGrp="1"/>
          </p:cNvSpPr>
          <p:nvPr/>
        </p:nvSpPr>
        <p:spPr>
          <a:xfrm xmlns:a="http://schemas.openxmlformats.org/drawingml/2006/main">
            <a:off x="609600" y="5753100"/>
            <a:ext cx="1085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24745B"/>
                </a:solidFill>
                <a:latin typeface="Nimbus Sans"/>
                <a:ea typeface="Nimbus Sans"/>
                <a:cs typeface="Nimbus Sans"/>
              </a:defRPr>
            </a:defPPr>
            <a:lvl1pPr algn="l">
              <a:defRPr sz="1950" b="1">
                <a:solidFill>
                  <a:srgbClr val="24745B"/>
                </a:solidFill>
                <a:latin typeface="Nimbus Sans"/>
                <a:ea typeface="Nimbus Sans"/>
                <a:cs typeface="Nimbus Sans"/>
              </a:defRPr>
            </a:lvl1pPr>
            <a:lvl2pPr algn="l">
              <a:defRPr sz="1950" b="1">
                <a:solidFill>
                  <a:srgbClr val="24745B"/>
                </a:solidFill>
                <a:latin typeface="Nimbus Sans"/>
                <a:ea typeface="Nimbus Sans"/>
                <a:cs typeface="Nimbus Sans"/>
              </a:defRPr>
            </a:lvl2pPr>
            <a:lvl3pPr algn="l">
              <a:defRPr sz="1950" b="1">
                <a:solidFill>
                  <a:srgbClr val="24745B"/>
                </a:solidFill>
                <a:latin typeface="Nimbus Sans"/>
                <a:ea typeface="Nimbus Sans"/>
                <a:cs typeface="Nimbus Sans"/>
              </a:defRPr>
            </a:lvl3pPr>
            <a:lvl4pPr algn="l">
              <a:defRPr sz="1950" b="1">
                <a:solidFill>
                  <a:srgbClr val="24745B"/>
                </a:solidFill>
                <a:latin typeface="Nimbus Sans"/>
                <a:ea typeface="Nimbus Sans"/>
                <a:cs typeface="Nimbus Sans"/>
              </a:defRPr>
            </a:lvl4pPr>
            <a:lvl5pPr algn="l">
              <a:defRPr sz="1950" b="1">
                <a:solidFill>
                  <a:srgbClr val="24745B"/>
                </a:solidFill>
                <a:latin typeface="Nimbus Sans"/>
                <a:ea typeface="Nimbus Sans"/>
                <a:cs typeface="Nimbus Sans"/>
              </a:defRPr>
            </a:lvl5pPr>
            <a:lvl6pPr algn="l">
              <a:defRPr sz="1950" b="1">
                <a:solidFill>
                  <a:srgbClr val="24745B"/>
                </a:solidFill>
                <a:latin typeface="Nimbus Sans"/>
                <a:ea typeface="Nimbus Sans"/>
                <a:cs typeface="Nimbus Sans"/>
              </a:defRPr>
            </a:lvl6pPr>
            <a:lvl7pPr algn="l">
              <a:defRPr sz="1950" b="1">
                <a:solidFill>
                  <a:srgbClr val="24745B"/>
                </a:solidFill>
                <a:latin typeface="Nimbus Sans"/>
                <a:ea typeface="Nimbus Sans"/>
                <a:cs typeface="Nimbus Sans"/>
              </a:defRPr>
            </a:lvl7pPr>
            <a:lvl8pPr algn="l">
              <a:defRPr sz="1950" b="1">
                <a:solidFill>
                  <a:srgbClr val="24745B"/>
                </a:solidFill>
                <a:latin typeface="Nimbus Sans"/>
                <a:ea typeface="Nimbus Sans"/>
                <a:cs typeface="Nimbus Sans"/>
              </a:defRPr>
            </a:lvl8pPr>
            <a:lvl9pPr algn="l">
              <a:defRPr sz="1950" b="1">
                <a:solidFill>
                  <a:srgbClr val="24745B"/>
                </a:solidFill>
                <a:latin typeface="Nimbus Sans"/>
                <a:ea typeface="Nimbus Sans"/>
                <a:cs typeface="Nimbus Sans"/>
              </a:defRPr>
            </a:lvl9pPr>
          </a:lstStyle>
          <a:p xmlns:a="http://schemas.openxmlformats.org/drawingml/2006/main">
            <a:pPr algn="l">
              <a:defRPr sz="1950" b="1">
                <a:solidFill>
                  <a:srgbClr val="24745B"/>
                </a:solidFill>
                <a:latin typeface="Nimbus Sans"/>
                <a:ea typeface="Nimbus Sans"/>
                <a:cs typeface="Nimbus Sans"/>
              </a:defRPr>
            </a:pPr>
            <a:r>
              <a:rPr sz="1950" b="1">
                <a:solidFill>
                  <a:srgbClr val="24745B"/>
                </a:solidFill>
                <a:latin typeface="Nimbus Sans"/>
                <a:ea typeface="Nimbus Sans"/>
                <a:cs typeface="Nimbus Sans"/>
              </a:rPr>
              <a:t>Shared control ground: Pi GND, transistor E and relay logic GND</a:t>
            </a:r>
          </a:p>
        </p:txBody>
      </p:sp>
      <p:sp>
        <p:nvSpPr>
          <p:cNvPr id="31" name="GPIO HIGH (3.3 V) for 0.5 s pulls IN LOW. GPI">
            <a:extLst xmlns:a="http://schemas.openxmlformats.org/drawingml/2006/main">
              <a:ext uri="{FF2B5EF4-FFF2-40B4-BE49-F238E27FC236}">
                <a16:creationId xmlns:a16="http://schemas.microsoft.com/office/drawing/2014/main" id="{1572AD36-FA4E-4193-B4FE-A9533EAE5600}"/>
              </a:ext>
            </a:extLst>
          </p:cNvPr>
          <p:cNvSpPr>
            <a:spLocks xmlns:a="http://schemas.openxmlformats.org/drawingml/2006/main" noGrp="1"/>
          </p:cNvSpPr>
          <p:nvPr/>
        </p:nvSpPr>
        <p:spPr>
          <a:xfrm xmlns:a="http://schemas.openxmlformats.org/drawingml/2006/main">
            <a:off x="609600" y="6200775"/>
            <a:ext cx="1076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53D33"/>
                </a:solidFill>
                <a:latin typeface="Nimbus Sans"/>
                <a:ea typeface="Nimbus Sans"/>
                <a:cs typeface="Nimbus Sans"/>
              </a:defRPr>
            </a:defPPr>
            <a:lvl1pPr algn="l">
              <a:defRPr sz="1725" b="0">
                <a:solidFill>
                  <a:srgbClr val="153D33"/>
                </a:solidFill>
                <a:latin typeface="Nimbus Sans"/>
                <a:ea typeface="Nimbus Sans"/>
                <a:cs typeface="Nimbus Sans"/>
              </a:defRPr>
            </a:lvl1pPr>
            <a:lvl2pPr algn="l">
              <a:defRPr sz="1725" b="0">
                <a:solidFill>
                  <a:srgbClr val="153D33"/>
                </a:solidFill>
                <a:latin typeface="Nimbus Sans"/>
                <a:ea typeface="Nimbus Sans"/>
                <a:cs typeface="Nimbus Sans"/>
              </a:defRPr>
            </a:lvl2pPr>
            <a:lvl3pPr algn="l">
              <a:defRPr sz="1725" b="0">
                <a:solidFill>
                  <a:srgbClr val="153D33"/>
                </a:solidFill>
                <a:latin typeface="Nimbus Sans"/>
                <a:ea typeface="Nimbus Sans"/>
                <a:cs typeface="Nimbus Sans"/>
              </a:defRPr>
            </a:lvl3pPr>
            <a:lvl4pPr algn="l">
              <a:defRPr sz="1725" b="0">
                <a:solidFill>
                  <a:srgbClr val="153D33"/>
                </a:solidFill>
                <a:latin typeface="Nimbus Sans"/>
                <a:ea typeface="Nimbus Sans"/>
                <a:cs typeface="Nimbus Sans"/>
              </a:defRPr>
            </a:lvl4pPr>
            <a:lvl5pPr algn="l">
              <a:defRPr sz="1725" b="0">
                <a:solidFill>
                  <a:srgbClr val="153D33"/>
                </a:solidFill>
                <a:latin typeface="Nimbus Sans"/>
                <a:ea typeface="Nimbus Sans"/>
                <a:cs typeface="Nimbus Sans"/>
              </a:defRPr>
            </a:lvl5pPr>
            <a:lvl6pPr algn="l">
              <a:defRPr sz="1725" b="0">
                <a:solidFill>
                  <a:srgbClr val="153D33"/>
                </a:solidFill>
                <a:latin typeface="Nimbus Sans"/>
                <a:ea typeface="Nimbus Sans"/>
                <a:cs typeface="Nimbus Sans"/>
              </a:defRPr>
            </a:lvl6pPr>
            <a:lvl7pPr algn="l">
              <a:defRPr sz="1725" b="0">
                <a:solidFill>
                  <a:srgbClr val="153D33"/>
                </a:solidFill>
                <a:latin typeface="Nimbus Sans"/>
                <a:ea typeface="Nimbus Sans"/>
                <a:cs typeface="Nimbus Sans"/>
              </a:defRPr>
            </a:lvl7pPr>
            <a:lvl8pPr algn="l">
              <a:defRPr sz="1725" b="0">
                <a:solidFill>
                  <a:srgbClr val="153D33"/>
                </a:solidFill>
                <a:latin typeface="Nimbus Sans"/>
                <a:ea typeface="Nimbus Sans"/>
                <a:cs typeface="Nimbus Sans"/>
              </a:defRPr>
            </a:lvl8pPr>
            <a:lvl9pPr algn="l">
              <a:defRPr sz="1725" b="0">
                <a:solidFill>
                  <a:srgbClr val="153D33"/>
                </a:solidFill>
                <a:latin typeface="Nimbus Sans"/>
                <a:ea typeface="Nimbus Sans"/>
                <a:cs typeface="Nimbus Sans"/>
              </a:defRPr>
            </a:lvl9pPr>
          </a:lstStyle>
          <a:p xmlns:a="http://schemas.openxmlformats.org/drawingml/2006/main">
            <a:pPr algn="l">
              <a:defRPr sz="1725" b="0">
                <a:solidFill>
                  <a:srgbClr val="153D33"/>
                </a:solidFill>
                <a:latin typeface="Nimbus Sans"/>
                <a:ea typeface="Nimbus Sans"/>
                <a:cs typeface="Nimbus Sans"/>
              </a:defRPr>
            </a:pPr>
            <a:r>
              <a:rPr sz="1725" b="0">
                <a:solidFill>
                  <a:srgbClr val="153D33"/>
                </a:solidFill>
                <a:latin typeface="Nimbus Sans"/>
                <a:ea typeface="Nimbus Sans"/>
                <a:cs typeface="Nimbus Sans"/>
              </a:rPr>
              <a:t>GPIO HIGH (3.3 V) for 0.5 s pulls IN LOW. GPIO LOW is the idle command.</a:t>
            </a:r>
          </a:p>
        </p:txBody>
      </p:sp>
    </p:spTree>
    <p:extLst>
      <p:ext uri="{BB962C8B-B14F-4D97-AF65-F5344CB8AC3E}">
        <p14:creationId xmlns:p14="http://schemas.microsoft.com/office/powerpoint/2010/main" val="784473421"/>
      </p:ext>
    </p:extLst>
  </p:cSld>
</p:sld>
</file>

<file path=ppt/slides/slide5.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37" name="Four-channel lock power distribution">
            <a:extLst xmlns:a="http://schemas.openxmlformats.org/drawingml/2006/main">
              <a:ext uri="{FF2B5EF4-FFF2-40B4-BE49-F238E27FC236}">
                <a16:creationId xmlns:a16="http://schemas.microsoft.com/office/drawing/2014/main" id="{2183237F-0398-4A47-B62B-7179ED6ACFAA}"/>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Four-channel lock power distribution</a:t>
            </a:r>
          </a:p>
        </p:txBody>
      </p:sp>
      <p:sp>
        <p:nvSpPr>
          <p:cNvPr id="2" name="Functional layout for power-to-unlock locks. ">
            <a:extLst xmlns:a="http://schemas.openxmlformats.org/drawingml/2006/main">
              <a:ext uri="{FF2B5EF4-FFF2-40B4-BE49-F238E27FC236}">
                <a16:creationId xmlns:a16="http://schemas.microsoft.com/office/drawing/2014/main" id="{30B497F8-C52A-4C9D-BB47-0121CBD77651}"/>
              </a:ext>
            </a:extLst>
          </p:cNvPr>
          <p:cNvSpPr>
            <a:spLocks xmlns:a="http://schemas.openxmlformats.org/drawingml/2006/main" noGrp="1"/>
          </p:cNvSpPr>
          <p:nvPr/>
        </p:nvSpPr>
        <p:spPr>
          <a:xfrm xmlns:a="http://schemas.openxmlformats.org/drawingml/2006/main">
            <a:off x="609600" y="12001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Functional layout for power-to-unlock locks. Use each device’s rated supply and contact limits.</a:t>
            </a:r>
          </a:p>
        </p:txBody>
      </p:sp>
      <p:sp>
        <p:nvSpPr>
          <p:cNvPr id="3" name="05">
            <a:extLst xmlns:a="http://schemas.openxmlformats.org/drawingml/2006/main">
              <a:ext uri="{FF2B5EF4-FFF2-40B4-BE49-F238E27FC236}">
                <a16:creationId xmlns:a16="http://schemas.microsoft.com/office/drawing/2014/main" id="{5FA55E4F-7BD6-4CC4-A703-0EFABA8E939F}"/>
              </a:ext>
            </a:extLst>
          </p:cNvPr>
          <p:cNvSpPr>
            <a:spLocks xmlns:a="http://schemas.openxmlformats.org/drawingml/2006/main" noGrp="1"/>
          </p:cNvSpPr>
          <p:nvPr/>
        </p:nvSpPr>
        <p:spPr>
          <a:xfrm xmlns:a="http://schemas.openxmlformats.org/drawingml/2006/main">
            <a:off x="11239500" y="64198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05</a:t>
            </a:r>
          </a:p>
        </p:txBody>
      </p:sp>
      <p:sp>
        <p:nvSpPr>
          <p:cNvPr id="4" name="Lock DC supply">
            <a:extLst xmlns:a="http://schemas.openxmlformats.org/drawingml/2006/main">
              <a:ext uri="{FF2B5EF4-FFF2-40B4-BE49-F238E27FC236}">
                <a16:creationId xmlns:a16="http://schemas.microsoft.com/office/drawing/2014/main" id="{5CAC45DD-D076-4F6A-A850-30193DFF4629}"/>
              </a:ext>
            </a:extLst>
          </p:cNvPr>
          <p:cNvSpPr>
            <a:spLocks xmlns:a="http://schemas.openxmlformats.org/drawingml/2006/main" noGrp="1"/>
          </p:cNvSpPr>
          <p:nvPr/>
        </p:nvSpPr>
        <p:spPr>
          <a:xfrm xmlns:a="http://schemas.openxmlformats.org/drawingml/2006/main">
            <a:off x="609600" y="2790825"/>
            <a:ext cx="2095500" cy="1571625"/>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2100" b="1">
                <a:solidFill>
                  <a:srgbClr val="153D33"/>
                </a:solidFill>
                <a:latin typeface="Nimbus Sans"/>
                <a:ea typeface="Nimbus Sans"/>
                <a:cs typeface="Nimbus Sans"/>
              </a:defRPr>
            </a:defPPr>
            <a:lvl1pPr algn="ctr">
              <a:defRPr sz="2100" b="1">
                <a:solidFill>
                  <a:srgbClr val="153D33"/>
                </a:solidFill>
                <a:latin typeface="Nimbus Sans"/>
                <a:ea typeface="Nimbus Sans"/>
                <a:cs typeface="Nimbus Sans"/>
              </a:defRPr>
            </a:lvl1pPr>
            <a:lvl2pPr algn="ctr">
              <a:defRPr sz="2100" b="1">
                <a:solidFill>
                  <a:srgbClr val="153D33"/>
                </a:solidFill>
                <a:latin typeface="Nimbus Sans"/>
                <a:ea typeface="Nimbus Sans"/>
                <a:cs typeface="Nimbus Sans"/>
              </a:defRPr>
            </a:lvl2pPr>
            <a:lvl3pPr algn="ctr">
              <a:defRPr sz="2100" b="1">
                <a:solidFill>
                  <a:srgbClr val="153D33"/>
                </a:solidFill>
                <a:latin typeface="Nimbus Sans"/>
                <a:ea typeface="Nimbus Sans"/>
                <a:cs typeface="Nimbus Sans"/>
              </a:defRPr>
            </a:lvl3pPr>
            <a:lvl4pPr algn="ctr">
              <a:defRPr sz="2100" b="1">
                <a:solidFill>
                  <a:srgbClr val="153D33"/>
                </a:solidFill>
                <a:latin typeface="Nimbus Sans"/>
                <a:ea typeface="Nimbus Sans"/>
                <a:cs typeface="Nimbus Sans"/>
              </a:defRPr>
            </a:lvl4pPr>
            <a:lvl5pPr algn="ctr">
              <a:defRPr sz="2100" b="1">
                <a:solidFill>
                  <a:srgbClr val="153D33"/>
                </a:solidFill>
                <a:latin typeface="Nimbus Sans"/>
                <a:ea typeface="Nimbus Sans"/>
                <a:cs typeface="Nimbus Sans"/>
              </a:defRPr>
            </a:lvl5pPr>
            <a:lvl6pPr algn="ctr">
              <a:defRPr sz="2100" b="1">
                <a:solidFill>
                  <a:srgbClr val="153D33"/>
                </a:solidFill>
                <a:latin typeface="Nimbus Sans"/>
                <a:ea typeface="Nimbus Sans"/>
                <a:cs typeface="Nimbus Sans"/>
              </a:defRPr>
            </a:lvl6pPr>
            <a:lvl7pPr algn="ctr">
              <a:defRPr sz="2100" b="1">
                <a:solidFill>
                  <a:srgbClr val="153D33"/>
                </a:solidFill>
                <a:latin typeface="Nimbus Sans"/>
                <a:ea typeface="Nimbus Sans"/>
                <a:cs typeface="Nimbus Sans"/>
              </a:defRPr>
            </a:lvl7pPr>
            <a:lvl8pPr algn="ctr">
              <a:defRPr sz="2100" b="1">
                <a:solidFill>
                  <a:srgbClr val="153D33"/>
                </a:solidFill>
                <a:latin typeface="Nimbus Sans"/>
                <a:ea typeface="Nimbus Sans"/>
                <a:cs typeface="Nimbus Sans"/>
              </a:defRPr>
            </a:lvl8pPr>
            <a:lvl9pPr algn="ctr">
              <a:defRPr sz="2100" b="1">
                <a:solidFill>
                  <a:srgbClr val="153D33"/>
                </a:solidFill>
                <a:latin typeface="Nimbus Sans"/>
                <a:ea typeface="Nimbus Sans"/>
                <a:cs typeface="Nimbus Sans"/>
              </a:defRPr>
            </a:lvl9pPr>
          </a:lstStyle>
          <a:p xmlns:a="http://schemas.openxmlformats.org/drawingml/2006/main">
            <a:pPr algn="ctr">
              <a:defRPr sz="2100" b="1">
                <a:solidFill>
                  <a:srgbClr val="153D33"/>
                </a:solidFill>
                <a:latin typeface="Nimbus Sans"/>
                <a:ea typeface="Nimbus Sans"/>
                <a:cs typeface="Nimbus Sans"/>
              </a:defRPr>
            </a:pPr>
            <a:r>
              <a:rPr sz="2100" b="1">
                <a:solidFill>
                  <a:srgbClr val="153D33"/>
                </a:solidFill>
                <a:latin typeface="Nimbus Sans"/>
                <a:ea typeface="Nimbus Sans"/>
                <a:cs typeface="Nimbus Sans"/>
              </a:rPr>
              <a:t>Lock DC supply</a:t>
            </a:r>
          </a:p>
        </p:txBody>
      </p:sp>
      <p:sp>
        <p:nvSpPr>
          <p:cNvPr id="5" name="+">
            <a:extLst xmlns:a="http://schemas.openxmlformats.org/drawingml/2006/main">
              <a:ext uri="{FF2B5EF4-FFF2-40B4-BE49-F238E27FC236}">
                <a16:creationId xmlns:a16="http://schemas.microsoft.com/office/drawing/2014/main" id="{7D075265-13D2-48C8-B046-A5B499DCEED9}"/>
              </a:ext>
            </a:extLst>
          </p:cNvPr>
          <p:cNvSpPr>
            <a:spLocks xmlns:a="http://schemas.openxmlformats.org/drawingml/2006/main" noGrp="1"/>
          </p:cNvSpPr>
          <p:nvPr/>
        </p:nvSpPr>
        <p:spPr>
          <a:xfrm xmlns:a="http://schemas.openxmlformats.org/drawingml/2006/main">
            <a:off x="2152650" y="3019425"/>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24745B"/>
                </a:solidFill>
                <a:latin typeface="Nimbus Sans"/>
                <a:ea typeface="Nimbus Sans"/>
                <a:cs typeface="Nimbus Sans"/>
              </a:defRPr>
            </a:defPPr>
            <a:lvl1pPr algn="l">
              <a:defRPr sz="2550" b="1">
                <a:solidFill>
                  <a:srgbClr val="24745B"/>
                </a:solidFill>
                <a:latin typeface="Nimbus Sans"/>
                <a:ea typeface="Nimbus Sans"/>
                <a:cs typeface="Nimbus Sans"/>
              </a:defRPr>
            </a:lvl1pPr>
            <a:lvl2pPr algn="l">
              <a:defRPr sz="2550" b="1">
                <a:solidFill>
                  <a:srgbClr val="24745B"/>
                </a:solidFill>
                <a:latin typeface="Nimbus Sans"/>
                <a:ea typeface="Nimbus Sans"/>
                <a:cs typeface="Nimbus Sans"/>
              </a:defRPr>
            </a:lvl2pPr>
            <a:lvl3pPr algn="l">
              <a:defRPr sz="2550" b="1">
                <a:solidFill>
                  <a:srgbClr val="24745B"/>
                </a:solidFill>
                <a:latin typeface="Nimbus Sans"/>
                <a:ea typeface="Nimbus Sans"/>
                <a:cs typeface="Nimbus Sans"/>
              </a:defRPr>
            </a:lvl3pPr>
            <a:lvl4pPr algn="l">
              <a:defRPr sz="2550" b="1">
                <a:solidFill>
                  <a:srgbClr val="24745B"/>
                </a:solidFill>
                <a:latin typeface="Nimbus Sans"/>
                <a:ea typeface="Nimbus Sans"/>
                <a:cs typeface="Nimbus Sans"/>
              </a:defRPr>
            </a:lvl4pPr>
            <a:lvl5pPr algn="l">
              <a:defRPr sz="2550" b="1">
                <a:solidFill>
                  <a:srgbClr val="24745B"/>
                </a:solidFill>
                <a:latin typeface="Nimbus Sans"/>
                <a:ea typeface="Nimbus Sans"/>
                <a:cs typeface="Nimbus Sans"/>
              </a:defRPr>
            </a:lvl5pPr>
            <a:lvl6pPr algn="l">
              <a:defRPr sz="2550" b="1">
                <a:solidFill>
                  <a:srgbClr val="24745B"/>
                </a:solidFill>
                <a:latin typeface="Nimbus Sans"/>
                <a:ea typeface="Nimbus Sans"/>
                <a:cs typeface="Nimbus Sans"/>
              </a:defRPr>
            </a:lvl6pPr>
            <a:lvl7pPr algn="l">
              <a:defRPr sz="2550" b="1">
                <a:solidFill>
                  <a:srgbClr val="24745B"/>
                </a:solidFill>
                <a:latin typeface="Nimbus Sans"/>
                <a:ea typeface="Nimbus Sans"/>
                <a:cs typeface="Nimbus Sans"/>
              </a:defRPr>
            </a:lvl7pPr>
            <a:lvl8pPr algn="l">
              <a:defRPr sz="2550" b="1">
                <a:solidFill>
                  <a:srgbClr val="24745B"/>
                </a:solidFill>
                <a:latin typeface="Nimbus Sans"/>
                <a:ea typeface="Nimbus Sans"/>
                <a:cs typeface="Nimbus Sans"/>
              </a:defRPr>
            </a:lvl8pPr>
            <a:lvl9pPr algn="l">
              <a:defRPr sz="2550" b="1">
                <a:solidFill>
                  <a:srgbClr val="24745B"/>
                </a:solidFill>
                <a:latin typeface="Nimbus Sans"/>
                <a:ea typeface="Nimbus Sans"/>
                <a:cs typeface="Nimbus Sans"/>
              </a:defRPr>
            </a:lvl9pPr>
          </a:lstStyle>
          <a:p xmlns:a="http://schemas.openxmlformats.org/drawingml/2006/main">
            <a:pPr algn="l">
              <a:defRPr sz="2550" b="1">
                <a:solidFill>
                  <a:srgbClr val="24745B"/>
                </a:solidFill>
                <a:latin typeface="Nimbus Sans"/>
                <a:ea typeface="Nimbus Sans"/>
                <a:cs typeface="Nimbus Sans"/>
              </a:defRPr>
            </a:pPr>
            <a:r>
              <a:rPr sz="2550" b="1">
                <a:solidFill>
                  <a:srgbClr val="24745B"/>
                </a:solidFill>
                <a:latin typeface="Nimbus Sans"/>
                <a:ea typeface="Nimbus Sans"/>
                <a:cs typeface="Nimbus Sans"/>
              </a:rPr>
              <a:t>+</a:t>
            </a:r>
          </a:p>
        </p:txBody>
      </p:sp>
      <p:sp>
        <p:nvSpPr>
          <p:cNvPr id="6" name="−">
            <a:extLst xmlns:a="http://schemas.openxmlformats.org/drawingml/2006/main">
              <a:ext uri="{FF2B5EF4-FFF2-40B4-BE49-F238E27FC236}">
                <a16:creationId xmlns:a16="http://schemas.microsoft.com/office/drawing/2014/main" id="{41DD4887-B768-42D2-9D67-ABECD38C1E0C}"/>
              </a:ext>
            </a:extLst>
          </p:cNvPr>
          <p:cNvSpPr>
            <a:spLocks xmlns:a="http://schemas.openxmlformats.org/drawingml/2006/main" noGrp="1"/>
          </p:cNvSpPr>
          <p:nvPr/>
        </p:nvSpPr>
        <p:spPr>
          <a:xfrm xmlns:a="http://schemas.openxmlformats.org/drawingml/2006/main">
            <a:off x="2152650" y="3781425"/>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5E7168"/>
                </a:solidFill>
                <a:latin typeface="Nimbus Sans"/>
                <a:ea typeface="Nimbus Sans"/>
                <a:cs typeface="Nimbus Sans"/>
              </a:defRPr>
            </a:defPPr>
            <a:lvl1pPr algn="l">
              <a:defRPr sz="2550" b="1">
                <a:solidFill>
                  <a:srgbClr val="5E7168"/>
                </a:solidFill>
                <a:latin typeface="Nimbus Sans"/>
                <a:ea typeface="Nimbus Sans"/>
                <a:cs typeface="Nimbus Sans"/>
              </a:defRPr>
            </a:lvl1pPr>
            <a:lvl2pPr algn="l">
              <a:defRPr sz="2550" b="1">
                <a:solidFill>
                  <a:srgbClr val="5E7168"/>
                </a:solidFill>
                <a:latin typeface="Nimbus Sans"/>
                <a:ea typeface="Nimbus Sans"/>
                <a:cs typeface="Nimbus Sans"/>
              </a:defRPr>
            </a:lvl2pPr>
            <a:lvl3pPr algn="l">
              <a:defRPr sz="2550" b="1">
                <a:solidFill>
                  <a:srgbClr val="5E7168"/>
                </a:solidFill>
                <a:latin typeface="Nimbus Sans"/>
                <a:ea typeface="Nimbus Sans"/>
                <a:cs typeface="Nimbus Sans"/>
              </a:defRPr>
            </a:lvl3pPr>
            <a:lvl4pPr algn="l">
              <a:defRPr sz="2550" b="1">
                <a:solidFill>
                  <a:srgbClr val="5E7168"/>
                </a:solidFill>
                <a:latin typeface="Nimbus Sans"/>
                <a:ea typeface="Nimbus Sans"/>
                <a:cs typeface="Nimbus Sans"/>
              </a:defRPr>
            </a:lvl4pPr>
            <a:lvl5pPr algn="l">
              <a:defRPr sz="2550" b="1">
                <a:solidFill>
                  <a:srgbClr val="5E7168"/>
                </a:solidFill>
                <a:latin typeface="Nimbus Sans"/>
                <a:ea typeface="Nimbus Sans"/>
                <a:cs typeface="Nimbus Sans"/>
              </a:defRPr>
            </a:lvl5pPr>
            <a:lvl6pPr algn="l">
              <a:defRPr sz="2550" b="1">
                <a:solidFill>
                  <a:srgbClr val="5E7168"/>
                </a:solidFill>
                <a:latin typeface="Nimbus Sans"/>
                <a:ea typeface="Nimbus Sans"/>
                <a:cs typeface="Nimbus Sans"/>
              </a:defRPr>
            </a:lvl6pPr>
            <a:lvl7pPr algn="l">
              <a:defRPr sz="2550" b="1">
                <a:solidFill>
                  <a:srgbClr val="5E7168"/>
                </a:solidFill>
                <a:latin typeface="Nimbus Sans"/>
                <a:ea typeface="Nimbus Sans"/>
                <a:cs typeface="Nimbus Sans"/>
              </a:defRPr>
            </a:lvl7pPr>
            <a:lvl8pPr algn="l">
              <a:defRPr sz="2550" b="1">
                <a:solidFill>
                  <a:srgbClr val="5E7168"/>
                </a:solidFill>
                <a:latin typeface="Nimbus Sans"/>
                <a:ea typeface="Nimbus Sans"/>
                <a:cs typeface="Nimbus Sans"/>
              </a:defRPr>
            </a:lvl8pPr>
            <a:lvl9pPr algn="l">
              <a:defRPr sz="2550" b="1">
                <a:solidFill>
                  <a:srgbClr val="5E7168"/>
                </a:solidFill>
                <a:latin typeface="Nimbus Sans"/>
                <a:ea typeface="Nimbus Sans"/>
                <a:cs typeface="Nimbus Sans"/>
              </a:defRPr>
            </a:lvl9pPr>
          </a:lstStyle>
          <a:p xmlns:a="http://schemas.openxmlformats.org/drawingml/2006/main">
            <a:pPr algn="l">
              <a:defRPr sz="2550" b="1">
                <a:solidFill>
                  <a:srgbClr val="5E7168"/>
                </a:solidFill>
                <a:latin typeface="Nimbus Sans"/>
                <a:ea typeface="Nimbus Sans"/>
                <a:cs typeface="Nimbus Sans"/>
              </a:defRPr>
            </a:pPr>
            <a:r>
              <a:rPr sz="2550" b="1">
                <a:solidFill>
                  <a:srgbClr val="5E7168"/>
                </a:solidFill>
                <a:latin typeface="Nimbus Sans"/>
                <a:ea typeface="Nimbus Sans"/>
                <a:cs typeface="Nimbus Sans"/>
              </a:rPr>
              <a:t>−</a:t>
            </a:r>
          </a:p>
        </p:txBody>
      </p:sp>
      <p:cxnSp>
        <p:nvCxnSpPr>
          <p:cNvPr id="7" name="">
            <a:extLst xmlns:a="http://schemas.openxmlformats.org/drawingml/2006/main">
              <a:ext uri="{FF2B5EF4-FFF2-40B4-BE49-F238E27FC236}">
                <a16:creationId xmlns:a16="http://schemas.microsoft.com/office/drawing/2014/main" id="{79E6CBF7-802E-4E03-B72B-C6F2BE99D2AF}"/>
              </a:ext>
            </a:extLst>
          </p:cNvPr>
          <p:cNvCxnSpPr/>
          <p:nvPr/>
        </p:nvCxnSpPr>
        <p:spPr>
          <a:xfrm xmlns:a="http://schemas.openxmlformats.org/drawingml/2006/main">
            <a:off x="2705100" y="3238500"/>
            <a:ext cx="628650" cy="0"/>
          </a:xfrm>
          <a:prstGeom xmlns:a="http://schemas.openxmlformats.org/drawingml/2006/main" prst="straightConnector1">
            <a:avLst/>
          </a:prstGeom>
          <a:ln xmlns:a="http://schemas.openxmlformats.org/drawingml/2006/main" w="19050">
            <a:solidFill>
              <a:srgbClr val="24745B"/>
            </a:solidFill>
            <a:prstDash val="solid"/>
          </a:ln>
        </p:spPr>
      </p:cxnSp>
      <p:cxnSp>
        <p:nvCxnSpPr>
          <p:cNvPr id="8" name="">
            <a:extLst xmlns:a="http://schemas.openxmlformats.org/drawingml/2006/main">
              <a:ext uri="{FF2B5EF4-FFF2-40B4-BE49-F238E27FC236}">
                <a16:creationId xmlns:a16="http://schemas.microsoft.com/office/drawing/2014/main" id="{FC43212A-42FB-4AA5-B40E-C8637588B9EA}"/>
              </a:ext>
            </a:extLst>
          </p:cNvPr>
          <p:cNvCxnSpPr/>
          <p:nvPr/>
        </p:nvCxnSpPr>
        <p:spPr>
          <a:xfrm xmlns:a="http://schemas.openxmlformats.org/drawingml/2006/main">
            <a:off x="3333750" y="2000250"/>
            <a:ext cx="0" cy="2952750"/>
          </a:xfrm>
          <a:prstGeom xmlns:a="http://schemas.openxmlformats.org/drawingml/2006/main" prst="straightConnector1">
            <a:avLst/>
          </a:prstGeom>
          <a:ln xmlns:a="http://schemas.openxmlformats.org/drawingml/2006/main" w="19050">
            <a:solidFill>
              <a:srgbClr val="24745B"/>
            </a:solidFill>
            <a:prstDash val="solid"/>
          </a:ln>
        </p:spPr>
      </p:cxnSp>
      <p:cxnSp>
        <p:nvCxnSpPr>
          <p:cNvPr id="9" name="">
            <a:extLst xmlns:a="http://schemas.openxmlformats.org/drawingml/2006/main">
              <a:ext uri="{FF2B5EF4-FFF2-40B4-BE49-F238E27FC236}">
                <a16:creationId xmlns:a16="http://schemas.microsoft.com/office/drawing/2014/main" id="{58409543-A77F-465C-9BFB-BF44B5C9A540}"/>
              </a:ext>
            </a:extLst>
          </p:cNvPr>
          <p:cNvCxnSpPr/>
          <p:nvPr/>
        </p:nvCxnSpPr>
        <p:spPr>
          <a:xfrm xmlns:a="http://schemas.openxmlformats.org/drawingml/2006/main">
            <a:off x="3333750" y="2286000"/>
            <a:ext cx="904875" cy="0"/>
          </a:xfrm>
          <a:prstGeom xmlns:a="http://schemas.openxmlformats.org/drawingml/2006/main" prst="straightConnector1">
            <a:avLst/>
          </a:prstGeom>
          <a:ln xmlns:a="http://schemas.openxmlformats.org/drawingml/2006/main" w="19050">
            <a:solidFill>
              <a:srgbClr val="24745B"/>
            </a:solidFill>
            <a:prstDash val="solid"/>
          </a:ln>
        </p:spPr>
      </p:cxnSp>
      <p:sp>
        <p:nvSpPr>
          <p:cNvPr id="10" name="Relay 01&#10;COM / NO">
            <a:extLst xmlns:a="http://schemas.openxmlformats.org/drawingml/2006/main">
              <a:ext uri="{FF2B5EF4-FFF2-40B4-BE49-F238E27FC236}">
                <a16:creationId xmlns:a16="http://schemas.microsoft.com/office/drawing/2014/main" id="{D80E81D6-6ADE-4D34-819C-777BD391B93C}"/>
              </a:ext>
            </a:extLst>
          </p:cNvPr>
          <p:cNvSpPr>
            <a:spLocks xmlns:a="http://schemas.openxmlformats.org/drawingml/2006/main" noGrp="1"/>
          </p:cNvSpPr>
          <p:nvPr/>
        </p:nvSpPr>
        <p:spPr>
          <a:xfrm xmlns:a="http://schemas.openxmlformats.org/drawingml/2006/main">
            <a:off x="4238625" y="2000250"/>
            <a:ext cx="2381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725" b="1">
                <a:solidFill>
                  <a:srgbClr val="153D33"/>
                </a:solidFill>
                <a:latin typeface="Nimbus Sans"/>
                <a:ea typeface="Nimbus Sans"/>
                <a:cs typeface="Nimbus Sans"/>
              </a:defRPr>
            </a:defPPr>
            <a:lvl1pPr algn="ctr">
              <a:defRPr sz="1725" b="1">
                <a:solidFill>
                  <a:srgbClr val="153D33"/>
                </a:solidFill>
                <a:latin typeface="Nimbus Sans"/>
                <a:ea typeface="Nimbus Sans"/>
                <a:cs typeface="Nimbus Sans"/>
              </a:defRPr>
            </a:lvl1pPr>
            <a:lvl2pPr algn="ctr">
              <a:defRPr sz="1725" b="1">
                <a:solidFill>
                  <a:srgbClr val="153D33"/>
                </a:solidFill>
                <a:latin typeface="Nimbus Sans"/>
                <a:ea typeface="Nimbus Sans"/>
                <a:cs typeface="Nimbus Sans"/>
              </a:defRPr>
            </a:lvl2pPr>
            <a:lvl3pPr algn="ctr">
              <a:defRPr sz="1725" b="1">
                <a:solidFill>
                  <a:srgbClr val="153D33"/>
                </a:solidFill>
                <a:latin typeface="Nimbus Sans"/>
                <a:ea typeface="Nimbus Sans"/>
                <a:cs typeface="Nimbus Sans"/>
              </a:defRPr>
            </a:lvl3pPr>
            <a:lvl4pPr algn="ctr">
              <a:defRPr sz="1725" b="1">
                <a:solidFill>
                  <a:srgbClr val="153D33"/>
                </a:solidFill>
                <a:latin typeface="Nimbus Sans"/>
                <a:ea typeface="Nimbus Sans"/>
                <a:cs typeface="Nimbus Sans"/>
              </a:defRPr>
            </a:lvl4pPr>
            <a:lvl5pPr algn="ctr">
              <a:defRPr sz="1725" b="1">
                <a:solidFill>
                  <a:srgbClr val="153D33"/>
                </a:solidFill>
                <a:latin typeface="Nimbus Sans"/>
                <a:ea typeface="Nimbus Sans"/>
                <a:cs typeface="Nimbus Sans"/>
              </a:defRPr>
            </a:lvl5pPr>
            <a:lvl6pPr algn="ctr">
              <a:defRPr sz="1725" b="1">
                <a:solidFill>
                  <a:srgbClr val="153D33"/>
                </a:solidFill>
                <a:latin typeface="Nimbus Sans"/>
                <a:ea typeface="Nimbus Sans"/>
                <a:cs typeface="Nimbus Sans"/>
              </a:defRPr>
            </a:lvl6pPr>
            <a:lvl7pPr algn="ctr">
              <a:defRPr sz="1725" b="1">
                <a:solidFill>
                  <a:srgbClr val="153D33"/>
                </a:solidFill>
                <a:latin typeface="Nimbus Sans"/>
                <a:ea typeface="Nimbus Sans"/>
                <a:cs typeface="Nimbus Sans"/>
              </a:defRPr>
            </a:lvl7pPr>
            <a:lvl8pPr algn="ctr">
              <a:defRPr sz="1725" b="1">
                <a:solidFill>
                  <a:srgbClr val="153D33"/>
                </a:solidFill>
                <a:latin typeface="Nimbus Sans"/>
                <a:ea typeface="Nimbus Sans"/>
                <a:cs typeface="Nimbus Sans"/>
              </a:defRPr>
            </a:lvl8pPr>
            <a:lvl9pPr algn="ctr">
              <a:defRPr sz="1725" b="1">
                <a:solidFill>
                  <a:srgbClr val="153D33"/>
                </a:solidFill>
                <a:latin typeface="Nimbus Sans"/>
                <a:ea typeface="Nimbus Sans"/>
                <a:cs typeface="Nimbus Sans"/>
              </a:defRPr>
            </a:lvl9pPr>
          </a:lstStyle>
          <a:p xmlns:a="http://schemas.openxmlformats.org/drawingml/2006/main">
            <a:pPr algn="ctr">
              <a:defRPr sz="1725" b="1">
                <a:solidFill>
                  <a:srgbClr val="153D33"/>
                </a:solidFill>
                <a:latin typeface="Nimbus Sans"/>
                <a:ea typeface="Nimbus Sans"/>
                <a:cs typeface="Nimbus Sans"/>
              </a:defRPr>
            </a:pPr>
            <a:r>
              <a:rPr sz="1725" b="1">
                <a:solidFill>
                  <a:srgbClr val="153D33"/>
                </a:solidFill>
                <a:latin typeface="Nimbus Sans"/>
                <a:ea typeface="Nimbus Sans"/>
                <a:cs typeface="Nimbus Sans"/>
              </a:rPr>
              <a:t>Relay 01</a:t>
            </a:r>
          </a:p>
          <a:p xmlns:a="http://schemas.openxmlformats.org/drawingml/2006/main">
            <a:pPr algn="ctr">
              <a:defRPr sz="1725" b="1">
                <a:solidFill>
                  <a:srgbClr val="153D33"/>
                </a:solidFill>
                <a:latin typeface="Nimbus Sans"/>
                <a:ea typeface="Nimbus Sans"/>
                <a:cs typeface="Nimbus Sans"/>
              </a:defRPr>
            </a:pPr>
            <a:r>
              <a:rPr sz="1725" b="1">
                <a:solidFill>
                  <a:srgbClr val="153D33"/>
                </a:solidFill>
                <a:latin typeface="Nimbus Sans"/>
                <a:ea typeface="Nimbus Sans"/>
                <a:cs typeface="Nimbus Sans"/>
              </a:rPr>
              <a:t>COM / NO</a:t>
            </a:r>
          </a:p>
        </p:txBody>
      </p:sp>
      <p:cxnSp>
        <p:nvCxnSpPr>
          <p:cNvPr id="11" name="">
            <a:extLst xmlns:a="http://schemas.openxmlformats.org/drawingml/2006/main">
              <a:ext uri="{FF2B5EF4-FFF2-40B4-BE49-F238E27FC236}">
                <a16:creationId xmlns:a16="http://schemas.microsoft.com/office/drawing/2014/main" id="{E9D5CAC3-1A59-4655-BE01-2ED82D0ED6BD}"/>
              </a:ext>
            </a:extLst>
          </p:cNvPr>
          <p:cNvCxnSpPr/>
          <p:nvPr/>
        </p:nvCxnSpPr>
        <p:spPr>
          <a:xfrm xmlns:a="http://schemas.openxmlformats.org/drawingml/2006/main">
            <a:off x="6619875" y="2286000"/>
            <a:ext cx="114300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sp>
        <p:nvSpPr>
          <p:cNvPr id="12" name="Lock 01   + / −">
            <a:extLst xmlns:a="http://schemas.openxmlformats.org/drawingml/2006/main">
              <a:ext uri="{FF2B5EF4-FFF2-40B4-BE49-F238E27FC236}">
                <a16:creationId xmlns:a16="http://schemas.microsoft.com/office/drawing/2014/main" id="{DA1CBEC5-FCE3-4EB2-99D8-8AE80E93E150}"/>
              </a:ext>
            </a:extLst>
          </p:cNvPr>
          <p:cNvSpPr>
            <a:spLocks xmlns:a="http://schemas.openxmlformats.org/drawingml/2006/main" noGrp="1"/>
          </p:cNvSpPr>
          <p:nvPr/>
        </p:nvSpPr>
        <p:spPr>
          <a:xfrm xmlns:a="http://schemas.openxmlformats.org/drawingml/2006/main">
            <a:off x="7762875" y="2000250"/>
            <a:ext cx="2857500" cy="59055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00" b="1">
                <a:solidFill>
                  <a:srgbClr val="153D33"/>
                </a:solidFill>
                <a:latin typeface="Nimbus Sans"/>
                <a:ea typeface="Nimbus Sans"/>
                <a:cs typeface="Nimbus Sans"/>
              </a:defRPr>
            </a:defPPr>
            <a:lvl1pPr algn="ctr">
              <a:defRPr sz="1800" b="1">
                <a:solidFill>
                  <a:srgbClr val="153D33"/>
                </a:solidFill>
                <a:latin typeface="Nimbus Sans"/>
                <a:ea typeface="Nimbus Sans"/>
                <a:cs typeface="Nimbus Sans"/>
              </a:defRPr>
            </a:lvl1pPr>
            <a:lvl2pPr algn="ctr">
              <a:defRPr sz="1800" b="1">
                <a:solidFill>
                  <a:srgbClr val="153D33"/>
                </a:solidFill>
                <a:latin typeface="Nimbus Sans"/>
                <a:ea typeface="Nimbus Sans"/>
                <a:cs typeface="Nimbus Sans"/>
              </a:defRPr>
            </a:lvl2pPr>
            <a:lvl3pPr algn="ctr">
              <a:defRPr sz="1800" b="1">
                <a:solidFill>
                  <a:srgbClr val="153D33"/>
                </a:solidFill>
                <a:latin typeface="Nimbus Sans"/>
                <a:ea typeface="Nimbus Sans"/>
                <a:cs typeface="Nimbus Sans"/>
              </a:defRPr>
            </a:lvl3pPr>
            <a:lvl4pPr algn="ctr">
              <a:defRPr sz="1800" b="1">
                <a:solidFill>
                  <a:srgbClr val="153D33"/>
                </a:solidFill>
                <a:latin typeface="Nimbus Sans"/>
                <a:ea typeface="Nimbus Sans"/>
                <a:cs typeface="Nimbus Sans"/>
              </a:defRPr>
            </a:lvl4pPr>
            <a:lvl5pPr algn="ctr">
              <a:defRPr sz="1800" b="1">
                <a:solidFill>
                  <a:srgbClr val="153D33"/>
                </a:solidFill>
                <a:latin typeface="Nimbus Sans"/>
                <a:ea typeface="Nimbus Sans"/>
                <a:cs typeface="Nimbus Sans"/>
              </a:defRPr>
            </a:lvl5pPr>
            <a:lvl6pPr algn="ctr">
              <a:defRPr sz="1800" b="1">
                <a:solidFill>
                  <a:srgbClr val="153D33"/>
                </a:solidFill>
                <a:latin typeface="Nimbus Sans"/>
                <a:ea typeface="Nimbus Sans"/>
                <a:cs typeface="Nimbus Sans"/>
              </a:defRPr>
            </a:lvl6pPr>
            <a:lvl7pPr algn="ctr">
              <a:defRPr sz="1800" b="1">
                <a:solidFill>
                  <a:srgbClr val="153D33"/>
                </a:solidFill>
                <a:latin typeface="Nimbus Sans"/>
                <a:ea typeface="Nimbus Sans"/>
                <a:cs typeface="Nimbus Sans"/>
              </a:defRPr>
            </a:lvl7pPr>
            <a:lvl8pPr algn="ctr">
              <a:defRPr sz="1800" b="1">
                <a:solidFill>
                  <a:srgbClr val="153D33"/>
                </a:solidFill>
                <a:latin typeface="Nimbus Sans"/>
                <a:ea typeface="Nimbus Sans"/>
                <a:cs typeface="Nimbus Sans"/>
              </a:defRPr>
            </a:lvl8pPr>
            <a:lvl9pPr algn="ctr">
              <a:defRPr sz="1800" b="1">
                <a:solidFill>
                  <a:srgbClr val="153D33"/>
                </a:solidFill>
                <a:latin typeface="Nimbus Sans"/>
                <a:ea typeface="Nimbus Sans"/>
                <a:cs typeface="Nimbus Sans"/>
              </a:defRPr>
            </a:lvl9pPr>
          </a:lstStyle>
          <a:p xmlns:a="http://schemas.openxmlformats.org/drawingml/2006/main">
            <a:pPr algn="ctr">
              <a:defRPr sz="1800" b="1">
                <a:solidFill>
                  <a:srgbClr val="153D33"/>
                </a:solidFill>
                <a:latin typeface="Nimbus Sans"/>
                <a:ea typeface="Nimbus Sans"/>
                <a:cs typeface="Nimbus Sans"/>
              </a:defRPr>
            </a:pPr>
            <a:r>
              <a:rPr sz="1800" b="1">
                <a:solidFill>
                  <a:srgbClr val="153D33"/>
                </a:solidFill>
                <a:latin typeface="Nimbus Sans"/>
                <a:ea typeface="Nimbus Sans"/>
                <a:cs typeface="Nimbus Sans"/>
              </a:rPr>
              <a:t>Lock 01   + / −</a:t>
            </a:r>
          </a:p>
        </p:txBody>
      </p:sp>
      <p:cxnSp>
        <p:nvCxnSpPr>
          <p:cNvPr id="13" name="">
            <a:extLst xmlns:a="http://schemas.openxmlformats.org/drawingml/2006/main">
              <a:ext uri="{FF2B5EF4-FFF2-40B4-BE49-F238E27FC236}">
                <a16:creationId xmlns:a16="http://schemas.microsoft.com/office/drawing/2014/main" id="{CB6A012D-481E-42D8-870C-9D7E05298A8B}"/>
              </a:ext>
            </a:extLst>
          </p:cNvPr>
          <p:cNvCxnSpPr/>
          <p:nvPr/>
        </p:nvCxnSpPr>
        <p:spPr>
          <a:xfrm xmlns:a="http://schemas.openxmlformats.org/drawingml/2006/main">
            <a:off x="10620375" y="2286000"/>
            <a:ext cx="428625" cy="0"/>
          </a:xfrm>
          <a:prstGeom xmlns:a="http://schemas.openxmlformats.org/drawingml/2006/main" prst="straightConnector1">
            <a:avLst/>
          </a:prstGeom>
          <a:ln xmlns:a="http://schemas.openxmlformats.org/drawingml/2006/main" w="19050">
            <a:solidFill>
              <a:srgbClr val="5E7168"/>
            </a:solidFill>
            <a:prstDash val="solid"/>
          </a:ln>
        </p:spPr>
      </p:cxnSp>
      <p:cxnSp>
        <p:nvCxnSpPr>
          <p:cNvPr id="14" name="">
            <a:extLst xmlns:a="http://schemas.openxmlformats.org/drawingml/2006/main">
              <a:ext uri="{FF2B5EF4-FFF2-40B4-BE49-F238E27FC236}">
                <a16:creationId xmlns:a16="http://schemas.microsoft.com/office/drawing/2014/main" id="{2A1819E1-6057-4A0B-9435-A1C505B2C7B2}"/>
              </a:ext>
            </a:extLst>
          </p:cNvPr>
          <p:cNvCxnSpPr/>
          <p:nvPr/>
        </p:nvCxnSpPr>
        <p:spPr>
          <a:xfrm xmlns:a="http://schemas.openxmlformats.org/drawingml/2006/main">
            <a:off x="3333750" y="3238500"/>
            <a:ext cx="904875" cy="0"/>
          </a:xfrm>
          <a:prstGeom xmlns:a="http://schemas.openxmlformats.org/drawingml/2006/main" prst="straightConnector1">
            <a:avLst/>
          </a:prstGeom>
          <a:ln xmlns:a="http://schemas.openxmlformats.org/drawingml/2006/main" w="19050">
            <a:solidFill>
              <a:srgbClr val="24745B"/>
            </a:solidFill>
            <a:prstDash val="solid"/>
          </a:ln>
        </p:spPr>
      </p:cxnSp>
      <p:sp>
        <p:nvSpPr>
          <p:cNvPr id="15" name="Relay 02&#10;COM / NO">
            <a:extLst xmlns:a="http://schemas.openxmlformats.org/drawingml/2006/main">
              <a:ext uri="{FF2B5EF4-FFF2-40B4-BE49-F238E27FC236}">
                <a16:creationId xmlns:a16="http://schemas.microsoft.com/office/drawing/2014/main" id="{2BBAA94F-2BD3-4DC9-A436-82DB6E332A6E}"/>
              </a:ext>
            </a:extLst>
          </p:cNvPr>
          <p:cNvSpPr>
            <a:spLocks xmlns:a="http://schemas.openxmlformats.org/drawingml/2006/main" noGrp="1"/>
          </p:cNvSpPr>
          <p:nvPr/>
        </p:nvSpPr>
        <p:spPr>
          <a:xfrm xmlns:a="http://schemas.openxmlformats.org/drawingml/2006/main">
            <a:off x="4238625" y="2952750"/>
            <a:ext cx="2381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725" b="1">
                <a:solidFill>
                  <a:srgbClr val="153D33"/>
                </a:solidFill>
                <a:latin typeface="Nimbus Sans"/>
                <a:ea typeface="Nimbus Sans"/>
                <a:cs typeface="Nimbus Sans"/>
              </a:defRPr>
            </a:defPPr>
            <a:lvl1pPr algn="ctr">
              <a:defRPr sz="1725" b="1">
                <a:solidFill>
                  <a:srgbClr val="153D33"/>
                </a:solidFill>
                <a:latin typeface="Nimbus Sans"/>
                <a:ea typeface="Nimbus Sans"/>
                <a:cs typeface="Nimbus Sans"/>
              </a:defRPr>
            </a:lvl1pPr>
            <a:lvl2pPr algn="ctr">
              <a:defRPr sz="1725" b="1">
                <a:solidFill>
                  <a:srgbClr val="153D33"/>
                </a:solidFill>
                <a:latin typeface="Nimbus Sans"/>
                <a:ea typeface="Nimbus Sans"/>
                <a:cs typeface="Nimbus Sans"/>
              </a:defRPr>
            </a:lvl2pPr>
            <a:lvl3pPr algn="ctr">
              <a:defRPr sz="1725" b="1">
                <a:solidFill>
                  <a:srgbClr val="153D33"/>
                </a:solidFill>
                <a:latin typeface="Nimbus Sans"/>
                <a:ea typeface="Nimbus Sans"/>
                <a:cs typeface="Nimbus Sans"/>
              </a:defRPr>
            </a:lvl3pPr>
            <a:lvl4pPr algn="ctr">
              <a:defRPr sz="1725" b="1">
                <a:solidFill>
                  <a:srgbClr val="153D33"/>
                </a:solidFill>
                <a:latin typeface="Nimbus Sans"/>
                <a:ea typeface="Nimbus Sans"/>
                <a:cs typeface="Nimbus Sans"/>
              </a:defRPr>
            </a:lvl4pPr>
            <a:lvl5pPr algn="ctr">
              <a:defRPr sz="1725" b="1">
                <a:solidFill>
                  <a:srgbClr val="153D33"/>
                </a:solidFill>
                <a:latin typeface="Nimbus Sans"/>
                <a:ea typeface="Nimbus Sans"/>
                <a:cs typeface="Nimbus Sans"/>
              </a:defRPr>
            </a:lvl5pPr>
            <a:lvl6pPr algn="ctr">
              <a:defRPr sz="1725" b="1">
                <a:solidFill>
                  <a:srgbClr val="153D33"/>
                </a:solidFill>
                <a:latin typeface="Nimbus Sans"/>
                <a:ea typeface="Nimbus Sans"/>
                <a:cs typeface="Nimbus Sans"/>
              </a:defRPr>
            </a:lvl6pPr>
            <a:lvl7pPr algn="ctr">
              <a:defRPr sz="1725" b="1">
                <a:solidFill>
                  <a:srgbClr val="153D33"/>
                </a:solidFill>
                <a:latin typeface="Nimbus Sans"/>
                <a:ea typeface="Nimbus Sans"/>
                <a:cs typeface="Nimbus Sans"/>
              </a:defRPr>
            </a:lvl7pPr>
            <a:lvl8pPr algn="ctr">
              <a:defRPr sz="1725" b="1">
                <a:solidFill>
                  <a:srgbClr val="153D33"/>
                </a:solidFill>
                <a:latin typeface="Nimbus Sans"/>
                <a:ea typeface="Nimbus Sans"/>
                <a:cs typeface="Nimbus Sans"/>
              </a:defRPr>
            </a:lvl8pPr>
            <a:lvl9pPr algn="ctr">
              <a:defRPr sz="1725" b="1">
                <a:solidFill>
                  <a:srgbClr val="153D33"/>
                </a:solidFill>
                <a:latin typeface="Nimbus Sans"/>
                <a:ea typeface="Nimbus Sans"/>
                <a:cs typeface="Nimbus Sans"/>
              </a:defRPr>
            </a:lvl9pPr>
          </a:lstStyle>
          <a:p xmlns:a="http://schemas.openxmlformats.org/drawingml/2006/main">
            <a:pPr algn="ctr">
              <a:defRPr sz="1725" b="1">
                <a:solidFill>
                  <a:srgbClr val="153D33"/>
                </a:solidFill>
                <a:latin typeface="Nimbus Sans"/>
                <a:ea typeface="Nimbus Sans"/>
                <a:cs typeface="Nimbus Sans"/>
              </a:defRPr>
            </a:pPr>
            <a:r>
              <a:rPr sz="1725" b="1">
                <a:solidFill>
                  <a:srgbClr val="153D33"/>
                </a:solidFill>
                <a:latin typeface="Nimbus Sans"/>
                <a:ea typeface="Nimbus Sans"/>
                <a:cs typeface="Nimbus Sans"/>
              </a:rPr>
              <a:t>Relay 02</a:t>
            </a:r>
          </a:p>
          <a:p xmlns:a="http://schemas.openxmlformats.org/drawingml/2006/main">
            <a:pPr algn="ctr">
              <a:defRPr sz="1725" b="1">
                <a:solidFill>
                  <a:srgbClr val="153D33"/>
                </a:solidFill>
                <a:latin typeface="Nimbus Sans"/>
                <a:ea typeface="Nimbus Sans"/>
                <a:cs typeface="Nimbus Sans"/>
              </a:defRPr>
            </a:pPr>
            <a:r>
              <a:rPr sz="1725" b="1">
                <a:solidFill>
                  <a:srgbClr val="153D33"/>
                </a:solidFill>
                <a:latin typeface="Nimbus Sans"/>
                <a:ea typeface="Nimbus Sans"/>
                <a:cs typeface="Nimbus Sans"/>
              </a:rPr>
              <a:t>COM / NO</a:t>
            </a:r>
          </a:p>
        </p:txBody>
      </p:sp>
      <p:cxnSp>
        <p:nvCxnSpPr>
          <p:cNvPr id="16" name="">
            <a:extLst xmlns:a="http://schemas.openxmlformats.org/drawingml/2006/main">
              <a:ext uri="{FF2B5EF4-FFF2-40B4-BE49-F238E27FC236}">
                <a16:creationId xmlns:a16="http://schemas.microsoft.com/office/drawing/2014/main" id="{807D7642-6285-47B2-9DB4-D3FA8416FDA0}"/>
              </a:ext>
            </a:extLst>
          </p:cNvPr>
          <p:cNvCxnSpPr/>
          <p:nvPr/>
        </p:nvCxnSpPr>
        <p:spPr>
          <a:xfrm xmlns:a="http://schemas.openxmlformats.org/drawingml/2006/main">
            <a:off x="6619875" y="3238500"/>
            <a:ext cx="114300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sp>
        <p:nvSpPr>
          <p:cNvPr id="17" name="Lock 02   + / −">
            <a:extLst xmlns:a="http://schemas.openxmlformats.org/drawingml/2006/main">
              <a:ext uri="{FF2B5EF4-FFF2-40B4-BE49-F238E27FC236}">
                <a16:creationId xmlns:a16="http://schemas.microsoft.com/office/drawing/2014/main" id="{6FA92442-2D66-4163-BF75-9F01729F4547}"/>
              </a:ext>
            </a:extLst>
          </p:cNvPr>
          <p:cNvSpPr>
            <a:spLocks xmlns:a="http://schemas.openxmlformats.org/drawingml/2006/main" noGrp="1"/>
          </p:cNvSpPr>
          <p:nvPr/>
        </p:nvSpPr>
        <p:spPr>
          <a:xfrm xmlns:a="http://schemas.openxmlformats.org/drawingml/2006/main">
            <a:off x="7762875" y="2952750"/>
            <a:ext cx="2857500" cy="59055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00" b="1">
                <a:solidFill>
                  <a:srgbClr val="153D33"/>
                </a:solidFill>
                <a:latin typeface="Nimbus Sans"/>
                <a:ea typeface="Nimbus Sans"/>
                <a:cs typeface="Nimbus Sans"/>
              </a:defRPr>
            </a:defPPr>
            <a:lvl1pPr algn="ctr">
              <a:defRPr sz="1800" b="1">
                <a:solidFill>
                  <a:srgbClr val="153D33"/>
                </a:solidFill>
                <a:latin typeface="Nimbus Sans"/>
                <a:ea typeface="Nimbus Sans"/>
                <a:cs typeface="Nimbus Sans"/>
              </a:defRPr>
            </a:lvl1pPr>
            <a:lvl2pPr algn="ctr">
              <a:defRPr sz="1800" b="1">
                <a:solidFill>
                  <a:srgbClr val="153D33"/>
                </a:solidFill>
                <a:latin typeface="Nimbus Sans"/>
                <a:ea typeface="Nimbus Sans"/>
                <a:cs typeface="Nimbus Sans"/>
              </a:defRPr>
            </a:lvl2pPr>
            <a:lvl3pPr algn="ctr">
              <a:defRPr sz="1800" b="1">
                <a:solidFill>
                  <a:srgbClr val="153D33"/>
                </a:solidFill>
                <a:latin typeface="Nimbus Sans"/>
                <a:ea typeface="Nimbus Sans"/>
                <a:cs typeface="Nimbus Sans"/>
              </a:defRPr>
            </a:lvl3pPr>
            <a:lvl4pPr algn="ctr">
              <a:defRPr sz="1800" b="1">
                <a:solidFill>
                  <a:srgbClr val="153D33"/>
                </a:solidFill>
                <a:latin typeface="Nimbus Sans"/>
                <a:ea typeface="Nimbus Sans"/>
                <a:cs typeface="Nimbus Sans"/>
              </a:defRPr>
            </a:lvl4pPr>
            <a:lvl5pPr algn="ctr">
              <a:defRPr sz="1800" b="1">
                <a:solidFill>
                  <a:srgbClr val="153D33"/>
                </a:solidFill>
                <a:latin typeface="Nimbus Sans"/>
                <a:ea typeface="Nimbus Sans"/>
                <a:cs typeface="Nimbus Sans"/>
              </a:defRPr>
            </a:lvl5pPr>
            <a:lvl6pPr algn="ctr">
              <a:defRPr sz="1800" b="1">
                <a:solidFill>
                  <a:srgbClr val="153D33"/>
                </a:solidFill>
                <a:latin typeface="Nimbus Sans"/>
                <a:ea typeface="Nimbus Sans"/>
                <a:cs typeface="Nimbus Sans"/>
              </a:defRPr>
            </a:lvl6pPr>
            <a:lvl7pPr algn="ctr">
              <a:defRPr sz="1800" b="1">
                <a:solidFill>
                  <a:srgbClr val="153D33"/>
                </a:solidFill>
                <a:latin typeface="Nimbus Sans"/>
                <a:ea typeface="Nimbus Sans"/>
                <a:cs typeface="Nimbus Sans"/>
              </a:defRPr>
            </a:lvl7pPr>
            <a:lvl8pPr algn="ctr">
              <a:defRPr sz="1800" b="1">
                <a:solidFill>
                  <a:srgbClr val="153D33"/>
                </a:solidFill>
                <a:latin typeface="Nimbus Sans"/>
                <a:ea typeface="Nimbus Sans"/>
                <a:cs typeface="Nimbus Sans"/>
              </a:defRPr>
            </a:lvl8pPr>
            <a:lvl9pPr algn="ctr">
              <a:defRPr sz="1800" b="1">
                <a:solidFill>
                  <a:srgbClr val="153D33"/>
                </a:solidFill>
                <a:latin typeface="Nimbus Sans"/>
                <a:ea typeface="Nimbus Sans"/>
                <a:cs typeface="Nimbus Sans"/>
              </a:defRPr>
            </a:lvl9pPr>
          </a:lstStyle>
          <a:p xmlns:a="http://schemas.openxmlformats.org/drawingml/2006/main">
            <a:pPr algn="ctr">
              <a:defRPr sz="1800" b="1">
                <a:solidFill>
                  <a:srgbClr val="153D33"/>
                </a:solidFill>
                <a:latin typeface="Nimbus Sans"/>
                <a:ea typeface="Nimbus Sans"/>
                <a:cs typeface="Nimbus Sans"/>
              </a:defRPr>
            </a:pPr>
            <a:r>
              <a:rPr sz="1800" b="1">
                <a:solidFill>
                  <a:srgbClr val="153D33"/>
                </a:solidFill>
                <a:latin typeface="Nimbus Sans"/>
                <a:ea typeface="Nimbus Sans"/>
                <a:cs typeface="Nimbus Sans"/>
              </a:rPr>
              <a:t>Lock 02   + / −</a:t>
            </a:r>
          </a:p>
        </p:txBody>
      </p:sp>
      <p:cxnSp>
        <p:nvCxnSpPr>
          <p:cNvPr id="18" name="">
            <a:extLst xmlns:a="http://schemas.openxmlformats.org/drawingml/2006/main">
              <a:ext uri="{FF2B5EF4-FFF2-40B4-BE49-F238E27FC236}">
                <a16:creationId xmlns:a16="http://schemas.microsoft.com/office/drawing/2014/main" id="{45A6DECC-0333-4DD4-8999-BCB59D287FF8}"/>
              </a:ext>
            </a:extLst>
          </p:cNvPr>
          <p:cNvCxnSpPr/>
          <p:nvPr/>
        </p:nvCxnSpPr>
        <p:spPr>
          <a:xfrm xmlns:a="http://schemas.openxmlformats.org/drawingml/2006/main">
            <a:off x="10620375" y="3238500"/>
            <a:ext cx="428625" cy="0"/>
          </a:xfrm>
          <a:prstGeom xmlns:a="http://schemas.openxmlformats.org/drawingml/2006/main" prst="straightConnector1">
            <a:avLst/>
          </a:prstGeom>
          <a:ln xmlns:a="http://schemas.openxmlformats.org/drawingml/2006/main" w="19050">
            <a:solidFill>
              <a:srgbClr val="5E7168"/>
            </a:solidFill>
            <a:prstDash val="solid"/>
          </a:ln>
        </p:spPr>
      </p:cxnSp>
      <p:cxnSp>
        <p:nvCxnSpPr>
          <p:cNvPr id="19" name="">
            <a:extLst xmlns:a="http://schemas.openxmlformats.org/drawingml/2006/main">
              <a:ext uri="{FF2B5EF4-FFF2-40B4-BE49-F238E27FC236}">
                <a16:creationId xmlns:a16="http://schemas.microsoft.com/office/drawing/2014/main" id="{1C7534FC-F46E-403B-A400-1D972ED6C2E3}"/>
              </a:ext>
            </a:extLst>
          </p:cNvPr>
          <p:cNvCxnSpPr/>
          <p:nvPr/>
        </p:nvCxnSpPr>
        <p:spPr>
          <a:xfrm xmlns:a="http://schemas.openxmlformats.org/drawingml/2006/main">
            <a:off x="3333750" y="4191000"/>
            <a:ext cx="904875" cy="0"/>
          </a:xfrm>
          <a:prstGeom xmlns:a="http://schemas.openxmlformats.org/drawingml/2006/main" prst="straightConnector1">
            <a:avLst/>
          </a:prstGeom>
          <a:ln xmlns:a="http://schemas.openxmlformats.org/drawingml/2006/main" w="19050">
            <a:solidFill>
              <a:srgbClr val="24745B"/>
            </a:solidFill>
            <a:prstDash val="solid"/>
          </a:ln>
        </p:spPr>
      </p:cxnSp>
      <p:sp>
        <p:nvSpPr>
          <p:cNvPr id="20" name="Relay 03&#10;COM / NO">
            <a:extLst xmlns:a="http://schemas.openxmlformats.org/drawingml/2006/main">
              <a:ext uri="{FF2B5EF4-FFF2-40B4-BE49-F238E27FC236}">
                <a16:creationId xmlns:a16="http://schemas.microsoft.com/office/drawing/2014/main" id="{CAEEF0C5-E3F3-465B-99CA-58031D2173B8}"/>
              </a:ext>
            </a:extLst>
          </p:cNvPr>
          <p:cNvSpPr>
            <a:spLocks xmlns:a="http://schemas.openxmlformats.org/drawingml/2006/main" noGrp="1"/>
          </p:cNvSpPr>
          <p:nvPr/>
        </p:nvSpPr>
        <p:spPr>
          <a:xfrm xmlns:a="http://schemas.openxmlformats.org/drawingml/2006/main">
            <a:off x="4238625" y="3905250"/>
            <a:ext cx="2381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725" b="1">
                <a:solidFill>
                  <a:srgbClr val="153D33"/>
                </a:solidFill>
                <a:latin typeface="Nimbus Sans"/>
                <a:ea typeface="Nimbus Sans"/>
                <a:cs typeface="Nimbus Sans"/>
              </a:defRPr>
            </a:defPPr>
            <a:lvl1pPr algn="ctr">
              <a:defRPr sz="1725" b="1">
                <a:solidFill>
                  <a:srgbClr val="153D33"/>
                </a:solidFill>
                <a:latin typeface="Nimbus Sans"/>
                <a:ea typeface="Nimbus Sans"/>
                <a:cs typeface="Nimbus Sans"/>
              </a:defRPr>
            </a:lvl1pPr>
            <a:lvl2pPr algn="ctr">
              <a:defRPr sz="1725" b="1">
                <a:solidFill>
                  <a:srgbClr val="153D33"/>
                </a:solidFill>
                <a:latin typeface="Nimbus Sans"/>
                <a:ea typeface="Nimbus Sans"/>
                <a:cs typeface="Nimbus Sans"/>
              </a:defRPr>
            </a:lvl2pPr>
            <a:lvl3pPr algn="ctr">
              <a:defRPr sz="1725" b="1">
                <a:solidFill>
                  <a:srgbClr val="153D33"/>
                </a:solidFill>
                <a:latin typeface="Nimbus Sans"/>
                <a:ea typeface="Nimbus Sans"/>
                <a:cs typeface="Nimbus Sans"/>
              </a:defRPr>
            </a:lvl3pPr>
            <a:lvl4pPr algn="ctr">
              <a:defRPr sz="1725" b="1">
                <a:solidFill>
                  <a:srgbClr val="153D33"/>
                </a:solidFill>
                <a:latin typeface="Nimbus Sans"/>
                <a:ea typeface="Nimbus Sans"/>
                <a:cs typeface="Nimbus Sans"/>
              </a:defRPr>
            </a:lvl4pPr>
            <a:lvl5pPr algn="ctr">
              <a:defRPr sz="1725" b="1">
                <a:solidFill>
                  <a:srgbClr val="153D33"/>
                </a:solidFill>
                <a:latin typeface="Nimbus Sans"/>
                <a:ea typeface="Nimbus Sans"/>
                <a:cs typeface="Nimbus Sans"/>
              </a:defRPr>
            </a:lvl5pPr>
            <a:lvl6pPr algn="ctr">
              <a:defRPr sz="1725" b="1">
                <a:solidFill>
                  <a:srgbClr val="153D33"/>
                </a:solidFill>
                <a:latin typeface="Nimbus Sans"/>
                <a:ea typeface="Nimbus Sans"/>
                <a:cs typeface="Nimbus Sans"/>
              </a:defRPr>
            </a:lvl6pPr>
            <a:lvl7pPr algn="ctr">
              <a:defRPr sz="1725" b="1">
                <a:solidFill>
                  <a:srgbClr val="153D33"/>
                </a:solidFill>
                <a:latin typeface="Nimbus Sans"/>
                <a:ea typeface="Nimbus Sans"/>
                <a:cs typeface="Nimbus Sans"/>
              </a:defRPr>
            </a:lvl7pPr>
            <a:lvl8pPr algn="ctr">
              <a:defRPr sz="1725" b="1">
                <a:solidFill>
                  <a:srgbClr val="153D33"/>
                </a:solidFill>
                <a:latin typeface="Nimbus Sans"/>
                <a:ea typeface="Nimbus Sans"/>
                <a:cs typeface="Nimbus Sans"/>
              </a:defRPr>
            </a:lvl8pPr>
            <a:lvl9pPr algn="ctr">
              <a:defRPr sz="1725" b="1">
                <a:solidFill>
                  <a:srgbClr val="153D33"/>
                </a:solidFill>
                <a:latin typeface="Nimbus Sans"/>
                <a:ea typeface="Nimbus Sans"/>
                <a:cs typeface="Nimbus Sans"/>
              </a:defRPr>
            </a:lvl9pPr>
          </a:lstStyle>
          <a:p xmlns:a="http://schemas.openxmlformats.org/drawingml/2006/main">
            <a:pPr algn="ctr">
              <a:defRPr sz="1725" b="1">
                <a:solidFill>
                  <a:srgbClr val="153D33"/>
                </a:solidFill>
                <a:latin typeface="Nimbus Sans"/>
                <a:ea typeface="Nimbus Sans"/>
                <a:cs typeface="Nimbus Sans"/>
              </a:defRPr>
            </a:pPr>
            <a:r>
              <a:rPr sz="1725" b="1">
                <a:solidFill>
                  <a:srgbClr val="153D33"/>
                </a:solidFill>
                <a:latin typeface="Nimbus Sans"/>
                <a:ea typeface="Nimbus Sans"/>
                <a:cs typeface="Nimbus Sans"/>
              </a:rPr>
              <a:t>Relay 03</a:t>
            </a:r>
          </a:p>
          <a:p xmlns:a="http://schemas.openxmlformats.org/drawingml/2006/main">
            <a:pPr algn="ctr">
              <a:defRPr sz="1725" b="1">
                <a:solidFill>
                  <a:srgbClr val="153D33"/>
                </a:solidFill>
                <a:latin typeface="Nimbus Sans"/>
                <a:ea typeface="Nimbus Sans"/>
                <a:cs typeface="Nimbus Sans"/>
              </a:defRPr>
            </a:pPr>
            <a:r>
              <a:rPr sz="1725" b="1">
                <a:solidFill>
                  <a:srgbClr val="153D33"/>
                </a:solidFill>
                <a:latin typeface="Nimbus Sans"/>
                <a:ea typeface="Nimbus Sans"/>
                <a:cs typeface="Nimbus Sans"/>
              </a:rPr>
              <a:t>COM / NO</a:t>
            </a:r>
          </a:p>
        </p:txBody>
      </p:sp>
      <p:cxnSp>
        <p:nvCxnSpPr>
          <p:cNvPr id="21" name="">
            <a:extLst xmlns:a="http://schemas.openxmlformats.org/drawingml/2006/main">
              <a:ext uri="{FF2B5EF4-FFF2-40B4-BE49-F238E27FC236}">
                <a16:creationId xmlns:a16="http://schemas.microsoft.com/office/drawing/2014/main" id="{6512CF5D-31E5-40E9-94B1-DFF9E8CA1555}"/>
              </a:ext>
            </a:extLst>
          </p:cNvPr>
          <p:cNvCxnSpPr/>
          <p:nvPr/>
        </p:nvCxnSpPr>
        <p:spPr>
          <a:xfrm xmlns:a="http://schemas.openxmlformats.org/drawingml/2006/main">
            <a:off x="6619875" y="4191000"/>
            <a:ext cx="114300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sp>
        <p:nvSpPr>
          <p:cNvPr id="22" name="Lock 03   + / −">
            <a:extLst xmlns:a="http://schemas.openxmlformats.org/drawingml/2006/main">
              <a:ext uri="{FF2B5EF4-FFF2-40B4-BE49-F238E27FC236}">
                <a16:creationId xmlns:a16="http://schemas.microsoft.com/office/drawing/2014/main" id="{CACB444E-A896-417A-BC77-4B04D09D2EDB}"/>
              </a:ext>
            </a:extLst>
          </p:cNvPr>
          <p:cNvSpPr>
            <a:spLocks xmlns:a="http://schemas.openxmlformats.org/drawingml/2006/main" noGrp="1"/>
          </p:cNvSpPr>
          <p:nvPr/>
        </p:nvSpPr>
        <p:spPr>
          <a:xfrm xmlns:a="http://schemas.openxmlformats.org/drawingml/2006/main">
            <a:off x="7762875" y="3905250"/>
            <a:ext cx="2857500" cy="59055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00" b="1">
                <a:solidFill>
                  <a:srgbClr val="153D33"/>
                </a:solidFill>
                <a:latin typeface="Nimbus Sans"/>
                <a:ea typeface="Nimbus Sans"/>
                <a:cs typeface="Nimbus Sans"/>
              </a:defRPr>
            </a:defPPr>
            <a:lvl1pPr algn="ctr">
              <a:defRPr sz="1800" b="1">
                <a:solidFill>
                  <a:srgbClr val="153D33"/>
                </a:solidFill>
                <a:latin typeface="Nimbus Sans"/>
                <a:ea typeface="Nimbus Sans"/>
                <a:cs typeface="Nimbus Sans"/>
              </a:defRPr>
            </a:lvl1pPr>
            <a:lvl2pPr algn="ctr">
              <a:defRPr sz="1800" b="1">
                <a:solidFill>
                  <a:srgbClr val="153D33"/>
                </a:solidFill>
                <a:latin typeface="Nimbus Sans"/>
                <a:ea typeface="Nimbus Sans"/>
                <a:cs typeface="Nimbus Sans"/>
              </a:defRPr>
            </a:lvl2pPr>
            <a:lvl3pPr algn="ctr">
              <a:defRPr sz="1800" b="1">
                <a:solidFill>
                  <a:srgbClr val="153D33"/>
                </a:solidFill>
                <a:latin typeface="Nimbus Sans"/>
                <a:ea typeface="Nimbus Sans"/>
                <a:cs typeface="Nimbus Sans"/>
              </a:defRPr>
            </a:lvl3pPr>
            <a:lvl4pPr algn="ctr">
              <a:defRPr sz="1800" b="1">
                <a:solidFill>
                  <a:srgbClr val="153D33"/>
                </a:solidFill>
                <a:latin typeface="Nimbus Sans"/>
                <a:ea typeface="Nimbus Sans"/>
                <a:cs typeface="Nimbus Sans"/>
              </a:defRPr>
            </a:lvl4pPr>
            <a:lvl5pPr algn="ctr">
              <a:defRPr sz="1800" b="1">
                <a:solidFill>
                  <a:srgbClr val="153D33"/>
                </a:solidFill>
                <a:latin typeface="Nimbus Sans"/>
                <a:ea typeface="Nimbus Sans"/>
                <a:cs typeface="Nimbus Sans"/>
              </a:defRPr>
            </a:lvl5pPr>
            <a:lvl6pPr algn="ctr">
              <a:defRPr sz="1800" b="1">
                <a:solidFill>
                  <a:srgbClr val="153D33"/>
                </a:solidFill>
                <a:latin typeface="Nimbus Sans"/>
                <a:ea typeface="Nimbus Sans"/>
                <a:cs typeface="Nimbus Sans"/>
              </a:defRPr>
            </a:lvl6pPr>
            <a:lvl7pPr algn="ctr">
              <a:defRPr sz="1800" b="1">
                <a:solidFill>
                  <a:srgbClr val="153D33"/>
                </a:solidFill>
                <a:latin typeface="Nimbus Sans"/>
                <a:ea typeface="Nimbus Sans"/>
                <a:cs typeface="Nimbus Sans"/>
              </a:defRPr>
            </a:lvl7pPr>
            <a:lvl8pPr algn="ctr">
              <a:defRPr sz="1800" b="1">
                <a:solidFill>
                  <a:srgbClr val="153D33"/>
                </a:solidFill>
                <a:latin typeface="Nimbus Sans"/>
                <a:ea typeface="Nimbus Sans"/>
                <a:cs typeface="Nimbus Sans"/>
              </a:defRPr>
            </a:lvl8pPr>
            <a:lvl9pPr algn="ctr">
              <a:defRPr sz="1800" b="1">
                <a:solidFill>
                  <a:srgbClr val="153D33"/>
                </a:solidFill>
                <a:latin typeface="Nimbus Sans"/>
                <a:ea typeface="Nimbus Sans"/>
                <a:cs typeface="Nimbus Sans"/>
              </a:defRPr>
            </a:lvl9pPr>
          </a:lstStyle>
          <a:p xmlns:a="http://schemas.openxmlformats.org/drawingml/2006/main">
            <a:pPr algn="ctr">
              <a:defRPr sz="1800" b="1">
                <a:solidFill>
                  <a:srgbClr val="153D33"/>
                </a:solidFill>
                <a:latin typeface="Nimbus Sans"/>
                <a:ea typeface="Nimbus Sans"/>
                <a:cs typeface="Nimbus Sans"/>
              </a:defRPr>
            </a:pPr>
            <a:r>
              <a:rPr sz="1800" b="1">
                <a:solidFill>
                  <a:srgbClr val="153D33"/>
                </a:solidFill>
                <a:latin typeface="Nimbus Sans"/>
                <a:ea typeface="Nimbus Sans"/>
                <a:cs typeface="Nimbus Sans"/>
              </a:rPr>
              <a:t>Lock 03   + / −</a:t>
            </a:r>
          </a:p>
        </p:txBody>
      </p:sp>
      <p:cxnSp>
        <p:nvCxnSpPr>
          <p:cNvPr id="23" name="">
            <a:extLst xmlns:a="http://schemas.openxmlformats.org/drawingml/2006/main">
              <a:ext uri="{FF2B5EF4-FFF2-40B4-BE49-F238E27FC236}">
                <a16:creationId xmlns:a16="http://schemas.microsoft.com/office/drawing/2014/main" id="{C63ECE14-7A8D-473A-B03C-D1A5CC2951D2}"/>
              </a:ext>
            </a:extLst>
          </p:cNvPr>
          <p:cNvCxnSpPr/>
          <p:nvPr/>
        </p:nvCxnSpPr>
        <p:spPr>
          <a:xfrm xmlns:a="http://schemas.openxmlformats.org/drawingml/2006/main">
            <a:off x="10620375" y="4191000"/>
            <a:ext cx="428625" cy="0"/>
          </a:xfrm>
          <a:prstGeom xmlns:a="http://schemas.openxmlformats.org/drawingml/2006/main" prst="straightConnector1">
            <a:avLst/>
          </a:prstGeom>
          <a:ln xmlns:a="http://schemas.openxmlformats.org/drawingml/2006/main" w="19050">
            <a:solidFill>
              <a:srgbClr val="5E7168"/>
            </a:solidFill>
            <a:prstDash val="solid"/>
          </a:ln>
        </p:spPr>
      </p:cxnSp>
      <p:cxnSp>
        <p:nvCxnSpPr>
          <p:cNvPr id="24" name="">
            <a:extLst xmlns:a="http://schemas.openxmlformats.org/drawingml/2006/main">
              <a:ext uri="{FF2B5EF4-FFF2-40B4-BE49-F238E27FC236}">
                <a16:creationId xmlns:a16="http://schemas.microsoft.com/office/drawing/2014/main" id="{DE902730-3718-4988-8E97-4938FA44B82B}"/>
              </a:ext>
            </a:extLst>
          </p:cNvPr>
          <p:cNvCxnSpPr/>
          <p:nvPr/>
        </p:nvCxnSpPr>
        <p:spPr>
          <a:xfrm xmlns:a="http://schemas.openxmlformats.org/drawingml/2006/main">
            <a:off x="3333750" y="5143500"/>
            <a:ext cx="904875" cy="0"/>
          </a:xfrm>
          <a:prstGeom xmlns:a="http://schemas.openxmlformats.org/drawingml/2006/main" prst="straightConnector1">
            <a:avLst/>
          </a:prstGeom>
          <a:ln xmlns:a="http://schemas.openxmlformats.org/drawingml/2006/main" w="19050">
            <a:solidFill>
              <a:srgbClr val="24745B"/>
            </a:solidFill>
            <a:prstDash val="solid"/>
          </a:ln>
        </p:spPr>
      </p:cxnSp>
      <p:sp>
        <p:nvSpPr>
          <p:cNvPr id="25" name="Relay 04&#10;COM / NO">
            <a:extLst xmlns:a="http://schemas.openxmlformats.org/drawingml/2006/main">
              <a:ext uri="{FF2B5EF4-FFF2-40B4-BE49-F238E27FC236}">
                <a16:creationId xmlns:a16="http://schemas.microsoft.com/office/drawing/2014/main" id="{90A8A03E-9233-4888-9931-0BDFCD8511AE}"/>
              </a:ext>
            </a:extLst>
          </p:cNvPr>
          <p:cNvSpPr>
            <a:spLocks xmlns:a="http://schemas.openxmlformats.org/drawingml/2006/main" noGrp="1"/>
          </p:cNvSpPr>
          <p:nvPr/>
        </p:nvSpPr>
        <p:spPr>
          <a:xfrm xmlns:a="http://schemas.openxmlformats.org/drawingml/2006/main">
            <a:off x="4238625" y="4857750"/>
            <a:ext cx="2381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725" b="1">
                <a:solidFill>
                  <a:srgbClr val="153D33"/>
                </a:solidFill>
                <a:latin typeface="Nimbus Sans"/>
                <a:ea typeface="Nimbus Sans"/>
                <a:cs typeface="Nimbus Sans"/>
              </a:defRPr>
            </a:defPPr>
            <a:lvl1pPr algn="ctr">
              <a:defRPr sz="1725" b="1">
                <a:solidFill>
                  <a:srgbClr val="153D33"/>
                </a:solidFill>
                <a:latin typeface="Nimbus Sans"/>
                <a:ea typeface="Nimbus Sans"/>
                <a:cs typeface="Nimbus Sans"/>
              </a:defRPr>
            </a:lvl1pPr>
            <a:lvl2pPr algn="ctr">
              <a:defRPr sz="1725" b="1">
                <a:solidFill>
                  <a:srgbClr val="153D33"/>
                </a:solidFill>
                <a:latin typeface="Nimbus Sans"/>
                <a:ea typeface="Nimbus Sans"/>
                <a:cs typeface="Nimbus Sans"/>
              </a:defRPr>
            </a:lvl2pPr>
            <a:lvl3pPr algn="ctr">
              <a:defRPr sz="1725" b="1">
                <a:solidFill>
                  <a:srgbClr val="153D33"/>
                </a:solidFill>
                <a:latin typeface="Nimbus Sans"/>
                <a:ea typeface="Nimbus Sans"/>
                <a:cs typeface="Nimbus Sans"/>
              </a:defRPr>
            </a:lvl3pPr>
            <a:lvl4pPr algn="ctr">
              <a:defRPr sz="1725" b="1">
                <a:solidFill>
                  <a:srgbClr val="153D33"/>
                </a:solidFill>
                <a:latin typeface="Nimbus Sans"/>
                <a:ea typeface="Nimbus Sans"/>
                <a:cs typeface="Nimbus Sans"/>
              </a:defRPr>
            </a:lvl4pPr>
            <a:lvl5pPr algn="ctr">
              <a:defRPr sz="1725" b="1">
                <a:solidFill>
                  <a:srgbClr val="153D33"/>
                </a:solidFill>
                <a:latin typeface="Nimbus Sans"/>
                <a:ea typeface="Nimbus Sans"/>
                <a:cs typeface="Nimbus Sans"/>
              </a:defRPr>
            </a:lvl5pPr>
            <a:lvl6pPr algn="ctr">
              <a:defRPr sz="1725" b="1">
                <a:solidFill>
                  <a:srgbClr val="153D33"/>
                </a:solidFill>
                <a:latin typeface="Nimbus Sans"/>
                <a:ea typeface="Nimbus Sans"/>
                <a:cs typeface="Nimbus Sans"/>
              </a:defRPr>
            </a:lvl6pPr>
            <a:lvl7pPr algn="ctr">
              <a:defRPr sz="1725" b="1">
                <a:solidFill>
                  <a:srgbClr val="153D33"/>
                </a:solidFill>
                <a:latin typeface="Nimbus Sans"/>
                <a:ea typeface="Nimbus Sans"/>
                <a:cs typeface="Nimbus Sans"/>
              </a:defRPr>
            </a:lvl7pPr>
            <a:lvl8pPr algn="ctr">
              <a:defRPr sz="1725" b="1">
                <a:solidFill>
                  <a:srgbClr val="153D33"/>
                </a:solidFill>
                <a:latin typeface="Nimbus Sans"/>
                <a:ea typeface="Nimbus Sans"/>
                <a:cs typeface="Nimbus Sans"/>
              </a:defRPr>
            </a:lvl8pPr>
            <a:lvl9pPr algn="ctr">
              <a:defRPr sz="1725" b="1">
                <a:solidFill>
                  <a:srgbClr val="153D33"/>
                </a:solidFill>
                <a:latin typeface="Nimbus Sans"/>
                <a:ea typeface="Nimbus Sans"/>
                <a:cs typeface="Nimbus Sans"/>
              </a:defRPr>
            </a:lvl9pPr>
          </a:lstStyle>
          <a:p xmlns:a="http://schemas.openxmlformats.org/drawingml/2006/main">
            <a:pPr algn="ctr">
              <a:defRPr sz="1725" b="1">
                <a:solidFill>
                  <a:srgbClr val="153D33"/>
                </a:solidFill>
                <a:latin typeface="Nimbus Sans"/>
                <a:ea typeface="Nimbus Sans"/>
                <a:cs typeface="Nimbus Sans"/>
              </a:defRPr>
            </a:pPr>
            <a:r>
              <a:rPr sz="1725" b="1">
                <a:solidFill>
                  <a:srgbClr val="153D33"/>
                </a:solidFill>
                <a:latin typeface="Nimbus Sans"/>
                <a:ea typeface="Nimbus Sans"/>
                <a:cs typeface="Nimbus Sans"/>
              </a:rPr>
              <a:t>Relay 04</a:t>
            </a:r>
          </a:p>
          <a:p xmlns:a="http://schemas.openxmlformats.org/drawingml/2006/main">
            <a:pPr algn="ctr">
              <a:defRPr sz="1725" b="1">
                <a:solidFill>
                  <a:srgbClr val="153D33"/>
                </a:solidFill>
                <a:latin typeface="Nimbus Sans"/>
                <a:ea typeface="Nimbus Sans"/>
                <a:cs typeface="Nimbus Sans"/>
              </a:defRPr>
            </a:pPr>
            <a:r>
              <a:rPr sz="1725" b="1">
                <a:solidFill>
                  <a:srgbClr val="153D33"/>
                </a:solidFill>
                <a:latin typeface="Nimbus Sans"/>
                <a:ea typeface="Nimbus Sans"/>
                <a:cs typeface="Nimbus Sans"/>
              </a:rPr>
              <a:t>COM / NO</a:t>
            </a:r>
          </a:p>
        </p:txBody>
      </p:sp>
      <p:cxnSp>
        <p:nvCxnSpPr>
          <p:cNvPr id="26" name="">
            <a:extLst xmlns:a="http://schemas.openxmlformats.org/drawingml/2006/main">
              <a:ext uri="{FF2B5EF4-FFF2-40B4-BE49-F238E27FC236}">
                <a16:creationId xmlns:a16="http://schemas.microsoft.com/office/drawing/2014/main" id="{706BCC7C-ABD2-44E3-98A0-F700A5D0CB65}"/>
              </a:ext>
            </a:extLst>
          </p:cNvPr>
          <p:cNvCxnSpPr/>
          <p:nvPr/>
        </p:nvCxnSpPr>
        <p:spPr>
          <a:xfrm xmlns:a="http://schemas.openxmlformats.org/drawingml/2006/main">
            <a:off x="6619875" y="5143500"/>
            <a:ext cx="1143000" cy="0"/>
          </a:xfrm>
          <a:prstGeom xmlns:a="http://schemas.openxmlformats.org/drawingml/2006/main" prst="straightConnector1">
            <a:avLst/>
          </a:prstGeom>
          <a:ln xmlns:a="http://schemas.openxmlformats.org/drawingml/2006/main" w="19050">
            <a:solidFill>
              <a:srgbClr val="24745B"/>
            </a:solidFill>
            <a:prstDash val="solid"/>
            <a:tailEnd type="arrow" w="med" len="med"/>
          </a:ln>
        </p:spPr>
      </p:cxnSp>
      <p:sp>
        <p:nvSpPr>
          <p:cNvPr id="27" name="Lock 04   + / −">
            <a:extLst xmlns:a="http://schemas.openxmlformats.org/drawingml/2006/main">
              <a:ext uri="{FF2B5EF4-FFF2-40B4-BE49-F238E27FC236}">
                <a16:creationId xmlns:a16="http://schemas.microsoft.com/office/drawing/2014/main" id="{14F74B4E-E254-424D-97A7-8484479E4A21}"/>
              </a:ext>
            </a:extLst>
          </p:cNvPr>
          <p:cNvSpPr>
            <a:spLocks xmlns:a="http://schemas.openxmlformats.org/drawingml/2006/main" noGrp="1"/>
          </p:cNvSpPr>
          <p:nvPr/>
        </p:nvSpPr>
        <p:spPr>
          <a:xfrm xmlns:a="http://schemas.openxmlformats.org/drawingml/2006/main">
            <a:off x="7762875" y="4857750"/>
            <a:ext cx="2857500" cy="590550"/>
          </a:xfrm>
          <a:prstGeom xmlns:a="http://schemas.openxmlformats.org/drawingml/2006/main" prst="rect">
            <a:avLst/>
          </a:prstGeom>
          <a:solidFill xmlns:a="http://schemas.openxmlformats.org/drawingml/2006/main">
            <a:srgbClr val="E8EFE7"/>
          </a:solidFill>
          <a:ln xmlns:a="http://schemas.openxmlformats.org/drawingml/2006/main" w="9525">
            <a:solidFill>
              <a:srgbClr val="CDD8CE"/>
            </a:solidFill>
            <a:prstDash val="solid"/>
          </a:ln>
        </p:spPr>
        <p:txBody>
          <a:bodyPr xmlns:a="http://schemas.openxmlformats.org/drawingml/2006/main" lIns="95250" tIns="95250" rIns="95250" bIns="95250" anchor="ctr"/>
          <a:lstStyle xmlns:a="http://schemas.openxmlformats.org/drawingml/2006/main">
            <a:defPPr algn="ctr">
              <a:defRPr sz="1800" b="1">
                <a:solidFill>
                  <a:srgbClr val="153D33"/>
                </a:solidFill>
                <a:latin typeface="Nimbus Sans"/>
                <a:ea typeface="Nimbus Sans"/>
                <a:cs typeface="Nimbus Sans"/>
              </a:defRPr>
            </a:defPPr>
            <a:lvl1pPr algn="ctr">
              <a:defRPr sz="1800" b="1">
                <a:solidFill>
                  <a:srgbClr val="153D33"/>
                </a:solidFill>
                <a:latin typeface="Nimbus Sans"/>
                <a:ea typeface="Nimbus Sans"/>
                <a:cs typeface="Nimbus Sans"/>
              </a:defRPr>
            </a:lvl1pPr>
            <a:lvl2pPr algn="ctr">
              <a:defRPr sz="1800" b="1">
                <a:solidFill>
                  <a:srgbClr val="153D33"/>
                </a:solidFill>
                <a:latin typeface="Nimbus Sans"/>
                <a:ea typeface="Nimbus Sans"/>
                <a:cs typeface="Nimbus Sans"/>
              </a:defRPr>
            </a:lvl2pPr>
            <a:lvl3pPr algn="ctr">
              <a:defRPr sz="1800" b="1">
                <a:solidFill>
                  <a:srgbClr val="153D33"/>
                </a:solidFill>
                <a:latin typeface="Nimbus Sans"/>
                <a:ea typeface="Nimbus Sans"/>
                <a:cs typeface="Nimbus Sans"/>
              </a:defRPr>
            </a:lvl3pPr>
            <a:lvl4pPr algn="ctr">
              <a:defRPr sz="1800" b="1">
                <a:solidFill>
                  <a:srgbClr val="153D33"/>
                </a:solidFill>
                <a:latin typeface="Nimbus Sans"/>
                <a:ea typeface="Nimbus Sans"/>
                <a:cs typeface="Nimbus Sans"/>
              </a:defRPr>
            </a:lvl4pPr>
            <a:lvl5pPr algn="ctr">
              <a:defRPr sz="1800" b="1">
                <a:solidFill>
                  <a:srgbClr val="153D33"/>
                </a:solidFill>
                <a:latin typeface="Nimbus Sans"/>
                <a:ea typeface="Nimbus Sans"/>
                <a:cs typeface="Nimbus Sans"/>
              </a:defRPr>
            </a:lvl5pPr>
            <a:lvl6pPr algn="ctr">
              <a:defRPr sz="1800" b="1">
                <a:solidFill>
                  <a:srgbClr val="153D33"/>
                </a:solidFill>
                <a:latin typeface="Nimbus Sans"/>
                <a:ea typeface="Nimbus Sans"/>
                <a:cs typeface="Nimbus Sans"/>
              </a:defRPr>
            </a:lvl6pPr>
            <a:lvl7pPr algn="ctr">
              <a:defRPr sz="1800" b="1">
                <a:solidFill>
                  <a:srgbClr val="153D33"/>
                </a:solidFill>
                <a:latin typeface="Nimbus Sans"/>
                <a:ea typeface="Nimbus Sans"/>
                <a:cs typeface="Nimbus Sans"/>
              </a:defRPr>
            </a:lvl7pPr>
            <a:lvl8pPr algn="ctr">
              <a:defRPr sz="1800" b="1">
                <a:solidFill>
                  <a:srgbClr val="153D33"/>
                </a:solidFill>
                <a:latin typeface="Nimbus Sans"/>
                <a:ea typeface="Nimbus Sans"/>
                <a:cs typeface="Nimbus Sans"/>
              </a:defRPr>
            </a:lvl8pPr>
            <a:lvl9pPr algn="ctr">
              <a:defRPr sz="1800" b="1">
                <a:solidFill>
                  <a:srgbClr val="153D33"/>
                </a:solidFill>
                <a:latin typeface="Nimbus Sans"/>
                <a:ea typeface="Nimbus Sans"/>
                <a:cs typeface="Nimbus Sans"/>
              </a:defRPr>
            </a:lvl9pPr>
          </a:lstStyle>
          <a:p xmlns:a="http://schemas.openxmlformats.org/drawingml/2006/main">
            <a:pPr algn="ctr">
              <a:defRPr sz="1800" b="1">
                <a:solidFill>
                  <a:srgbClr val="153D33"/>
                </a:solidFill>
                <a:latin typeface="Nimbus Sans"/>
                <a:ea typeface="Nimbus Sans"/>
                <a:cs typeface="Nimbus Sans"/>
              </a:defRPr>
            </a:pPr>
            <a:r>
              <a:rPr sz="1800" b="1">
                <a:solidFill>
                  <a:srgbClr val="153D33"/>
                </a:solidFill>
                <a:latin typeface="Nimbus Sans"/>
                <a:ea typeface="Nimbus Sans"/>
                <a:cs typeface="Nimbus Sans"/>
              </a:rPr>
              <a:t>Lock 04   + / −</a:t>
            </a:r>
          </a:p>
        </p:txBody>
      </p:sp>
      <p:cxnSp>
        <p:nvCxnSpPr>
          <p:cNvPr id="28" name="">
            <a:extLst xmlns:a="http://schemas.openxmlformats.org/drawingml/2006/main">
              <a:ext uri="{FF2B5EF4-FFF2-40B4-BE49-F238E27FC236}">
                <a16:creationId xmlns:a16="http://schemas.microsoft.com/office/drawing/2014/main" id="{1BC1301F-E9D7-4935-8BE0-3F0AE0272C1D}"/>
              </a:ext>
            </a:extLst>
          </p:cNvPr>
          <p:cNvCxnSpPr/>
          <p:nvPr/>
        </p:nvCxnSpPr>
        <p:spPr>
          <a:xfrm xmlns:a="http://schemas.openxmlformats.org/drawingml/2006/main">
            <a:off x="10620375" y="5143500"/>
            <a:ext cx="428625" cy="0"/>
          </a:xfrm>
          <a:prstGeom xmlns:a="http://schemas.openxmlformats.org/drawingml/2006/main" prst="straightConnector1">
            <a:avLst/>
          </a:prstGeom>
          <a:ln xmlns:a="http://schemas.openxmlformats.org/drawingml/2006/main" w="19050">
            <a:solidFill>
              <a:srgbClr val="5E7168"/>
            </a:solidFill>
            <a:prstDash val="solid"/>
          </a:ln>
        </p:spPr>
      </p:cxnSp>
      <p:cxnSp>
        <p:nvCxnSpPr>
          <p:cNvPr id="29" name="">
            <a:extLst xmlns:a="http://schemas.openxmlformats.org/drawingml/2006/main">
              <a:ext uri="{FF2B5EF4-FFF2-40B4-BE49-F238E27FC236}">
                <a16:creationId xmlns:a16="http://schemas.microsoft.com/office/drawing/2014/main" id="{7E70E748-179A-44B1-982A-A65047773CE0}"/>
              </a:ext>
            </a:extLst>
          </p:cNvPr>
          <p:cNvCxnSpPr/>
          <p:nvPr/>
        </p:nvCxnSpPr>
        <p:spPr>
          <a:xfrm xmlns:a="http://schemas.openxmlformats.org/drawingml/2006/main">
            <a:off x="3333750" y="4953000"/>
            <a:ext cx="0" cy="190500"/>
          </a:xfrm>
          <a:prstGeom xmlns:a="http://schemas.openxmlformats.org/drawingml/2006/main" prst="straightConnector1">
            <a:avLst/>
          </a:prstGeom>
          <a:ln xmlns:a="http://schemas.openxmlformats.org/drawingml/2006/main" w="19050">
            <a:solidFill>
              <a:srgbClr val="24745B"/>
            </a:solidFill>
            <a:prstDash val="solid"/>
          </a:ln>
        </p:spPr>
      </p:cxnSp>
      <p:cxnSp>
        <p:nvCxnSpPr>
          <p:cNvPr id="30" name="">
            <a:extLst xmlns:a="http://schemas.openxmlformats.org/drawingml/2006/main">
              <a:ext uri="{FF2B5EF4-FFF2-40B4-BE49-F238E27FC236}">
                <a16:creationId xmlns:a16="http://schemas.microsoft.com/office/drawing/2014/main" id="{AB0050D6-5DD0-4F7E-8A16-6FAA383AC98E}"/>
              </a:ext>
            </a:extLst>
          </p:cNvPr>
          <p:cNvCxnSpPr/>
          <p:nvPr/>
        </p:nvCxnSpPr>
        <p:spPr>
          <a:xfrm xmlns:a="http://schemas.openxmlformats.org/drawingml/2006/main">
            <a:off x="11049000" y="2286000"/>
            <a:ext cx="0" cy="3524250"/>
          </a:xfrm>
          <a:prstGeom xmlns:a="http://schemas.openxmlformats.org/drawingml/2006/main" prst="straightConnector1">
            <a:avLst/>
          </a:prstGeom>
          <a:ln xmlns:a="http://schemas.openxmlformats.org/drawingml/2006/main" w="19050">
            <a:solidFill>
              <a:srgbClr val="5E7168"/>
            </a:solidFill>
            <a:prstDash val="solid"/>
          </a:ln>
        </p:spPr>
      </p:cxnSp>
      <p:cxnSp>
        <p:nvCxnSpPr>
          <p:cNvPr id="31" name="">
            <a:extLst xmlns:a="http://schemas.openxmlformats.org/drawingml/2006/main">
              <a:ext uri="{FF2B5EF4-FFF2-40B4-BE49-F238E27FC236}">
                <a16:creationId xmlns:a16="http://schemas.microsoft.com/office/drawing/2014/main" id="{FF99A37B-DC5E-4439-90DB-3ADBCC6C02ED}"/>
              </a:ext>
            </a:extLst>
          </p:cNvPr>
          <p:cNvCxnSpPr/>
          <p:nvPr/>
        </p:nvCxnSpPr>
        <p:spPr>
          <a:xfrm xmlns:a="http://schemas.openxmlformats.org/drawingml/2006/main">
            <a:off x="2705100" y="3952875"/>
            <a:ext cx="247650" cy="0"/>
          </a:xfrm>
          <a:prstGeom xmlns:a="http://schemas.openxmlformats.org/drawingml/2006/main" prst="straightConnector1">
            <a:avLst/>
          </a:prstGeom>
          <a:ln xmlns:a="http://schemas.openxmlformats.org/drawingml/2006/main" w="19050">
            <a:solidFill>
              <a:srgbClr val="5E7168"/>
            </a:solidFill>
            <a:prstDash val="solid"/>
          </a:ln>
        </p:spPr>
      </p:cxnSp>
      <p:cxnSp>
        <p:nvCxnSpPr>
          <p:cNvPr id="32" name="">
            <a:extLst xmlns:a="http://schemas.openxmlformats.org/drawingml/2006/main">
              <a:ext uri="{FF2B5EF4-FFF2-40B4-BE49-F238E27FC236}">
                <a16:creationId xmlns:a16="http://schemas.microsoft.com/office/drawing/2014/main" id="{9F887DC3-5CE3-4748-AF96-163A5587031F}"/>
              </a:ext>
            </a:extLst>
          </p:cNvPr>
          <p:cNvCxnSpPr/>
          <p:nvPr/>
        </p:nvCxnSpPr>
        <p:spPr>
          <a:xfrm xmlns:a="http://schemas.openxmlformats.org/drawingml/2006/main">
            <a:off x="2952750" y="3952875"/>
            <a:ext cx="0" cy="1857375"/>
          </a:xfrm>
          <a:prstGeom xmlns:a="http://schemas.openxmlformats.org/drawingml/2006/main" prst="straightConnector1">
            <a:avLst/>
          </a:prstGeom>
          <a:ln xmlns:a="http://schemas.openxmlformats.org/drawingml/2006/main" w="19050">
            <a:solidFill>
              <a:srgbClr val="5E7168"/>
            </a:solidFill>
            <a:prstDash val="solid"/>
          </a:ln>
        </p:spPr>
      </p:cxnSp>
      <p:cxnSp>
        <p:nvCxnSpPr>
          <p:cNvPr id="33" name="">
            <a:extLst xmlns:a="http://schemas.openxmlformats.org/drawingml/2006/main">
              <a:ext uri="{FF2B5EF4-FFF2-40B4-BE49-F238E27FC236}">
                <a16:creationId xmlns:a16="http://schemas.microsoft.com/office/drawing/2014/main" id="{D7F32E6D-7874-4D5F-90A1-AE0E177732F5}"/>
              </a:ext>
            </a:extLst>
          </p:cNvPr>
          <p:cNvCxnSpPr/>
          <p:nvPr/>
        </p:nvCxnSpPr>
        <p:spPr>
          <a:xfrm xmlns:a="http://schemas.openxmlformats.org/drawingml/2006/main">
            <a:off x="2952750" y="5810250"/>
            <a:ext cx="8096250" cy="0"/>
          </a:xfrm>
          <a:prstGeom xmlns:a="http://schemas.openxmlformats.org/drawingml/2006/main" prst="straightConnector1">
            <a:avLst/>
          </a:prstGeom>
          <a:ln xmlns:a="http://schemas.openxmlformats.org/drawingml/2006/main" w="19050">
            <a:solidFill>
              <a:srgbClr val="5E7168"/>
            </a:solidFill>
            <a:prstDash val="solid"/>
          </a:ln>
        </p:spPr>
      </p:cxnSp>
      <p:sp>
        <p:nvSpPr>
          <p:cNvPr id="34" name="Positive feed&#10;branches to 4 COMs">
            <a:extLst xmlns:a="http://schemas.openxmlformats.org/drawingml/2006/main">
              <a:ext uri="{FF2B5EF4-FFF2-40B4-BE49-F238E27FC236}">
                <a16:creationId xmlns:a16="http://schemas.microsoft.com/office/drawing/2014/main" id="{FBB67E9D-33AF-49AC-A7B6-0C20BF5E3662}"/>
              </a:ext>
            </a:extLst>
          </p:cNvPr>
          <p:cNvSpPr>
            <a:spLocks xmlns:a="http://schemas.openxmlformats.org/drawingml/2006/main" noGrp="1"/>
          </p:cNvSpPr>
          <p:nvPr/>
        </p:nvSpPr>
        <p:spPr>
          <a:xfrm xmlns:a="http://schemas.openxmlformats.org/drawingml/2006/main">
            <a:off x="609600" y="4857750"/>
            <a:ext cx="21431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24745B"/>
                </a:solidFill>
                <a:latin typeface="Nimbus Sans"/>
                <a:ea typeface="Nimbus Sans"/>
                <a:cs typeface="Nimbus Sans"/>
              </a:defRPr>
            </a:defPPr>
            <a:lvl1pPr algn="l">
              <a:defRPr sz="1725" b="1">
                <a:solidFill>
                  <a:srgbClr val="24745B"/>
                </a:solidFill>
                <a:latin typeface="Nimbus Sans"/>
                <a:ea typeface="Nimbus Sans"/>
                <a:cs typeface="Nimbus Sans"/>
              </a:defRPr>
            </a:lvl1pPr>
            <a:lvl2pPr algn="l">
              <a:defRPr sz="1725" b="1">
                <a:solidFill>
                  <a:srgbClr val="24745B"/>
                </a:solidFill>
                <a:latin typeface="Nimbus Sans"/>
                <a:ea typeface="Nimbus Sans"/>
                <a:cs typeface="Nimbus Sans"/>
              </a:defRPr>
            </a:lvl2pPr>
            <a:lvl3pPr algn="l">
              <a:defRPr sz="1725" b="1">
                <a:solidFill>
                  <a:srgbClr val="24745B"/>
                </a:solidFill>
                <a:latin typeface="Nimbus Sans"/>
                <a:ea typeface="Nimbus Sans"/>
                <a:cs typeface="Nimbus Sans"/>
              </a:defRPr>
            </a:lvl3pPr>
            <a:lvl4pPr algn="l">
              <a:defRPr sz="1725" b="1">
                <a:solidFill>
                  <a:srgbClr val="24745B"/>
                </a:solidFill>
                <a:latin typeface="Nimbus Sans"/>
                <a:ea typeface="Nimbus Sans"/>
                <a:cs typeface="Nimbus Sans"/>
              </a:defRPr>
            </a:lvl4pPr>
            <a:lvl5pPr algn="l">
              <a:defRPr sz="1725" b="1">
                <a:solidFill>
                  <a:srgbClr val="24745B"/>
                </a:solidFill>
                <a:latin typeface="Nimbus Sans"/>
                <a:ea typeface="Nimbus Sans"/>
                <a:cs typeface="Nimbus Sans"/>
              </a:defRPr>
            </a:lvl5pPr>
            <a:lvl6pPr algn="l">
              <a:defRPr sz="1725" b="1">
                <a:solidFill>
                  <a:srgbClr val="24745B"/>
                </a:solidFill>
                <a:latin typeface="Nimbus Sans"/>
                <a:ea typeface="Nimbus Sans"/>
                <a:cs typeface="Nimbus Sans"/>
              </a:defRPr>
            </a:lvl6pPr>
            <a:lvl7pPr algn="l">
              <a:defRPr sz="1725" b="1">
                <a:solidFill>
                  <a:srgbClr val="24745B"/>
                </a:solidFill>
                <a:latin typeface="Nimbus Sans"/>
                <a:ea typeface="Nimbus Sans"/>
                <a:cs typeface="Nimbus Sans"/>
              </a:defRPr>
            </a:lvl7pPr>
            <a:lvl8pPr algn="l">
              <a:defRPr sz="1725" b="1">
                <a:solidFill>
                  <a:srgbClr val="24745B"/>
                </a:solidFill>
                <a:latin typeface="Nimbus Sans"/>
                <a:ea typeface="Nimbus Sans"/>
                <a:cs typeface="Nimbus Sans"/>
              </a:defRPr>
            </a:lvl8pPr>
            <a:lvl9pPr algn="l">
              <a:defRPr sz="1725" b="1">
                <a:solidFill>
                  <a:srgbClr val="24745B"/>
                </a:solidFill>
                <a:latin typeface="Nimbus Sans"/>
                <a:ea typeface="Nimbus Sans"/>
                <a:cs typeface="Nimbus Sans"/>
              </a:defRPr>
            </a:lvl9pPr>
          </a:lstStyle>
          <a:p xmlns:a="http://schemas.openxmlformats.org/drawingml/2006/main">
            <a:pPr algn="l">
              <a:defRPr sz="1725" b="1">
                <a:solidFill>
                  <a:srgbClr val="24745B"/>
                </a:solidFill>
                <a:latin typeface="Nimbus Sans"/>
                <a:ea typeface="Nimbus Sans"/>
                <a:cs typeface="Nimbus Sans"/>
              </a:defRPr>
            </a:pPr>
            <a:r>
              <a:rPr sz="1725" b="1">
                <a:solidFill>
                  <a:srgbClr val="24745B"/>
                </a:solidFill>
                <a:latin typeface="Nimbus Sans"/>
                <a:ea typeface="Nimbus Sans"/>
                <a:cs typeface="Nimbus Sans"/>
              </a:rPr>
              <a:t>Positive feed</a:t>
            </a:r>
          </a:p>
          <a:p xmlns:a="http://schemas.openxmlformats.org/drawingml/2006/main">
            <a:pPr algn="l">
              <a:defRPr sz="1725" b="1">
                <a:solidFill>
                  <a:srgbClr val="24745B"/>
                </a:solidFill>
                <a:latin typeface="Nimbus Sans"/>
                <a:ea typeface="Nimbus Sans"/>
                <a:cs typeface="Nimbus Sans"/>
              </a:defRPr>
            </a:pPr>
            <a:r>
              <a:rPr sz="1725" b="1">
                <a:solidFill>
                  <a:srgbClr val="24745B"/>
                </a:solidFill>
                <a:latin typeface="Nimbus Sans"/>
                <a:ea typeface="Nimbus Sans"/>
                <a:cs typeface="Nimbus Sans"/>
              </a:rPr>
              <a:t>branches to 4 COMs</a:t>
            </a:r>
          </a:p>
        </p:txBody>
      </p:sp>
      <p:sp>
        <p:nvSpPr>
          <p:cNvPr id="35" name="Parallel return to DC negative">
            <a:extLst xmlns:a="http://schemas.openxmlformats.org/drawingml/2006/main">
              <a:ext uri="{FF2B5EF4-FFF2-40B4-BE49-F238E27FC236}">
                <a16:creationId xmlns:a16="http://schemas.microsoft.com/office/drawing/2014/main" id="{2CD11046-9E2D-4CD6-B734-DBFB163D968C}"/>
              </a:ext>
            </a:extLst>
          </p:cNvPr>
          <p:cNvSpPr>
            <a:spLocks xmlns:a="http://schemas.openxmlformats.org/drawingml/2006/main" noGrp="1"/>
          </p:cNvSpPr>
          <p:nvPr/>
        </p:nvSpPr>
        <p:spPr>
          <a:xfrm xmlns:a="http://schemas.openxmlformats.org/drawingml/2006/main">
            <a:off x="5715000" y="5886450"/>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725" b="0">
                <a:solidFill>
                  <a:srgbClr val="5E7168"/>
                </a:solidFill>
                <a:latin typeface="Nimbus Sans"/>
                <a:ea typeface="Nimbus Sans"/>
                <a:cs typeface="Nimbus Sans"/>
              </a:defRPr>
            </a:defPPr>
            <a:lvl1pPr algn="r">
              <a:defRPr sz="1725" b="0">
                <a:solidFill>
                  <a:srgbClr val="5E7168"/>
                </a:solidFill>
                <a:latin typeface="Nimbus Sans"/>
                <a:ea typeface="Nimbus Sans"/>
                <a:cs typeface="Nimbus Sans"/>
              </a:defRPr>
            </a:lvl1pPr>
            <a:lvl2pPr algn="r">
              <a:defRPr sz="1725" b="0">
                <a:solidFill>
                  <a:srgbClr val="5E7168"/>
                </a:solidFill>
                <a:latin typeface="Nimbus Sans"/>
                <a:ea typeface="Nimbus Sans"/>
                <a:cs typeface="Nimbus Sans"/>
              </a:defRPr>
            </a:lvl2pPr>
            <a:lvl3pPr algn="r">
              <a:defRPr sz="1725" b="0">
                <a:solidFill>
                  <a:srgbClr val="5E7168"/>
                </a:solidFill>
                <a:latin typeface="Nimbus Sans"/>
                <a:ea typeface="Nimbus Sans"/>
                <a:cs typeface="Nimbus Sans"/>
              </a:defRPr>
            </a:lvl3pPr>
            <a:lvl4pPr algn="r">
              <a:defRPr sz="1725" b="0">
                <a:solidFill>
                  <a:srgbClr val="5E7168"/>
                </a:solidFill>
                <a:latin typeface="Nimbus Sans"/>
                <a:ea typeface="Nimbus Sans"/>
                <a:cs typeface="Nimbus Sans"/>
              </a:defRPr>
            </a:lvl4pPr>
            <a:lvl5pPr algn="r">
              <a:defRPr sz="1725" b="0">
                <a:solidFill>
                  <a:srgbClr val="5E7168"/>
                </a:solidFill>
                <a:latin typeface="Nimbus Sans"/>
                <a:ea typeface="Nimbus Sans"/>
                <a:cs typeface="Nimbus Sans"/>
              </a:defRPr>
            </a:lvl5pPr>
            <a:lvl6pPr algn="r">
              <a:defRPr sz="1725" b="0">
                <a:solidFill>
                  <a:srgbClr val="5E7168"/>
                </a:solidFill>
                <a:latin typeface="Nimbus Sans"/>
                <a:ea typeface="Nimbus Sans"/>
                <a:cs typeface="Nimbus Sans"/>
              </a:defRPr>
            </a:lvl6pPr>
            <a:lvl7pPr algn="r">
              <a:defRPr sz="1725" b="0">
                <a:solidFill>
                  <a:srgbClr val="5E7168"/>
                </a:solidFill>
                <a:latin typeface="Nimbus Sans"/>
                <a:ea typeface="Nimbus Sans"/>
                <a:cs typeface="Nimbus Sans"/>
              </a:defRPr>
            </a:lvl7pPr>
            <a:lvl8pPr algn="r">
              <a:defRPr sz="1725" b="0">
                <a:solidFill>
                  <a:srgbClr val="5E7168"/>
                </a:solidFill>
                <a:latin typeface="Nimbus Sans"/>
                <a:ea typeface="Nimbus Sans"/>
                <a:cs typeface="Nimbus Sans"/>
              </a:defRPr>
            </a:lvl8pPr>
            <a:lvl9pPr algn="r">
              <a:defRPr sz="1725" b="0">
                <a:solidFill>
                  <a:srgbClr val="5E7168"/>
                </a:solidFill>
                <a:latin typeface="Nimbus Sans"/>
                <a:ea typeface="Nimbus Sans"/>
                <a:cs typeface="Nimbus Sans"/>
              </a:defRPr>
            </a:lvl9pPr>
          </a:lstStyle>
          <a:p xmlns:a="http://schemas.openxmlformats.org/drawingml/2006/main">
            <a:pPr algn="r">
              <a:defRPr sz="1725" b="0">
                <a:solidFill>
                  <a:srgbClr val="5E7168"/>
                </a:solidFill>
                <a:latin typeface="Nimbus Sans"/>
                <a:ea typeface="Nimbus Sans"/>
                <a:cs typeface="Nimbus Sans"/>
              </a:defRPr>
            </a:pPr>
            <a:r>
              <a:rPr sz="1725" b="0">
                <a:solidFill>
                  <a:srgbClr val="5E7168"/>
                </a:solidFill>
                <a:latin typeface="Nimbus Sans"/>
                <a:ea typeface="Nimbus Sans"/>
                <a:cs typeface="Nimbus Sans"/>
              </a:rPr>
              <a:t>Parallel return to DC negative</a:t>
            </a:r>
          </a:p>
        </p:txBody>
      </p:sp>
      <p:sp>
        <p:nvSpPr>
          <p:cNvPr id="36" name="Relay-module DC+ / DC− powers the module. COM">
            <a:extLst xmlns:a="http://schemas.openxmlformats.org/drawingml/2006/main">
              <a:ext uri="{FF2B5EF4-FFF2-40B4-BE49-F238E27FC236}">
                <a16:creationId xmlns:a16="http://schemas.microsoft.com/office/drawing/2014/main" id="{60E4DA0F-CE92-44B0-AD80-A302C23FA2EE}"/>
              </a:ext>
            </a:extLst>
          </p:cNvPr>
          <p:cNvSpPr>
            <a:spLocks xmlns:a="http://schemas.openxmlformats.org/drawingml/2006/main" noGrp="1"/>
          </p:cNvSpPr>
          <p:nvPr/>
        </p:nvSpPr>
        <p:spPr>
          <a:xfrm xmlns:a="http://schemas.openxmlformats.org/drawingml/2006/main">
            <a:off x="609600" y="63055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153D33"/>
                </a:solidFill>
                <a:latin typeface="Nimbus Sans"/>
                <a:ea typeface="Nimbus Sans"/>
                <a:cs typeface="Nimbus Sans"/>
              </a:defRPr>
            </a:defPPr>
            <a:lvl1pPr algn="l">
              <a:defRPr sz="1650" b="0">
                <a:solidFill>
                  <a:srgbClr val="153D33"/>
                </a:solidFill>
                <a:latin typeface="Nimbus Sans"/>
                <a:ea typeface="Nimbus Sans"/>
                <a:cs typeface="Nimbus Sans"/>
              </a:defRPr>
            </a:lvl1pPr>
            <a:lvl2pPr algn="l">
              <a:defRPr sz="1650" b="0">
                <a:solidFill>
                  <a:srgbClr val="153D33"/>
                </a:solidFill>
                <a:latin typeface="Nimbus Sans"/>
                <a:ea typeface="Nimbus Sans"/>
                <a:cs typeface="Nimbus Sans"/>
              </a:defRPr>
            </a:lvl2pPr>
            <a:lvl3pPr algn="l">
              <a:defRPr sz="1650" b="0">
                <a:solidFill>
                  <a:srgbClr val="153D33"/>
                </a:solidFill>
                <a:latin typeface="Nimbus Sans"/>
                <a:ea typeface="Nimbus Sans"/>
                <a:cs typeface="Nimbus Sans"/>
              </a:defRPr>
            </a:lvl3pPr>
            <a:lvl4pPr algn="l">
              <a:defRPr sz="1650" b="0">
                <a:solidFill>
                  <a:srgbClr val="153D33"/>
                </a:solidFill>
                <a:latin typeface="Nimbus Sans"/>
                <a:ea typeface="Nimbus Sans"/>
                <a:cs typeface="Nimbus Sans"/>
              </a:defRPr>
            </a:lvl4pPr>
            <a:lvl5pPr algn="l">
              <a:defRPr sz="1650" b="0">
                <a:solidFill>
                  <a:srgbClr val="153D33"/>
                </a:solidFill>
                <a:latin typeface="Nimbus Sans"/>
                <a:ea typeface="Nimbus Sans"/>
                <a:cs typeface="Nimbus Sans"/>
              </a:defRPr>
            </a:lvl5pPr>
            <a:lvl6pPr algn="l">
              <a:defRPr sz="1650" b="0">
                <a:solidFill>
                  <a:srgbClr val="153D33"/>
                </a:solidFill>
                <a:latin typeface="Nimbus Sans"/>
                <a:ea typeface="Nimbus Sans"/>
                <a:cs typeface="Nimbus Sans"/>
              </a:defRPr>
            </a:lvl6pPr>
            <a:lvl7pPr algn="l">
              <a:defRPr sz="1650" b="0">
                <a:solidFill>
                  <a:srgbClr val="153D33"/>
                </a:solidFill>
                <a:latin typeface="Nimbus Sans"/>
                <a:ea typeface="Nimbus Sans"/>
                <a:cs typeface="Nimbus Sans"/>
              </a:defRPr>
            </a:lvl7pPr>
            <a:lvl8pPr algn="l">
              <a:defRPr sz="1650" b="0">
                <a:solidFill>
                  <a:srgbClr val="153D33"/>
                </a:solidFill>
                <a:latin typeface="Nimbus Sans"/>
                <a:ea typeface="Nimbus Sans"/>
                <a:cs typeface="Nimbus Sans"/>
              </a:defRPr>
            </a:lvl8pPr>
            <a:lvl9pPr algn="l">
              <a:defRPr sz="1650" b="0">
                <a:solidFill>
                  <a:srgbClr val="153D33"/>
                </a:solidFill>
                <a:latin typeface="Nimbus Sans"/>
                <a:ea typeface="Nimbus Sans"/>
                <a:cs typeface="Nimbus Sans"/>
              </a:defRPr>
            </a:lvl9pPr>
          </a:lstStyle>
          <a:p xmlns:a="http://schemas.openxmlformats.org/drawingml/2006/main">
            <a:pPr algn="l">
              <a:defRPr sz="1650" b="0">
                <a:solidFill>
                  <a:srgbClr val="153D33"/>
                </a:solidFill>
                <a:latin typeface="Nimbus Sans"/>
                <a:ea typeface="Nimbus Sans"/>
                <a:cs typeface="Nimbus Sans"/>
              </a:defRPr>
            </a:pPr>
            <a:r>
              <a:rPr sz="1650" b="0">
                <a:solidFill>
                  <a:srgbClr val="153D33"/>
                </a:solidFill>
                <a:latin typeface="Nimbus Sans"/>
                <a:ea typeface="Nimbus Sans"/>
                <a:cs typeface="Nimbus Sans"/>
              </a:rPr>
              <a:t>Relay-module DC+ / DC− powers the module. COM / NO switches each lock circuit.</a:t>
            </a:r>
          </a:p>
        </p:txBody>
      </p:sp>
    </p:spTree>
    <p:extLst>
      <p:ext uri="{BB962C8B-B14F-4D97-AF65-F5344CB8AC3E}">
        <p14:creationId xmlns:p14="http://schemas.microsoft.com/office/powerpoint/2010/main" val="1106767961"/>
      </p:ext>
    </p:extLst>
  </p:cSld>
</p:sld>
</file>

<file path=ppt/slides/slide6.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7" name="A usable experience when something goes wrong">
            <a:extLst xmlns:a="http://schemas.openxmlformats.org/drawingml/2006/main">
              <a:ext uri="{FF2B5EF4-FFF2-40B4-BE49-F238E27FC236}">
                <a16:creationId xmlns:a16="http://schemas.microsoft.com/office/drawing/2014/main" id="{809B2705-1CD4-42C0-829F-B6ACBB92D7FA}"/>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A usable experience when something goes wrong</a:t>
            </a:r>
          </a:p>
        </p:txBody>
      </p:sp>
      <p:sp>
        <p:nvSpPr>
          <p:cNvPr id="2" name="The visitor needs a clear next action and con">
            <a:extLst xmlns:a="http://schemas.openxmlformats.org/drawingml/2006/main">
              <a:ext uri="{FF2B5EF4-FFF2-40B4-BE49-F238E27FC236}">
                <a16:creationId xmlns:a16="http://schemas.microsoft.com/office/drawing/2014/main" id="{9C4BA435-CD30-4B31-8A00-035FC5120953}"/>
              </a:ext>
            </a:extLst>
          </p:cNvPr>
          <p:cNvSpPr>
            <a:spLocks xmlns:a="http://schemas.openxmlformats.org/drawingml/2006/main" noGrp="1"/>
          </p:cNvSpPr>
          <p:nvPr/>
        </p:nvSpPr>
        <p:spPr>
          <a:xfrm xmlns:a="http://schemas.openxmlformats.org/drawingml/2006/main">
            <a:off x="609600" y="12001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The visitor needs a clear next action and confidence that the station has kept their place</a:t>
            </a:r>
          </a:p>
        </p:txBody>
      </p:sp>
      <p:sp>
        <p:nvSpPr>
          <p:cNvPr id="3" name="06">
            <a:extLst xmlns:a="http://schemas.openxmlformats.org/drawingml/2006/main">
              <a:ext uri="{FF2B5EF4-FFF2-40B4-BE49-F238E27FC236}">
                <a16:creationId xmlns:a16="http://schemas.microsoft.com/office/drawing/2014/main" id="{8A1C3D1E-A98A-4779-81EC-FDAA8F335C81}"/>
              </a:ext>
            </a:extLst>
          </p:cNvPr>
          <p:cNvSpPr>
            <a:spLocks xmlns:a="http://schemas.openxmlformats.org/drawingml/2006/main" noGrp="1"/>
          </p:cNvSpPr>
          <p:nvPr/>
        </p:nvSpPr>
        <p:spPr>
          <a:xfrm xmlns:a="http://schemas.openxmlformats.org/drawingml/2006/main">
            <a:off x="11239500" y="64198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06</a:t>
            </a:r>
          </a:p>
        </p:txBody>
      </p:sp>
      <p:graphicFrame>
        <p:nvGraphicFramePr>
          <p:cNvPr id="4" name="">
            <a:extLst xmlns:a="http://schemas.openxmlformats.org/drawingml/2006/main">
              <a:ext uri="{FF2B5EF4-FFF2-40B4-BE49-F238E27FC236}">
                <a16:creationId xmlns:a16="http://schemas.microsoft.com/office/drawing/2014/main" id="{5287E980-96CB-481E-B318-3F6006DB2277}"/>
              </a:ext>
            </a:extLst>
          </p:cNvPr>
          <p:cNvGraphicFramePr/>
          <p:nvPr/>
        </p:nvGraphicFramePr>
        <p:xfrm>
          <a:off xmlns:a="http://schemas.openxmlformats.org/drawingml/2006/main" x="609600" y="1847850"/>
          <a:ext xmlns:a="http://schemas.openxmlformats.org/drawingml/2006/main" cx="10972800" cy="3429000"/>
        </p:xfrm>
        <a:graphic xmlns:a="http://schemas.openxmlformats.org/drawingml/2006/main">
          <a:graphicData uri="http://schemas.openxmlformats.org/drawingml/2006/table">
            <a:tbl>
              <a:tblPr/>
              <a:tblGrid>
                <a:gridCol w="4524375"/>
                <a:gridCol w="6448425"/>
              </a:tblGrid>
              <a:tr h="571500">
                <a:tc>
                  <a:txBody>
                    <a:bodyPr lIns="95250" tIns="95250" rIns="95250" bIns="95250"/>
                    <a:lstStyle/>
                    <a:p>
                      <a:r>
                        <a:rPr sz="1875" b="1">
                          <a:solidFill>
                            <a:srgbClr val="FFFFFF"/>
                          </a:solidFill>
                          <a:latin typeface="Nimbus Sans"/>
                          <a:ea typeface="Nimbus Sans"/>
                          <a:cs typeface="Nimbus Sans"/>
                        </a:rPr>
                        <a:t>Visitor situation</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95250" tIns="95250" rIns="95250" bIns="95250"/>
                    <a:lstStyle/>
                    <a:p>
                      <a:r>
                        <a:rPr sz="1875" b="1">
                          <a:solidFill>
                            <a:srgbClr val="FFFFFF"/>
                          </a:solidFill>
                          <a:latin typeface="Nimbus Sans"/>
                          <a:ea typeface="Nimbus Sans"/>
                          <a:cs typeface="Nimbus Sans"/>
                        </a:rPr>
                        <a:t>Current response</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571500">
                <a:tc>
                  <a:txBody>
                    <a:bodyPr lIns="95250" tIns="95250" rIns="95250" bIns="95250"/>
                    <a:lstStyle/>
                    <a:p>
                      <a:r>
                        <a:rPr sz="1875" b="0">
                          <a:solidFill>
                            <a:srgbClr val="153D33"/>
                          </a:solidFill>
                          <a:latin typeface="Nimbus Sans"/>
                          <a:ea typeface="Nimbus Sans"/>
                          <a:cs typeface="Nimbus Sans"/>
                        </a:rPr>
                        <a:t>All four compartments are full</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75" b="0">
                          <a:solidFill>
                            <a:srgbClr val="153D33"/>
                          </a:solidFill>
                          <a:latin typeface="Nimbus Sans"/>
                          <a:ea typeface="Nimbus Sans"/>
                          <a:cs typeface="Nimbus Sans"/>
                        </a:rPr>
                        <a:t>Pause new deposits and show availability</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71500">
                <a:tc>
                  <a:txBody>
                    <a:bodyPr lIns="95250" tIns="95250" rIns="95250" bIns="95250"/>
                    <a:lstStyle/>
                    <a:p>
                      <a:r>
                        <a:rPr sz="1875" b="0">
                          <a:solidFill>
                            <a:srgbClr val="153D33"/>
                          </a:solidFill>
                          <a:latin typeface="Nimbus Sans"/>
                          <a:ea typeface="Nimbus Sans"/>
                          <a:cs typeface="Nimbus Sans"/>
                        </a:rPr>
                        <a:t>Voice input fails or is unsuitable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75" b="0">
                          <a:solidFill>
                            <a:srgbClr val="153D33"/>
                          </a:solidFill>
                          <a:latin typeface="Nimbus Sans"/>
                          <a:ea typeface="Nimbus Sans"/>
                          <a:cs typeface="Nimbus Sans"/>
                        </a:rPr>
                        <a:t>Keep the description editable and allow typing</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71500">
                <a:tc>
                  <a:txBody>
                    <a:bodyPr lIns="95250" tIns="95250" rIns="95250" bIns="95250"/>
                    <a:lstStyle/>
                    <a:p>
                      <a:r>
                        <a:rPr sz="1875" b="0">
                          <a:solidFill>
                            <a:srgbClr val="153D33"/>
                          </a:solidFill>
                          <a:latin typeface="Nimbus Sans"/>
                          <a:ea typeface="Nimbus Sans"/>
                          <a:cs typeface="Nimbus Sans"/>
                        </a:rPr>
                        <a:t>Photo saves but AI tagging fails</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75" b="0">
                          <a:solidFill>
                            <a:srgbClr val="153D33"/>
                          </a:solidFill>
                          <a:latin typeface="Nimbus Sans"/>
                          <a:ea typeface="Nimbus Sans"/>
                          <a:cs typeface="Nimbus Sans"/>
                        </a:rPr>
                        <a:t>Keep the photo and offer tagging retry</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71500">
                <a:tc>
                  <a:txBody>
                    <a:bodyPr lIns="95250" tIns="95250" rIns="95250" bIns="95250"/>
                    <a:lstStyle/>
                    <a:p>
                      <a:r>
                        <a:rPr sz="1875" b="0">
                          <a:solidFill>
                            <a:srgbClr val="153D33"/>
                          </a:solidFill>
                          <a:latin typeface="Nimbus Sans"/>
                          <a:ea typeface="Nimbus Sans"/>
                          <a:cs typeface="Nimbus Sans"/>
                        </a:rPr>
                        <a:t>Lock outcome is uncertain</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75" b="0">
                          <a:solidFill>
                            <a:srgbClr val="153D33"/>
                          </a:solidFill>
                          <a:latin typeface="Nimbus Sans"/>
                          <a:ea typeface="Nimbus Sans"/>
                          <a:cs typeface="Nimbus Sans"/>
                        </a:rPr>
                        <a:t>Keep the slot reserved for staff inspection</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71500">
                <a:tc>
                  <a:txBody>
                    <a:bodyPr lIns="95250" tIns="95250" rIns="95250" bIns="95250"/>
                    <a:lstStyle/>
                    <a:p>
                      <a:r>
                        <a:rPr sz="1875" b="0">
                          <a:solidFill>
                            <a:srgbClr val="153D33"/>
                          </a:solidFill>
                          <a:latin typeface="Nimbus Sans"/>
                          <a:ea typeface="Nimbus Sans"/>
                          <a:cs typeface="Nimbus Sans"/>
                        </a:rPr>
                        <a:t>A visitor finishes or times out</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75" b="0">
                          <a:solidFill>
                            <a:srgbClr val="153D33"/>
                          </a:solidFill>
                          <a:latin typeface="Nimbus Sans"/>
                          <a:ea typeface="Nimbus Sans"/>
                          <a:cs typeface="Nimbus Sans"/>
                        </a:rPr>
                        <a:t>Clear session inputs and reset the shared screen</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bl>
          </a:graphicData>
        </a:graphic>
      </p:graphicFrame>
      <p:sp>
        <p:nvSpPr>
          <p:cNvPr id="5" name="Shared-terminal privacy">
            <a:extLst xmlns:a="http://schemas.openxmlformats.org/drawingml/2006/main">
              <a:ext uri="{FF2B5EF4-FFF2-40B4-BE49-F238E27FC236}">
                <a16:creationId xmlns:a16="http://schemas.microsoft.com/office/drawing/2014/main" id="{907F0ABF-A94F-47C7-AD0F-012B26AF0FA6}"/>
              </a:ext>
            </a:extLst>
          </p:cNvPr>
          <p:cNvSpPr>
            <a:spLocks xmlns:a="http://schemas.openxmlformats.org/drawingml/2006/main" noGrp="1"/>
          </p:cNvSpPr>
          <p:nvPr/>
        </p:nvSpPr>
        <p:spPr>
          <a:xfrm xmlns:a="http://schemas.openxmlformats.org/drawingml/2006/main">
            <a:off x="609600" y="551497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24745B"/>
                </a:solidFill>
                <a:latin typeface="Nimbus Sans"/>
                <a:ea typeface="Nimbus Sans"/>
                <a:cs typeface="Nimbus Sans"/>
              </a:defRPr>
            </a:defPPr>
            <a:lvl1pPr algn="l">
              <a:defRPr sz="2175" b="1">
                <a:solidFill>
                  <a:srgbClr val="24745B"/>
                </a:solidFill>
                <a:latin typeface="Nimbus Sans"/>
                <a:ea typeface="Nimbus Sans"/>
                <a:cs typeface="Nimbus Sans"/>
              </a:defRPr>
            </a:lvl1pPr>
            <a:lvl2pPr algn="l">
              <a:defRPr sz="2175" b="1">
                <a:solidFill>
                  <a:srgbClr val="24745B"/>
                </a:solidFill>
                <a:latin typeface="Nimbus Sans"/>
                <a:ea typeface="Nimbus Sans"/>
                <a:cs typeface="Nimbus Sans"/>
              </a:defRPr>
            </a:lvl2pPr>
            <a:lvl3pPr algn="l">
              <a:defRPr sz="2175" b="1">
                <a:solidFill>
                  <a:srgbClr val="24745B"/>
                </a:solidFill>
                <a:latin typeface="Nimbus Sans"/>
                <a:ea typeface="Nimbus Sans"/>
                <a:cs typeface="Nimbus Sans"/>
              </a:defRPr>
            </a:lvl3pPr>
            <a:lvl4pPr algn="l">
              <a:defRPr sz="2175" b="1">
                <a:solidFill>
                  <a:srgbClr val="24745B"/>
                </a:solidFill>
                <a:latin typeface="Nimbus Sans"/>
                <a:ea typeface="Nimbus Sans"/>
                <a:cs typeface="Nimbus Sans"/>
              </a:defRPr>
            </a:lvl4pPr>
            <a:lvl5pPr algn="l">
              <a:defRPr sz="2175" b="1">
                <a:solidFill>
                  <a:srgbClr val="24745B"/>
                </a:solidFill>
                <a:latin typeface="Nimbus Sans"/>
                <a:ea typeface="Nimbus Sans"/>
                <a:cs typeface="Nimbus Sans"/>
              </a:defRPr>
            </a:lvl5pPr>
            <a:lvl6pPr algn="l">
              <a:defRPr sz="2175" b="1">
                <a:solidFill>
                  <a:srgbClr val="24745B"/>
                </a:solidFill>
                <a:latin typeface="Nimbus Sans"/>
                <a:ea typeface="Nimbus Sans"/>
                <a:cs typeface="Nimbus Sans"/>
              </a:defRPr>
            </a:lvl6pPr>
            <a:lvl7pPr algn="l">
              <a:defRPr sz="2175" b="1">
                <a:solidFill>
                  <a:srgbClr val="24745B"/>
                </a:solidFill>
                <a:latin typeface="Nimbus Sans"/>
                <a:ea typeface="Nimbus Sans"/>
                <a:cs typeface="Nimbus Sans"/>
              </a:defRPr>
            </a:lvl7pPr>
            <a:lvl8pPr algn="l">
              <a:defRPr sz="2175" b="1">
                <a:solidFill>
                  <a:srgbClr val="24745B"/>
                </a:solidFill>
                <a:latin typeface="Nimbus Sans"/>
                <a:ea typeface="Nimbus Sans"/>
                <a:cs typeface="Nimbus Sans"/>
              </a:defRPr>
            </a:lvl8pPr>
            <a:lvl9pPr algn="l">
              <a:defRPr sz="2175" b="1">
                <a:solidFill>
                  <a:srgbClr val="24745B"/>
                </a:solidFill>
                <a:latin typeface="Nimbus Sans"/>
                <a:ea typeface="Nimbus Sans"/>
                <a:cs typeface="Nimbus Sans"/>
              </a:defRPr>
            </a:lvl9pPr>
          </a:lstStyle>
          <a:p xmlns:a="http://schemas.openxmlformats.org/drawingml/2006/main">
            <a:pPr algn="l">
              <a:defRPr sz="2175" b="1">
                <a:solidFill>
                  <a:srgbClr val="24745B"/>
                </a:solidFill>
                <a:latin typeface="Nimbus Sans"/>
                <a:ea typeface="Nimbus Sans"/>
                <a:cs typeface="Nimbus Sans"/>
              </a:defRPr>
            </a:pPr>
            <a:r>
              <a:rPr sz="2175" b="1">
                <a:solidFill>
                  <a:srgbClr val="24745B"/>
                </a:solidFill>
                <a:latin typeface="Nimbus Sans"/>
                <a:ea typeface="Nimbus Sans"/>
                <a:cs typeface="Nimbus Sans"/>
              </a:rPr>
              <a:t>Shared-terminal privacy</a:t>
            </a:r>
          </a:p>
        </p:txBody>
      </p:sp>
      <p:sp>
        <p:nvSpPr>
          <p:cNvPr id="6" name="Finish clears the previous visitor’s task. Ba">
            <a:extLst xmlns:a="http://schemas.openxmlformats.org/drawingml/2006/main">
              <a:ext uri="{FF2B5EF4-FFF2-40B4-BE49-F238E27FC236}">
                <a16:creationId xmlns:a16="http://schemas.microsoft.com/office/drawing/2014/main" id="{B43A023F-2CE1-440B-9C85-556BCE94C49E}"/>
              </a:ext>
            </a:extLst>
          </p:cNvPr>
          <p:cNvSpPr>
            <a:spLocks xmlns:a="http://schemas.openxmlformats.org/drawingml/2006/main" noGrp="1"/>
          </p:cNvSpPr>
          <p:nvPr/>
        </p:nvSpPr>
        <p:spPr>
          <a:xfrm xmlns:a="http://schemas.openxmlformats.org/drawingml/2006/main">
            <a:off x="609600" y="600075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53D33"/>
                </a:solidFill>
                <a:latin typeface="Nimbus Sans"/>
                <a:ea typeface="Nimbus Sans"/>
                <a:cs typeface="Nimbus Sans"/>
              </a:defRPr>
            </a:defPPr>
            <a:lvl1pPr algn="l">
              <a:defRPr sz="1950" b="0">
                <a:solidFill>
                  <a:srgbClr val="153D33"/>
                </a:solidFill>
                <a:latin typeface="Nimbus Sans"/>
                <a:ea typeface="Nimbus Sans"/>
                <a:cs typeface="Nimbus Sans"/>
              </a:defRPr>
            </a:lvl1pPr>
            <a:lvl2pPr algn="l">
              <a:defRPr sz="1950" b="0">
                <a:solidFill>
                  <a:srgbClr val="153D33"/>
                </a:solidFill>
                <a:latin typeface="Nimbus Sans"/>
                <a:ea typeface="Nimbus Sans"/>
                <a:cs typeface="Nimbus Sans"/>
              </a:defRPr>
            </a:lvl2pPr>
            <a:lvl3pPr algn="l">
              <a:defRPr sz="1950" b="0">
                <a:solidFill>
                  <a:srgbClr val="153D33"/>
                </a:solidFill>
                <a:latin typeface="Nimbus Sans"/>
                <a:ea typeface="Nimbus Sans"/>
                <a:cs typeface="Nimbus Sans"/>
              </a:defRPr>
            </a:lvl3pPr>
            <a:lvl4pPr algn="l">
              <a:defRPr sz="1950" b="0">
                <a:solidFill>
                  <a:srgbClr val="153D33"/>
                </a:solidFill>
                <a:latin typeface="Nimbus Sans"/>
                <a:ea typeface="Nimbus Sans"/>
                <a:cs typeface="Nimbus Sans"/>
              </a:defRPr>
            </a:lvl4pPr>
            <a:lvl5pPr algn="l">
              <a:defRPr sz="1950" b="0">
                <a:solidFill>
                  <a:srgbClr val="153D33"/>
                </a:solidFill>
                <a:latin typeface="Nimbus Sans"/>
                <a:ea typeface="Nimbus Sans"/>
                <a:cs typeface="Nimbus Sans"/>
              </a:defRPr>
            </a:lvl5pPr>
            <a:lvl6pPr algn="l">
              <a:defRPr sz="1950" b="0">
                <a:solidFill>
                  <a:srgbClr val="153D33"/>
                </a:solidFill>
                <a:latin typeface="Nimbus Sans"/>
                <a:ea typeface="Nimbus Sans"/>
                <a:cs typeface="Nimbus Sans"/>
              </a:defRPr>
            </a:lvl6pPr>
            <a:lvl7pPr algn="l">
              <a:defRPr sz="1950" b="0">
                <a:solidFill>
                  <a:srgbClr val="153D33"/>
                </a:solidFill>
                <a:latin typeface="Nimbus Sans"/>
                <a:ea typeface="Nimbus Sans"/>
                <a:cs typeface="Nimbus Sans"/>
              </a:defRPr>
            </a:lvl7pPr>
            <a:lvl8pPr algn="l">
              <a:defRPr sz="1950" b="0">
                <a:solidFill>
                  <a:srgbClr val="153D33"/>
                </a:solidFill>
                <a:latin typeface="Nimbus Sans"/>
                <a:ea typeface="Nimbus Sans"/>
                <a:cs typeface="Nimbus Sans"/>
              </a:defRPr>
            </a:lvl8pPr>
            <a:lvl9pPr algn="l">
              <a:defRPr sz="1950" b="0">
                <a:solidFill>
                  <a:srgbClr val="153D33"/>
                </a:solidFill>
                <a:latin typeface="Nimbus Sans"/>
                <a:ea typeface="Nimbus Sans"/>
                <a:cs typeface="Nimbus Sans"/>
              </a:defRPr>
            </a:lvl9pPr>
          </a:lstStyle>
          <a:p xmlns:a="http://schemas.openxmlformats.org/drawingml/2006/main">
            <a:pPr algn="l">
              <a:defRPr sz="1950" b="0">
                <a:solidFill>
                  <a:srgbClr val="153D33"/>
                </a:solidFill>
                <a:latin typeface="Nimbus Sans"/>
                <a:ea typeface="Nimbus Sans"/>
                <a:cs typeface="Nimbus Sans"/>
              </a:defRPr>
            </a:pPr>
            <a:r>
              <a:rPr sz="1950" b="0">
                <a:solidFill>
                  <a:srgbClr val="153D33"/>
                </a:solidFill>
                <a:latin typeface="Nimbus Sans"/>
                <a:ea typeface="Nimbus Sans"/>
                <a:cs typeface="Nimbus Sans"/>
              </a:rPr>
              <a:t>Finish clears the previous visitor’s task. Backend role-based access remains future work.</a:t>
            </a:r>
          </a:p>
        </p:txBody>
      </p:sp>
    </p:spTree>
    <p:extLst>
      <p:ext uri="{BB962C8B-B14F-4D97-AF65-F5344CB8AC3E}">
        <p14:creationId xmlns:p14="http://schemas.microsoft.com/office/powerpoint/2010/main" val="341525494"/>
      </p:ext>
    </p:extLst>
  </p:cSld>
</p:sld>
</file>

<file path=ppt/slides/slide7.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4" name="Evidence and the next user study">
            <a:extLst xmlns:a="http://schemas.openxmlformats.org/drawingml/2006/main">
              <a:ext uri="{FF2B5EF4-FFF2-40B4-BE49-F238E27FC236}">
                <a16:creationId xmlns:a16="http://schemas.microsoft.com/office/drawing/2014/main" id="{F102959A-4886-443E-943E-7CA45E8782C9}"/>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Evidence and the next user study</a:t>
            </a:r>
          </a:p>
        </p:txBody>
      </p:sp>
      <p:sp>
        <p:nvSpPr>
          <p:cNvPr id="2" name="Functional checks support the workflow. Field">
            <a:extLst xmlns:a="http://schemas.openxmlformats.org/drawingml/2006/main">
              <a:ext uri="{FF2B5EF4-FFF2-40B4-BE49-F238E27FC236}">
                <a16:creationId xmlns:a16="http://schemas.microsoft.com/office/drawing/2014/main" id="{9B8CBFEC-B624-42C7-BE2F-1071D8F9AA9B}"/>
              </a:ext>
            </a:extLst>
          </p:cNvPr>
          <p:cNvSpPr>
            <a:spLocks xmlns:a="http://schemas.openxmlformats.org/drawingml/2006/main" noGrp="1"/>
          </p:cNvSpPr>
          <p:nvPr/>
        </p:nvSpPr>
        <p:spPr>
          <a:xfrm xmlns:a="http://schemas.openxmlformats.org/drawingml/2006/main">
            <a:off x="609600" y="12001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Functional checks support the workflow. Field performance still needs real measurements.</a:t>
            </a:r>
          </a:p>
        </p:txBody>
      </p:sp>
      <p:sp>
        <p:nvSpPr>
          <p:cNvPr id="3" name="07">
            <a:extLst xmlns:a="http://schemas.openxmlformats.org/drawingml/2006/main">
              <a:ext uri="{FF2B5EF4-FFF2-40B4-BE49-F238E27FC236}">
                <a16:creationId xmlns:a16="http://schemas.microsoft.com/office/drawing/2014/main" id="{5C021FD3-065E-442A-82C7-E64F8CEDFBA0}"/>
              </a:ext>
            </a:extLst>
          </p:cNvPr>
          <p:cNvSpPr>
            <a:spLocks xmlns:a="http://schemas.openxmlformats.org/drawingml/2006/main" noGrp="1"/>
          </p:cNvSpPr>
          <p:nvPr/>
        </p:nvSpPr>
        <p:spPr>
          <a:xfrm xmlns:a="http://schemas.openxmlformats.org/drawingml/2006/main">
            <a:off x="11239500" y="64198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07</a:t>
            </a:r>
          </a:p>
        </p:txBody>
      </p:sp>
      <p:sp>
        <p:nvSpPr>
          <p:cNvPr id="4" name="Documented checks">
            <a:extLst xmlns:a="http://schemas.openxmlformats.org/drawingml/2006/main">
              <a:ext uri="{FF2B5EF4-FFF2-40B4-BE49-F238E27FC236}">
                <a16:creationId xmlns:a16="http://schemas.microsoft.com/office/drawing/2014/main" id="{101ED7CB-3841-4F0B-9607-23AE8433BAB9}"/>
              </a:ext>
            </a:extLst>
          </p:cNvPr>
          <p:cNvSpPr>
            <a:spLocks xmlns:a="http://schemas.openxmlformats.org/drawingml/2006/main" noGrp="1"/>
          </p:cNvSpPr>
          <p:nvPr/>
        </p:nvSpPr>
        <p:spPr>
          <a:xfrm xmlns:a="http://schemas.openxmlformats.org/drawingml/2006/main">
            <a:off x="609600" y="1857375"/>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24745B"/>
                </a:solidFill>
                <a:latin typeface="Nimbus Sans"/>
                <a:ea typeface="Nimbus Sans"/>
                <a:cs typeface="Nimbus Sans"/>
              </a:defRPr>
            </a:defPPr>
            <a:lvl1pPr algn="l">
              <a:defRPr sz="2250" b="1">
                <a:solidFill>
                  <a:srgbClr val="24745B"/>
                </a:solidFill>
                <a:latin typeface="Nimbus Sans"/>
                <a:ea typeface="Nimbus Sans"/>
                <a:cs typeface="Nimbus Sans"/>
              </a:defRPr>
            </a:lvl1pPr>
            <a:lvl2pPr algn="l">
              <a:defRPr sz="2250" b="1">
                <a:solidFill>
                  <a:srgbClr val="24745B"/>
                </a:solidFill>
                <a:latin typeface="Nimbus Sans"/>
                <a:ea typeface="Nimbus Sans"/>
                <a:cs typeface="Nimbus Sans"/>
              </a:defRPr>
            </a:lvl2pPr>
            <a:lvl3pPr algn="l">
              <a:defRPr sz="2250" b="1">
                <a:solidFill>
                  <a:srgbClr val="24745B"/>
                </a:solidFill>
                <a:latin typeface="Nimbus Sans"/>
                <a:ea typeface="Nimbus Sans"/>
                <a:cs typeface="Nimbus Sans"/>
              </a:defRPr>
            </a:lvl3pPr>
            <a:lvl4pPr algn="l">
              <a:defRPr sz="2250" b="1">
                <a:solidFill>
                  <a:srgbClr val="24745B"/>
                </a:solidFill>
                <a:latin typeface="Nimbus Sans"/>
                <a:ea typeface="Nimbus Sans"/>
                <a:cs typeface="Nimbus Sans"/>
              </a:defRPr>
            </a:lvl4pPr>
            <a:lvl5pPr algn="l">
              <a:defRPr sz="2250" b="1">
                <a:solidFill>
                  <a:srgbClr val="24745B"/>
                </a:solidFill>
                <a:latin typeface="Nimbus Sans"/>
                <a:ea typeface="Nimbus Sans"/>
                <a:cs typeface="Nimbus Sans"/>
              </a:defRPr>
            </a:lvl5pPr>
            <a:lvl6pPr algn="l">
              <a:defRPr sz="2250" b="1">
                <a:solidFill>
                  <a:srgbClr val="24745B"/>
                </a:solidFill>
                <a:latin typeface="Nimbus Sans"/>
                <a:ea typeface="Nimbus Sans"/>
                <a:cs typeface="Nimbus Sans"/>
              </a:defRPr>
            </a:lvl6pPr>
            <a:lvl7pPr algn="l">
              <a:defRPr sz="2250" b="1">
                <a:solidFill>
                  <a:srgbClr val="24745B"/>
                </a:solidFill>
                <a:latin typeface="Nimbus Sans"/>
                <a:ea typeface="Nimbus Sans"/>
                <a:cs typeface="Nimbus Sans"/>
              </a:defRPr>
            </a:lvl7pPr>
            <a:lvl8pPr algn="l">
              <a:defRPr sz="2250" b="1">
                <a:solidFill>
                  <a:srgbClr val="24745B"/>
                </a:solidFill>
                <a:latin typeface="Nimbus Sans"/>
                <a:ea typeface="Nimbus Sans"/>
                <a:cs typeface="Nimbus Sans"/>
              </a:defRPr>
            </a:lvl8pPr>
            <a:lvl9pPr algn="l">
              <a:defRPr sz="2250" b="1">
                <a:solidFill>
                  <a:srgbClr val="24745B"/>
                </a:solidFill>
                <a:latin typeface="Nimbus Sans"/>
                <a:ea typeface="Nimbus Sans"/>
                <a:cs typeface="Nimbus Sans"/>
              </a:defRPr>
            </a:lvl9pPr>
          </a:lstStyle>
          <a:p xmlns:a="http://schemas.openxmlformats.org/drawingml/2006/main">
            <a:pPr algn="l">
              <a:defRPr sz="2250" b="1">
                <a:solidFill>
                  <a:srgbClr val="24745B"/>
                </a:solidFill>
                <a:latin typeface="Nimbus Sans"/>
                <a:ea typeface="Nimbus Sans"/>
                <a:cs typeface="Nimbus Sans"/>
              </a:defRPr>
            </a:pPr>
            <a:r>
              <a:rPr sz="2250" b="1">
                <a:solidFill>
                  <a:srgbClr val="24745B"/>
                </a:solidFill>
                <a:latin typeface="Nimbus Sans"/>
                <a:ea typeface="Nimbus Sans"/>
                <a:cs typeface="Nimbus Sans"/>
              </a:rPr>
              <a:t>Documented checks</a:t>
            </a:r>
          </a:p>
        </p:txBody>
      </p:sp>
      <p:graphicFrame>
        <p:nvGraphicFramePr>
          <p:cNvPr id="5" name="">
            <a:extLst xmlns:a="http://schemas.openxmlformats.org/drawingml/2006/main">
              <a:ext uri="{FF2B5EF4-FFF2-40B4-BE49-F238E27FC236}">
                <a16:creationId xmlns:a16="http://schemas.microsoft.com/office/drawing/2014/main" id="{735FF4E9-D65A-4CA3-AAEC-BD6086C47E6E}"/>
              </a:ext>
            </a:extLst>
          </p:cNvPr>
          <p:cNvGraphicFramePr/>
          <p:nvPr/>
        </p:nvGraphicFramePr>
        <p:xfrm>
          <a:off xmlns:a="http://schemas.openxmlformats.org/drawingml/2006/main" x="609600" y="2409825"/>
          <a:ext xmlns:a="http://schemas.openxmlformats.org/drawingml/2006/main" cx="5143500" cy="2733675"/>
        </p:xfrm>
        <a:graphic xmlns:a="http://schemas.openxmlformats.org/drawingml/2006/main">
          <a:graphicData uri="http://schemas.openxmlformats.org/drawingml/2006/table">
            <a:tbl>
              <a:tblPr/>
              <a:tblGrid>
                <a:gridCol w="3286125"/>
                <a:gridCol w="1857375"/>
              </a:tblGrid>
              <a:tr h="546735">
                <a:tc>
                  <a:txBody>
                    <a:bodyPr lIns="95250" tIns="95250" rIns="95250" bIns="95250"/>
                    <a:lstStyle/>
                    <a:p>
                      <a:r>
                        <a:rPr sz="1800" b="1">
                          <a:solidFill>
                            <a:srgbClr val="FFFFFF"/>
                          </a:solidFill>
                          <a:latin typeface="Nimbus Sans"/>
                          <a:ea typeface="Nimbus Sans"/>
                          <a:cs typeface="Nimbus Sans"/>
                        </a:rPr>
                        <a:t>Suite</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95250" tIns="95250" rIns="95250" bIns="95250"/>
                    <a:lstStyle/>
                    <a:p>
                      <a:r>
                        <a:rPr sz="1800" b="1">
                          <a:solidFill>
                            <a:srgbClr val="FFFFFF"/>
                          </a:solidFill>
                          <a:latin typeface="Nimbus Sans"/>
                          <a:ea typeface="Nimbus Sans"/>
                          <a:cs typeface="Nimbus Sans"/>
                        </a:rPr>
                        <a:t>Reported result</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546735">
                <a:tc>
                  <a:txBody>
                    <a:bodyPr lIns="95250" tIns="95250" rIns="95250" bIns="95250"/>
                    <a:lstStyle/>
                    <a:p>
                      <a:r>
                        <a:rPr sz="1800" b="0">
                          <a:solidFill>
                            <a:srgbClr val="153D33"/>
                          </a:solidFill>
                          <a:latin typeface="Nimbus Sans"/>
                          <a:ea typeface="Nimbus Sans"/>
                          <a:cs typeface="Nimbus Sans"/>
                        </a:rPr>
                        <a:t>Python backend</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99 passed</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46735">
                <a:tc>
                  <a:txBody>
                    <a:bodyPr lIns="95250" tIns="95250" rIns="95250" bIns="95250"/>
                    <a:lstStyle/>
                    <a:p>
                      <a:r>
                        <a:rPr sz="1800" b="0">
                          <a:solidFill>
                            <a:srgbClr val="153D33"/>
                          </a:solidFill>
                          <a:latin typeface="Nimbus Sans"/>
                          <a:ea typeface="Nimbus Sans"/>
                          <a:cs typeface="Nimbus Sans"/>
                        </a:rPr>
                        <a:t>Swift core</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42 passed</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46735">
                <a:tc>
                  <a:txBody>
                    <a:bodyPr lIns="95250" tIns="95250" rIns="95250" bIns="95250"/>
                    <a:lstStyle/>
                    <a:p>
                      <a:r>
                        <a:rPr sz="1800" b="0">
                          <a:solidFill>
                            <a:srgbClr val="153D33"/>
                          </a:solidFill>
                          <a:latin typeface="Nimbus Sans"/>
                          <a:ea typeface="Nimbus Sans"/>
                          <a:cs typeface="Nimbus Sans"/>
                        </a:rPr>
                        <a:t>Native iOS</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51 passed</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546735">
                <a:tc>
                  <a:txBody>
                    <a:bodyPr lIns="95250" tIns="95250" rIns="95250" bIns="95250"/>
                    <a:lstStyle/>
                    <a:p>
                      <a:r>
                        <a:rPr sz="1800" b="0">
                          <a:solidFill>
                            <a:srgbClr val="153D33"/>
                          </a:solidFill>
                          <a:latin typeface="Nimbus Sans"/>
                          <a:ea typeface="Nimbus Sans"/>
                          <a:cs typeface="Nimbus Sans"/>
                        </a:rPr>
                        <a:t>Locker HTTP integration</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10 checks passed</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bl>
          </a:graphicData>
        </a:graphic>
      </p:graphicFrame>
      <p:sp>
        <p:nvSpPr>
          <p:cNvPr id="6" name="User-focused next steps">
            <a:extLst xmlns:a="http://schemas.openxmlformats.org/drawingml/2006/main">
              <a:ext uri="{FF2B5EF4-FFF2-40B4-BE49-F238E27FC236}">
                <a16:creationId xmlns:a16="http://schemas.microsoft.com/office/drawing/2014/main" id="{A654F92F-4561-4744-B813-0631A3CBC6ED}"/>
              </a:ext>
            </a:extLst>
          </p:cNvPr>
          <p:cNvSpPr>
            <a:spLocks xmlns:a="http://schemas.openxmlformats.org/drawingml/2006/main" noGrp="1"/>
          </p:cNvSpPr>
          <p:nvPr/>
        </p:nvSpPr>
        <p:spPr>
          <a:xfrm xmlns:a="http://schemas.openxmlformats.org/drawingml/2006/main">
            <a:off x="6572250" y="1857375"/>
            <a:ext cx="5010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24745B"/>
                </a:solidFill>
                <a:latin typeface="Nimbus Sans"/>
                <a:ea typeface="Nimbus Sans"/>
                <a:cs typeface="Nimbus Sans"/>
              </a:defRPr>
            </a:defPPr>
            <a:lvl1pPr algn="l">
              <a:defRPr sz="2250" b="1">
                <a:solidFill>
                  <a:srgbClr val="24745B"/>
                </a:solidFill>
                <a:latin typeface="Nimbus Sans"/>
                <a:ea typeface="Nimbus Sans"/>
                <a:cs typeface="Nimbus Sans"/>
              </a:defRPr>
            </a:lvl1pPr>
            <a:lvl2pPr algn="l">
              <a:defRPr sz="2250" b="1">
                <a:solidFill>
                  <a:srgbClr val="24745B"/>
                </a:solidFill>
                <a:latin typeface="Nimbus Sans"/>
                <a:ea typeface="Nimbus Sans"/>
                <a:cs typeface="Nimbus Sans"/>
              </a:defRPr>
            </a:lvl2pPr>
            <a:lvl3pPr algn="l">
              <a:defRPr sz="2250" b="1">
                <a:solidFill>
                  <a:srgbClr val="24745B"/>
                </a:solidFill>
                <a:latin typeface="Nimbus Sans"/>
                <a:ea typeface="Nimbus Sans"/>
                <a:cs typeface="Nimbus Sans"/>
              </a:defRPr>
            </a:lvl3pPr>
            <a:lvl4pPr algn="l">
              <a:defRPr sz="2250" b="1">
                <a:solidFill>
                  <a:srgbClr val="24745B"/>
                </a:solidFill>
                <a:latin typeface="Nimbus Sans"/>
                <a:ea typeface="Nimbus Sans"/>
                <a:cs typeface="Nimbus Sans"/>
              </a:defRPr>
            </a:lvl4pPr>
            <a:lvl5pPr algn="l">
              <a:defRPr sz="2250" b="1">
                <a:solidFill>
                  <a:srgbClr val="24745B"/>
                </a:solidFill>
                <a:latin typeface="Nimbus Sans"/>
                <a:ea typeface="Nimbus Sans"/>
                <a:cs typeface="Nimbus Sans"/>
              </a:defRPr>
            </a:lvl5pPr>
            <a:lvl6pPr algn="l">
              <a:defRPr sz="2250" b="1">
                <a:solidFill>
                  <a:srgbClr val="24745B"/>
                </a:solidFill>
                <a:latin typeface="Nimbus Sans"/>
                <a:ea typeface="Nimbus Sans"/>
                <a:cs typeface="Nimbus Sans"/>
              </a:defRPr>
            </a:lvl6pPr>
            <a:lvl7pPr algn="l">
              <a:defRPr sz="2250" b="1">
                <a:solidFill>
                  <a:srgbClr val="24745B"/>
                </a:solidFill>
                <a:latin typeface="Nimbus Sans"/>
                <a:ea typeface="Nimbus Sans"/>
                <a:cs typeface="Nimbus Sans"/>
              </a:defRPr>
            </a:lvl7pPr>
            <a:lvl8pPr algn="l">
              <a:defRPr sz="2250" b="1">
                <a:solidFill>
                  <a:srgbClr val="24745B"/>
                </a:solidFill>
                <a:latin typeface="Nimbus Sans"/>
                <a:ea typeface="Nimbus Sans"/>
                <a:cs typeface="Nimbus Sans"/>
              </a:defRPr>
            </a:lvl8pPr>
            <a:lvl9pPr algn="l">
              <a:defRPr sz="2250" b="1">
                <a:solidFill>
                  <a:srgbClr val="24745B"/>
                </a:solidFill>
                <a:latin typeface="Nimbus Sans"/>
                <a:ea typeface="Nimbus Sans"/>
                <a:cs typeface="Nimbus Sans"/>
              </a:defRPr>
            </a:lvl9pPr>
          </a:lstStyle>
          <a:p xmlns:a="http://schemas.openxmlformats.org/drawingml/2006/main">
            <a:pPr algn="l">
              <a:defRPr sz="2250" b="1">
                <a:solidFill>
                  <a:srgbClr val="24745B"/>
                </a:solidFill>
                <a:latin typeface="Nimbus Sans"/>
                <a:ea typeface="Nimbus Sans"/>
                <a:cs typeface="Nimbus Sans"/>
              </a:defRPr>
            </a:pPr>
            <a:r>
              <a:rPr sz="2250" b="1">
                <a:solidFill>
                  <a:srgbClr val="24745B"/>
                </a:solidFill>
                <a:latin typeface="Nimbus Sans"/>
                <a:ea typeface="Nimbus Sans"/>
                <a:cs typeface="Nimbus Sans"/>
              </a:rPr>
              <a:t>User-focused next steps</a:t>
            </a:r>
          </a:p>
        </p:txBody>
      </p:sp>
      <p:sp>
        <p:nvSpPr>
          <p:cNvPr id="7" name="Measure the whole task">
            <a:extLst xmlns:a="http://schemas.openxmlformats.org/drawingml/2006/main">
              <a:ext uri="{FF2B5EF4-FFF2-40B4-BE49-F238E27FC236}">
                <a16:creationId xmlns:a16="http://schemas.microsoft.com/office/drawing/2014/main" id="{FDB18259-8277-4492-93FF-B35875016F55}"/>
              </a:ext>
            </a:extLst>
          </p:cNvPr>
          <p:cNvSpPr>
            <a:spLocks xmlns:a="http://schemas.openxmlformats.org/drawingml/2006/main" noGrp="1"/>
          </p:cNvSpPr>
          <p:nvPr/>
        </p:nvSpPr>
        <p:spPr>
          <a:xfrm xmlns:a="http://schemas.openxmlformats.org/drawingml/2006/main">
            <a:off x="6572250" y="2486025"/>
            <a:ext cx="501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53D33"/>
                </a:solidFill>
                <a:latin typeface="Nimbus Sans"/>
                <a:ea typeface="Nimbus Sans"/>
                <a:cs typeface="Nimbus Sans"/>
              </a:defRPr>
            </a:defPPr>
            <a:lvl1pPr algn="l">
              <a:defRPr sz="2025" b="1">
                <a:solidFill>
                  <a:srgbClr val="153D33"/>
                </a:solidFill>
                <a:latin typeface="Nimbus Sans"/>
                <a:ea typeface="Nimbus Sans"/>
                <a:cs typeface="Nimbus Sans"/>
              </a:defRPr>
            </a:lvl1pPr>
            <a:lvl2pPr algn="l">
              <a:defRPr sz="2025" b="1">
                <a:solidFill>
                  <a:srgbClr val="153D33"/>
                </a:solidFill>
                <a:latin typeface="Nimbus Sans"/>
                <a:ea typeface="Nimbus Sans"/>
                <a:cs typeface="Nimbus Sans"/>
              </a:defRPr>
            </a:lvl2pPr>
            <a:lvl3pPr algn="l">
              <a:defRPr sz="2025" b="1">
                <a:solidFill>
                  <a:srgbClr val="153D33"/>
                </a:solidFill>
                <a:latin typeface="Nimbus Sans"/>
                <a:ea typeface="Nimbus Sans"/>
                <a:cs typeface="Nimbus Sans"/>
              </a:defRPr>
            </a:lvl3pPr>
            <a:lvl4pPr algn="l">
              <a:defRPr sz="2025" b="1">
                <a:solidFill>
                  <a:srgbClr val="153D33"/>
                </a:solidFill>
                <a:latin typeface="Nimbus Sans"/>
                <a:ea typeface="Nimbus Sans"/>
                <a:cs typeface="Nimbus Sans"/>
              </a:defRPr>
            </a:lvl4pPr>
            <a:lvl5pPr algn="l">
              <a:defRPr sz="2025" b="1">
                <a:solidFill>
                  <a:srgbClr val="153D33"/>
                </a:solidFill>
                <a:latin typeface="Nimbus Sans"/>
                <a:ea typeface="Nimbus Sans"/>
                <a:cs typeface="Nimbus Sans"/>
              </a:defRPr>
            </a:lvl5pPr>
            <a:lvl6pPr algn="l">
              <a:defRPr sz="2025" b="1">
                <a:solidFill>
                  <a:srgbClr val="153D33"/>
                </a:solidFill>
                <a:latin typeface="Nimbus Sans"/>
                <a:ea typeface="Nimbus Sans"/>
                <a:cs typeface="Nimbus Sans"/>
              </a:defRPr>
            </a:lvl6pPr>
            <a:lvl7pPr algn="l">
              <a:defRPr sz="2025" b="1">
                <a:solidFill>
                  <a:srgbClr val="153D33"/>
                </a:solidFill>
                <a:latin typeface="Nimbus Sans"/>
                <a:ea typeface="Nimbus Sans"/>
                <a:cs typeface="Nimbus Sans"/>
              </a:defRPr>
            </a:lvl7pPr>
            <a:lvl8pPr algn="l">
              <a:defRPr sz="2025" b="1">
                <a:solidFill>
                  <a:srgbClr val="153D33"/>
                </a:solidFill>
                <a:latin typeface="Nimbus Sans"/>
                <a:ea typeface="Nimbus Sans"/>
                <a:cs typeface="Nimbus Sans"/>
              </a:defRPr>
            </a:lvl8pPr>
            <a:lvl9pPr algn="l">
              <a:defRPr sz="2025" b="1">
                <a:solidFill>
                  <a:srgbClr val="153D33"/>
                </a:solidFill>
                <a:latin typeface="Nimbus Sans"/>
                <a:ea typeface="Nimbus Sans"/>
                <a:cs typeface="Nimbus Sans"/>
              </a:defRPr>
            </a:lvl9pPr>
          </a:lstStyle>
          <a:p xmlns:a="http://schemas.openxmlformats.org/drawingml/2006/main">
            <a:pPr algn="l">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Measure the whole task</a:t>
            </a:r>
          </a:p>
        </p:txBody>
      </p:sp>
      <p:sp>
        <p:nvSpPr>
          <p:cNvPr id="8" name="Seven continuous days of query outcomes, task">
            <a:extLst xmlns:a="http://schemas.openxmlformats.org/drawingml/2006/main">
              <a:ext uri="{FF2B5EF4-FFF2-40B4-BE49-F238E27FC236}">
                <a16:creationId xmlns:a16="http://schemas.microsoft.com/office/drawing/2014/main" id="{0B81C629-1F3A-4A85-B1CF-C072B0BDEA5C}"/>
              </a:ext>
            </a:extLst>
          </p:cNvPr>
          <p:cNvSpPr>
            <a:spLocks xmlns:a="http://schemas.openxmlformats.org/drawingml/2006/main" noGrp="1"/>
          </p:cNvSpPr>
          <p:nvPr/>
        </p:nvSpPr>
        <p:spPr>
          <a:xfrm xmlns:a="http://schemas.openxmlformats.org/drawingml/2006/main">
            <a:off x="6572250" y="2905125"/>
            <a:ext cx="501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5E7168"/>
                </a:solidFill>
                <a:latin typeface="Nimbus Sans"/>
                <a:ea typeface="Nimbus Sans"/>
                <a:cs typeface="Nimbus Sans"/>
              </a:defRPr>
            </a:defPPr>
            <a:lvl1pPr algn="l">
              <a:defRPr sz="1800" b="0">
                <a:solidFill>
                  <a:srgbClr val="5E7168"/>
                </a:solidFill>
                <a:latin typeface="Nimbus Sans"/>
                <a:ea typeface="Nimbus Sans"/>
                <a:cs typeface="Nimbus Sans"/>
              </a:defRPr>
            </a:lvl1pPr>
            <a:lvl2pPr algn="l">
              <a:defRPr sz="1800" b="0">
                <a:solidFill>
                  <a:srgbClr val="5E7168"/>
                </a:solidFill>
                <a:latin typeface="Nimbus Sans"/>
                <a:ea typeface="Nimbus Sans"/>
                <a:cs typeface="Nimbus Sans"/>
              </a:defRPr>
            </a:lvl2pPr>
            <a:lvl3pPr algn="l">
              <a:defRPr sz="1800" b="0">
                <a:solidFill>
                  <a:srgbClr val="5E7168"/>
                </a:solidFill>
                <a:latin typeface="Nimbus Sans"/>
                <a:ea typeface="Nimbus Sans"/>
                <a:cs typeface="Nimbus Sans"/>
              </a:defRPr>
            </a:lvl3pPr>
            <a:lvl4pPr algn="l">
              <a:defRPr sz="1800" b="0">
                <a:solidFill>
                  <a:srgbClr val="5E7168"/>
                </a:solidFill>
                <a:latin typeface="Nimbus Sans"/>
                <a:ea typeface="Nimbus Sans"/>
                <a:cs typeface="Nimbus Sans"/>
              </a:defRPr>
            </a:lvl4pPr>
            <a:lvl5pPr algn="l">
              <a:defRPr sz="1800" b="0">
                <a:solidFill>
                  <a:srgbClr val="5E7168"/>
                </a:solidFill>
                <a:latin typeface="Nimbus Sans"/>
                <a:ea typeface="Nimbus Sans"/>
                <a:cs typeface="Nimbus Sans"/>
              </a:defRPr>
            </a:lvl5pPr>
            <a:lvl6pPr algn="l">
              <a:defRPr sz="1800" b="0">
                <a:solidFill>
                  <a:srgbClr val="5E7168"/>
                </a:solidFill>
                <a:latin typeface="Nimbus Sans"/>
                <a:ea typeface="Nimbus Sans"/>
                <a:cs typeface="Nimbus Sans"/>
              </a:defRPr>
            </a:lvl6pPr>
            <a:lvl7pPr algn="l">
              <a:defRPr sz="1800" b="0">
                <a:solidFill>
                  <a:srgbClr val="5E7168"/>
                </a:solidFill>
                <a:latin typeface="Nimbus Sans"/>
                <a:ea typeface="Nimbus Sans"/>
                <a:cs typeface="Nimbus Sans"/>
              </a:defRPr>
            </a:lvl7pPr>
            <a:lvl8pPr algn="l">
              <a:defRPr sz="1800" b="0">
                <a:solidFill>
                  <a:srgbClr val="5E7168"/>
                </a:solidFill>
                <a:latin typeface="Nimbus Sans"/>
                <a:ea typeface="Nimbus Sans"/>
                <a:cs typeface="Nimbus Sans"/>
              </a:defRPr>
            </a:lvl8pPr>
            <a:lvl9pPr algn="l">
              <a:defRPr sz="1800" b="0">
                <a:solidFill>
                  <a:srgbClr val="5E7168"/>
                </a:solidFill>
                <a:latin typeface="Nimbus Sans"/>
                <a:ea typeface="Nimbus Sans"/>
                <a:cs typeface="Nimbus Sans"/>
              </a:defRPr>
            </a:lvl9pPr>
          </a:lstStyle>
          <a:p xmlns:a="http://schemas.openxmlformats.org/drawingml/2006/main">
            <a:pPr algn="l">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Seven continuous days of query outcomes, task time and staff interventions</a:t>
            </a:r>
          </a:p>
        </p:txBody>
      </p:sp>
      <p:sp>
        <p:nvSpPr>
          <p:cNvPr id="9" name="Observe real handovers">
            <a:extLst xmlns:a="http://schemas.openxmlformats.org/drawingml/2006/main">
              <a:ext uri="{FF2B5EF4-FFF2-40B4-BE49-F238E27FC236}">
                <a16:creationId xmlns:a16="http://schemas.microsoft.com/office/drawing/2014/main" id="{AF4B25D2-FF3B-4806-9126-0EDC566E31FB}"/>
              </a:ext>
            </a:extLst>
          </p:cNvPr>
          <p:cNvSpPr>
            <a:spLocks xmlns:a="http://schemas.openxmlformats.org/drawingml/2006/main" noGrp="1"/>
          </p:cNvSpPr>
          <p:nvPr/>
        </p:nvSpPr>
        <p:spPr>
          <a:xfrm xmlns:a="http://schemas.openxmlformats.org/drawingml/2006/main">
            <a:off x="6572250" y="3524250"/>
            <a:ext cx="501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53D33"/>
                </a:solidFill>
                <a:latin typeface="Nimbus Sans"/>
                <a:ea typeface="Nimbus Sans"/>
                <a:cs typeface="Nimbus Sans"/>
              </a:defRPr>
            </a:defPPr>
            <a:lvl1pPr algn="l">
              <a:defRPr sz="2025" b="1">
                <a:solidFill>
                  <a:srgbClr val="153D33"/>
                </a:solidFill>
                <a:latin typeface="Nimbus Sans"/>
                <a:ea typeface="Nimbus Sans"/>
                <a:cs typeface="Nimbus Sans"/>
              </a:defRPr>
            </a:lvl1pPr>
            <a:lvl2pPr algn="l">
              <a:defRPr sz="2025" b="1">
                <a:solidFill>
                  <a:srgbClr val="153D33"/>
                </a:solidFill>
                <a:latin typeface="Nimbus Sans"/>
                <a:ea typeface="Nimbus Sans"/>
                <a:cs typeface="Nimbus Sans"/>
              </a:defRPr>
            </a:lvl2pPr>
            <a:lvl3pPr algn="l">
              <a:defRPr sz="2025" b="1">
                <a:solidFill>
                  <a:srgbClr val="153D33"/>
                </a:solidFill>
                <a:latin typeface="Nimbus Sans"/>
                <a:ea typeface="Nimbus Sans"/>
                <a:cs typeface="Nimbus Sans"/>
              </a:defRPr>
            </a:lvl3pPr>
            <a:lvl4pPr algn="l">
              <a:defRPr sz="2025" b="1">
                <a:solidFill>
                  <a:srgbClr val="153D33"/>
                </a:solidFill>
                <a:latin typeface="Nimbus Sans"/>
                <a:ea typeface="Nimbus Sans"/>
                <a:cs typeface="Nimbus Sans"/>
              </a:defRPr>
            </a:lvl4pPr>
            <a:lvl5pPr algn="l">
              <a:defRPr sz="2025" b="1">
                <a:solidFill>
                  <a:srgbClr val="153D33"/>
                </a:solidFill>
                <a:latin typeface="Nimbus Sans"/>
                <a:ea typeface="Nimbus Sans"/>
                <a:cs typeface="Nimbus Sans"/>
              </a:defRPr>
            </a:lvl5pPr>
            <a:lvl6pPr algn="l">
              <a:defRPr sz="2025" b="1">
                <a:solidFill>
                  <a:srgbClr val="153D33"/>
                </a:solidFill>
                <a:latin typeface="Nimbus Sans"/>
                <a:ea typeface="Nimbus Sans"/>
                <a:cs typeface="Nimbus Sans"/>
              </a:defRPr>
            </a:lvl6pPr>
            <a:lvl7pPr algn="l">
              <a:defRPr sz="2025" b="1">
                <a:solidFill>
                  <a:srgbClr val="153D33"/>
                </a:solidFill>
                <a:latin typeface="Nimbus Sans"/>
                <a:ea typeface="Nimbus Sans"/>
                <a:cs typeface="Nimbus Sans"/>
              </a:defRPr>
            </a:lvl7pPr>
            <a:lvl8pPr algn="l">
              <a:defRPr sz="2025" b="1">
                <a:solidFill>
                  <a:srgbClr val="153D33"/>
                </a:solidFill>
                <a:latin typeface="Nimbus Sans"/>
                <a:ea typeface="Nimbus Sans"/>
                <a:cs typeface="Nimbus Sans"/>
              </a:defRPr>
            </a:lvl8pPr>
            <a:lvl9pPr algn="l">
              <a:defRPr sz="2025" b="1">
                <a:solidFill>
                  <a:srgbClr val="153D33"/>
                </a:solidFill>
                <a:latin typeface="Nimbus Sans"/>
                <a:ea typeface="Nimbus Sans"/>
                <a:cs typeface="Nimbus Sans"/>
              </a:defRPr>
            </a:lvl9pPr>
          </a:lstStyle>
          <a:p xmlns:a="http://schemas.openxmlformats.org/drawingml/2006/main">
            <a:pPr algn="l">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Observe real handovers</a:t>
            </a:r>
          </a:p>
        </p:txBody>
      </p:sp>
      <p:sp>
        <p:nvSpPr>
          <p:cNvPr id="10" name="Validate all four doors, then add door or ite">
            <a:extLst xmlns:a="http://schemas.openxmlformats.org/drawingml/2006/main">
              <a:ext uri="{FF2B5EF4-FFF2-40B4-BE49-F238E27FC236}">
                <a16:creationId xmlns:a16="http://schemas.microsoft.com/office/drawing/2014/main" id="{832D2E82-286C-4954-B1DF-A904D1B2242E}"/>
              </a:ext>
            </a:extLst>
          </p:cNvPr>
          <p:cNvSpPr>
            <a:spLocks xmlns:a="http://schemas.openxmlformats.org/drawingml/2006/main" noGrp="1"/>
          </p:cNvSpPr>
          <p:nvPr/>
        </p:nvSpPr>
        <p:spPr>
          <a:xfrm xmlns:a="http://schemas.openxmlformats.org/drawingml/2006/main">
            <a:off x="6572250" y="3943350"/>
            <a:ext cx="501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5E7168"/>
                </a:solidFill>
                <a:latin typeface="Nimbus Sans"/>
                <a:ea typeface="Nimbus Sans"/>
                <a:cs typeface="Nimbus Sans"/>
              </a:defRPr>
            </a:defPPr>
            <a:lvl1pPr algn="l">
              <a:defRPr sz="1800" b="0">
                <a:solidFill>
                  <a:srgbClr val="5E7168"/>
                </a:solidFill>
                <a:latin typeface="Nimbus Sans"/>
                <a:ea typeface="Nimbus Sans"/>
                <a:cs typeface="Nimbus Sans"/>
              </a:defRPr>
            </a:lvl1pPr>
            <a:lvl2pPr algn="l">
              <a:defRPr sz="1800" b="0">
                <a:solidFill>
                  <a:srgbClr val="5E7168"/>
                </a:solidFill>
                <a:latin typeface="Nimbus Sans"/>
                <a:ea typeface="Nimbus Sans"/>
                <a:cs typeface="Nimbus Sans"/>
              </a:defRPr>
            </a:lvl2pPr>
            <a:lvl3pPr algn="l">
              <a:defRPr sz="1800" b="0">
                <a:solidFill>
                  <a:srgbClr val="5E7168"/>
                </a:solidFill>
                <a:latin typeface="Nimbus Sans"/>
                <a:ea typeface="Nimbus Sans"/>
                <a:cs typeface="Nimbus Sans"/>
              </a:defRPr>
            </a:lvl3pPr>
            <a:lvl4pPr algn="l">
              <a:defRPr sz="1800" b="0">
                <a:solidFill>
                  <a:srgbClr val="5E7168"/>
                </a:solidFill>
                <a:latin typeface="Nimbus Sans"/>
                <a:ea typeface="Nimbus Sans"/>
                <a:cs typeface="Nimbus Sans"/>
              </a:defRPr>
            </a:lvl4pPr>
            <a:lvl5pPr algn="l">
              <a:defRPr sz="1800" b="0">
                <a:solidFill>
                  <a:srgbClr val="5E7168"/>
                </a:solidFill>
                <a:latin typeface="Nimbus Sans"/>
                <a:ea typeface="Nimbus Sans"/>
                <a:cs typeface="Nimbus Sans"/>
              </a:defRPr>
            </a:lvl5pPr>
            <a:lvl6pPr algn="l">
              <a:defRPr sz="1800" b="0">
                <a:solidFill>
                  <a:srgbClr val="5E7168"/>
                </a:solidFill>
                <a:latin typeface="Nimbus Sans"/>
                <a:ea typeface="Nimbus Sans"/>
                <a:cs typeface="Nimbus Sans"/>
              </a:defRPr>
            </a:lvl6pPr>
            <a:lvl7pPr algn="l">
              <a:defRPr sz="1800" b="0">
                <a:solidFill>
                  <a:srgbClr val="5E7168"/>
                </a:solidFill>
                <a:latin typeface="Nimbus Sans"/>
                <a:ea typeface="Nimbus Sans"/>
                <a:cs typeface="Nimbus Sans"/>
              </a:defRPr>
            </a:lvl7pPr>
            <a:lvl8pPr algn="l">
              <a:defRPr sz="1800" b="0">
                <a:solidFill>
                  <a:srgbClr val="5E7168"/>
                </a:solidFill>
                <a:latin typeface="Nimbus Sans"/>
                <a:ea typeface="Nimbus Sans"/>
                <a:cs typeface="Nimbus Sans"/>
              </a:defRPr>
            </a:lvl8pPr>
            <a:lvl9pPr algn="l">
              <a:defRPr sz="1800" b="0">
                <a:solidFill>
                  <a:srgbClr val="5E7168"/>
                </a:solidFill>
                <a:latin typeface="Nimbus Sans"/>
                <a:ea typeface="Nimbus Sans"/>
                <a:cs typeface="Nimbus Sans"/>
              </a:defRPr>
            </a:lvl9pPr>
          </a:lstStyle>
          <a:p xmlns:a="http://schemas.openxmlformats.org/drawingml/2006/main">
            <a:pPr algn="l">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Validate all four doors, then add door or item sensing</a:t>
            </a:r>
          </a:p>
        </p:txBody>
      </p:sp>
      <p:sp>
        <p:nvSpPr>
          <p:cNvPr id="11" name="Strengthen ownership checks">
            <a:extLst xmlns:a="http://schemas.openxmlformats.org/drawingml/2006/main">
              <a:ext uri="{FF2B5EF4-FFF2-40B4-BE49-F238E27FC236}">
                <a16:creationId xmlns:a16="http://schemas.microsoft.com/office/drawing/2014/main" id="{D451BA35-BBA7-4211-936F-4D113FA8FC62}"/>
              </a:ext>
            </a:extLst>
          </p:cNvPr>
          <p:cNvSpPr>
            <a:spLocks xmlns:a="http://schemas.openxmlformats.org/drawingml/2006/main" noGrp="1"/>
          </p:cNvSpPr>
          <p:nvPr/>
        </p:nvSpPr>
        <p:spPr>
          <a:xfrm xmlns:a="http://schemas.openxmlformats.org/drawingml/2006/main">
            <a:off x="6572250" y="4562475"/>
            <a:ext cx="5010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53D33"/>
                </a:solidFill>
                <a:latin typeface="Nimbus Sans"/>
                <a:ea typeface="Nimbus Sans"/>
                <a:cs typeface="Nimbus Sans"/>
              </a:defRPr>
            </a:defPPr>
            <a:lvl1pPr algn="l">
              <a:defRPr sz="2025" b="1">
                <a:solidFill>
                  <a:srgbClr val="153D33"/>
                </a:solidFill>
                <a:latin typeface="Nimbus Sans"/>
                <a:ea typeface="Nimbus Sans"/>
                <a:cs typeface="Nimbus Sans"/>
              </a:defRPr>
            </a:lvl1pPr>
            <a:lvl2pPr algn="l">
              <a:defRPr sz="2025" b="1">
                <a:solidFill>
                  <a:srgbClr val="153D33"/>
                </a:solidFill>
                <a:latin typeface="Nimbus Sans"/>
                <a:ea typeface="Nimbus Sans"/>
                <a:cs typeface="Nimbus Sans"/>
              </a:defRPr>
            </a:lvl2pPr>
            <a:lvl3pPr algn="l">
              <a:defRPr sz="2025" b="1">
                <a:solidFill>
                  <a:srgbClr val="153D33"/>
                </a:solidFill>
                <a:latin typeface="Nimbus Sans"/>
                <a:ea typeface="Nimbus Sans"/>
                <a:cs typeface="Nimbus Sans"/>
              </a:defRPr>
            </a:lvl3pPr>
            <a:lvl4pPr algn="l">
              <a:defRPr sz="2025" b="1">
                <a:solidFill>
                  <a:srgbClr val="153D33"/>
                </a:solidFill>
                <a:latin typeface="Nimbus Sans"/>
                <a:ea typeface="Nimbus Sans"/>
                <a:cs typeface="Nimbus Sans"/>
              </a:defRPr>
            </a:lvl4pPr>
            <a:lvl5pPr algn="l">
              <a:defRPr sz="2025" b="1">
                <a:solidFill>
                  <a:srgbClr val="153D33"/>
                </a:solidFill>
                <a:latin typeface="Nimbus Sans"/>
                <a:ea typeface="Nimbus Sans"/>
                <a:cs typeface="Nimbus Sans"/>
              </a:defRPr>
            </a:lvl5pPr>
            <a:lvl6pPr algn="l">
              <a:defRPr sz="2025" b="1">
                <a:solidFill>
                  <a:srgbClr val="153D33"/>
                </a:solidFill>
                <a:latin typeface="Nimbus Sans"/>
                <a:ea typeface="Nimbus Sans"/>
                <a:cs typeface="Nimbus Sans"/>
              </a:defRPr>
            </a:lvl6pPr>
            <a:lvl7pPr algn="l">
              <a:defRPr sz="2025" b="1">
                <a:solidFill>
                  <a:srgbClr val="153D33"/>
                </a:solidFill>
                <a:latin typeface="Nimbus Sans"/>
                <a:ea typeface="Nimbus Sans"/>
                <a:cs typeface="Nimbus Sans"/>
              </a:defRPr>
            </a:lvl7pPr>
            <a:lvl8pPr algn="l">
              <a:defRPr sz="2025" b="1">
                <a:solidFill>
                  <a:srgbClr val="153D33"/>
                </a:solidFill>
                <a:latin typeface="Nimbus Sans"/>
                <a:ea typeface="Nimbus Sans"/>
                <a:cs typeface="Nimbus Sans"/>
              </a:defRPr>
            </a:lvl8pPr>
            <a:lvl9pPr algn="l">
              <a:defRPr sz="2025" b="1">
                <a:solidFill>
                  <a:srgbClr val="153D33"/>
                </a:solidFill>
                <a:latin typeface="Nimbus Sans"/>
                <a:ea typeface="Nimbus Sans"/>
                <a:cs typeface="Nimbus Sans"/>
              </a:defRPr>
            </a:lvl9pPr>
          </a:lstStyle>
          <a:p xmlns:a="http://schemas.openxmlformats.org/drawingml/2006/main">
            <a:pPr algn="l">
              <a:defRPr sz="2025" b="1">
                <a:solidFill>
                  <a:srgbClr val="153D33"/>
                </a:solidFill>
                <a:latin typeface="Nimbus Sans"/>
                <a:ea typeface="Nimbus Sans"/>
                <a:cs typeface="Nimbus Sans"/>
              </a:defRPr>
            </a:pPr>
            <a:r>
              <a:rPr sz="2025" b="1">
                <a:solidFill>
                  <a:srgbClr val="153D33"/>
                </a:solidFill>
                <a:latin typeface="Nimbus Sans"/>
                <a:ea typeface="Nimbus Sans"/>
                <a:cs typeface="Nimbus Sans"/>
              </a:rPr>
              <a:t>Strengthen ownership checks</a:t>
            </a:r>
          </a:p>
        </p:txBody>
      </p:sp>
      <p:sp>
        <p:nvSpPr>
          <p:cNvPr id="12" name="Introduce staff-assisted claims and backend a">
            <a:extLst xmlns:a="http://schemas.openxmlformats.org/drawingml/2006/main">
              <a:ext uri="{FF2B5EF4-FFF2-40B4-BE49-F238E27FC236}">
                <a16:creationId xmlns:a16="http://schemas.microsoft.com/office/drawing/2014/main" id="{8EEB1A3B-9EFC-4523-945A-5181FA056327}"/>
              </a:ext>
            </a:extLst>
          </p:cNvPr>
          <p:cNvSpPr>
            <a:spLocks xmlns:a="http://schemas.openxmlformats.org/drawingml/2006/main" noGrp="1"/>
          </p:cNvSpPr>
          <p:nvPr/>
        </p:nvSpPr>
        <p:spPr>
          <a:xfrm xmlns:a="http://schemas.openxmlformats.org/drawingml/2006/main">
            <a:off x="6572250" y="4981575"/>
            <a:ext cx="501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5E7168"/>
                </a:solidFill>
                <a:latin typeface="Nimbus Sans"/>
                <a:ea typeface="Nimbus Sans"/>
                <a:cs typeface="Nimbus Sans"/>
              </a:defRPr>
            </a:defPPr>
            <a:lvl1pPr algn="l">
              <a:defRPr sz="1800" b="0">
                <a:solidFill>
                  <a:srgbClr val="5E7168"/>
                </a:solidFill>
                <a:latin typeface="Nimbus Sans"/>
                <a:ea typeface="Nimbus Sans"/>
                <a:cs typeface="Nimbus Sans"/>
              </a:defRPr>
            </a:lvl1pPr>
            <a:lvl2pPr algn="l">
              <a:defRPr sz="1800" b="0">
                <a:solidFill>
                  <a:srgbClr val="5E7168"/>
                </a:solidFill>
                <a:latin typeface="Nimbus Sans"/>
                <a:ea typeface="Nimbus Sans"/>
                <a:cs typeface="Nimbus Sans"/>
              </a:defRPr>
            </a:lvl2pPr>
            <a:lvl3pPr algn="l">
              <a:defRPr sz="1800" b="0">
                <a:solidFill>
                  <a:srgbClr val="5E7168"/>
                </a:solidFill>
                <a:latin typeface="Nimbus Sans"/>
                <a:ea typeface="Nimbus Sans"/>
                <a:cs typeface="Nimbus Sans"/>
              </a:defRPr>
            </a:lvl3pPr>
            <a:lvl4pPr algn="l">
              <a:defRPr sz="1800" b="0">
                <a:solidFill>
                  <a:srgbClr val="5E7168"/>
                </a:solidFill>
                <a:latin typeface="Nimbus Sans"/>
                <a:ea typeface="Nimbus Sans"/>
                <a:cs typeface="Nimbus Sans"/>
              </a:defRPr>
            </a:lvl4pPr>
            <a:lvl5pPr algn="l">
              <a:defRPr sz="1800" b="0">
                <a:solidFill>
                  <a:srgbClr val="5E7168"/>
                </a:solidFill>
                <a:latin typeface="Nimbus Sans"/>
                <a:ea typeface="Nimbus Sans"/>
                <a:cs typeface="Nimbus Sans"/>
              </a:defRPr>
            </a:lvl5pPr>
            <a:lvl6pPr algn="l">
              <a:defRPr sz="1800" b="0">
                <a:solidFill>
                  <a:srgbClr val="5E7168"/>
                </a:solidFill>
                <a:latin typeface="Nimbus Sans"/>
                <a:ea typeface="Nimbus Sans"/>
                <a:cs typeface="Nimbus Sans"/>
              </a:defRPr>
            </a:lvl6pPr>
            <a:lvl7pPr algn="l">
              <a:defRPr sz="1800" b="0">
                <a:solidFill>
                  <a:srgbClr val="5E7168"/>
                </a:solidFill>
                <a:latin typeface="Nimbus Sans"/>
                <a:ea typeface="Nimbus Sans"/>
                <a:cs typeface="Nimbus Sans"/>
              </a:defRPr>
            </a:lvl7pPr>
            <a:lvl8pPr algn="l">
              <a:defRPr sz="1800" b="0">
                <a:solidFill>
                  <a:srgbClr val="5E7168"/>
                </a:solidFill>
                <a:latin typeface="Nimbus Sans"/>
                <a:ea typeface="Nimbus Sans"/>
                <a:cs typeface="Nimbus Sans"/>
              </a:defRPr>
            </a:lvl8pPr>
            <a:lvl9pPr algn="l">
              <a:defRPr sz="1800" b="0">
                <a:solidFill>
                  <a:srgbClr val="5E7168"/>
                </a:solidFill>
                <a:latin typeface="Nimbus Sans"/>
                <a:ea typeface="Nimbus Sans"/>
                <a:cs typeface="Nimbus Sans"/>
              </a:defRPr>
            </a:lvl9pPr>
          </a:lstStyle>
          <a:p xmlns:a="http://schemas.openxmlformats.org/drawingml/2006/main">
            <a:pPr algn="l">
              <a:defRPr sz="1800" b="0">
                <a:solidFill>
                  <a:srgbClr val="5E7168"/>
                </a:solidFill>
                <a:latin typeface="Nimbus Sans"/>
                <a:ea typeface="Nimbus Sans"/>
                <a:cs typeface="Nimbus Sans"/>
              </a:defRPr>
            </a:pPr>
            <a:r>
              <a:rPr sz="1800" b="0">
                <a:solidFill>
                  <a:srgbClr val="5E7168"/>
                </a:solidFill>
                <a:latin typeface="Nimbus Sans"/>
                <a:ea typeface="Nimbus Sans"/>
                <a:cs typeface="Nimbus Sans"/>
              </a:rPr>
              <a:t>Introduce staff-assisted claims and backend access control</a:t>
            </a:r>
          </a:p>
        </p:txBody>
      </p:sp>
      <p:sp>
        <p:nvSpPr>
          <p:cNvPr id="13" name="GPIO tests used simulated drivers. Historical">
            <a:extLst xmlns:a="http://schemas.openxmlformats.org/drawingml/2006/main">
              <a:ext uri="{FF2B5EF4-FFF2-40B4-BE49-F238E27FC236}">
                <a16:creationId xmlns:a16="http://schemas.microsoft.com/office/drawing/2014/main" id="{0CBD3262-22CB-4652-B902-861A813D3167}"/>
              </a:ext>
            </a:extLst>
          </p:cNvPr>
          <p:cNvSpPr>
            <a:spLocks xmlns:a="http://schemas.openxmlformats.org/drawingml/2006/main" noGrp="1"/>
          </p:cNvSpPr>
          <p:nvPr/>
        </p:nvSpPr>
        <p:spPr>
          <a:xfrm xmlns:a="http://schemas.openxmlformats.org/drawingml/2006/main">
            <a:off x="609600" y="5867400"/>
            <a:ext cx="1085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935B21"/>
                </a:solidFill>
                <a:latin typeface="Nimbus Sans"/>
                <a:ea typeface="Nimbus Sans"/>
                <a:cs typeface="Nimbus Sans"/>
              </a:defRPr>
            </a:defPPr>
            <a:lvl1pPr algn="l">
              <a:defRPr sz="1875" b="1">
                <a:solidFill>
                  <a:srgbClr val="935B21"/>
                </a:solidFill>
                <a:latin typeface="Nimbus Sans"/>
                <a:ea typeface="Nimbus Sans"/>
                <a:cs typeface="Nimbus Sans"/>
              </a:defRPr>
            </a:lvl1pPr>
            <a:lvl2pPr algn="l">
              <a:defRPr sz="1875" b="1">
                <a:solidFill>
                  <a:srgbClr val="935B21"/>
                </a:solidFill>
                <a:latin typeface="Nimbus Sans"/>
                <a:ea typeface="Nimbus Sans"/>
                <a:cs typeface="Nimbus Sans"/>
              </a:defRPr>
            </a:lvl2pPr>
            <a:lvl3pPr algn="l">
              <a:defRPr sz="1875" b="1">
                <a:solidFill>
                  <a:srgbClr val="935B21"/>
                </a:solidFill>
                <a:latin typeface="Nimbus Sans"/>
                <a:ea typeface="Nimbus Sans"/>
                <a:cs typeface="Nimbus Sans"/>
              </a:defRPr>
            </a:lvl3pPr>
            <a:lvl4pPr algn="l">
              <a:defRPr sz="1875" b="1">
                <a:solidFill>
                  <a:srgbClr val="935B21"/>
                </a:solidFill>
                <a:latin typeface="Nimbus Sans"/>
                <a:ea typeface="Nimbus Sans"/>
                <a:cs typeface="Nimbus Sans"/>
              </a:defRPr>
            </a:lvl4pPr>
            <a:lvl5pPr algn="l">
              <a:defRPr sz="1875" b="1">
                <a:solidFill>
                  <a:srgbClr val="935B21"/>
                </a:solidFill>
                <a:latin typeface="Nimbus Sans"/>
                <a:ea typeface="Nimbus Sans"/>
                <a:cs typeface="Nimbus Sans"/>
              </a:defRPr>
            </a:lvl5pPr>
            <a:lvl6pPr algn="l">
              <a:defRPr sz="1875" b="1">
                <a:solidFill>
                  <a:srgbClr val="935B21"/>
                </a:solidFill>
                <a:latin typeface="Nimbus Sans"/>
                <a:ea typeface="Nimbus Sans"/>
                <a:cs typeface="Nimbus Sans"/>
              </a:defRPr>
            </a:lvl6pPr>
            <a:lvl7pPr algn="l">
              <a:defRPr sz="1875" b="1">
                <a:solidFill>
                  <a:srgbClr val="935B21"/>
                </a:solidFill>
                <a:latin typeface="Nimbus Sans"/>
                <a:ea typeface="Nimbus Sans"/>
                <a:cs typeface="Nimbus Sans"/>
              </a:defRPr>
            </a:lvl7pPr>
            <a:lvl8pPr algn="l">
              <a:defRPr sz="1875" b="1">
                <a:solidFill>
                  <a:srgbClr val="935B21"/>
                </a:solidFill>
                <a:latin typeface="Nimbus Sans"/>
                <a:ea typeface="Nimbus Sans"/>
                <a:cs typeface="Nimbus Sans"/>
              </a:defRPr>
            </a:lvl8pPr>
            <a:lvl9pPr algn="l">
              <a:defRPr sz="1875" b="1">
                <a:solidFill>
                  <a:srgbClr val="935B21"/>
                </a:solidFill>
                <a:latin typeface="Nimbus Sans"/>
                <a:ea typeface="Nimbus Sans"/>
                <a:cs typeface="Nimbus Sans"/>
              </a:defRPr>
            </a:lvl9pPr>
          </a:lstStyle>
          <a:p xmlns:a="http://schemas.openxmlformats.org/drawingml/2006/main">
            <a:pPr algn="l">
              <a:defRPr sz="1875" b="1">
                <a:solidFill>
                  <a:srgbClr val="935B21"/>
                </a:solidFill>
                <a:latin typeface="Nimbus Sans"/>
                <a:ea typeface="Nimbus Sans"/>
                <a:cs typeface="Nimbus Sans"/>
              </a:defRPr>
            </a:pPr>
            <a:r>
              <a:rPr sz="1875" b="1">
                <a:solidFill>
                  <a:srgbClr val="935B21"/>
                </a:solidFill>
                <a:latin typeface="Nimbus Sans"/>
                <a:ea typeface="Nimbus Sans"/>
                <a:cs typeface="Nimbus Sans"/>
              </a:rPr>
              <a:t>GPIO tests used simulated drivers. Historical search examples are too few to establish accuracy.</a:t>
            </a:r>
          </a:p>
        </p:txBody>
      </p:sp>
    </p:spTree>
    <p:extLst>
      <p:ext uri="{BB962C8B-B14F-4D97-AF65-F5344CB8AC3E}">
        <p14:creationId xmlns:p14="http://schemas.microsoft.com/office/powerpoint/2010/main" val="1964466622"/>
      </p:ext>
    </p:extLst>
  </p:cSld>
</p:sld>
</file>

<file path=ppt/slides/slide8.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7" name="Live demo and questions">
            <a:extLst xmlns:a="http://schemas.openxmlformats.org/drawingml/2006/main">
              <a:ext uri="{FF2B5EF4-FFF2-40B4-BE49-F238E27FC236}">
                <a16:creationId xmlns:a16="http://schemas.microsoft.com/office/drawing/2014/main" id="{503DC82B-F005-4E1D-ABB0-253EF34F2F21}"/>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225" b="1">
                <a:solidFill>
                  <a:srgbClr val="153D33"/>
                </a:solidFill>
                <a:latin typeface="Nimbus Sans"/>
                <a:ea typeface="Nimbus Sans"/>
                <a:cs typeface="Nimbus Sans"/>
              </a:defRPr>
            </a:defPPr>
            <a:lvl1pPr algn="l">
              <a:defRPr sz="3225" b="1">
                <a:solidFill>
                  <a:srgbClr val="153D33"/>
                </a:solidFill>
                <a:latin typeface="Nimbus Sans"/>
                <a:ea typeface="Nimbus Sans"/>
                <a:cs typeface="Nimbus Sans"/>
              </a:defRPr>
            </a:lvl1pPr>
            <a:lvl2pPr algn="l">
              <a:defRPr sz="3225" b="1">
                <a:solidFill>
                  <a:srgbClr val="153D33"/>
                </a:solidFill>
                <a:latin typeface="Nimbus Sans"/>
                <a:ea typeface="Nimbus Sans"/>
                <a:cs typeface="Nimbus Sans"/>
              </a:defRPr>
            </a:lvl2pPr>
            <a:lvl3pPr algn="l">
              <a:defRPr sz="3225" b="1">
                <a:solidFill>
                  <a:srgbClr val="153D33"/>
                </a:solidFill>
                <a:latin typeface="Nimbus Sans"/>
                <a:ea typeface="Nimbus Sans"/>
                <a:cs typeface="Nimbus Sans"/>
              </a:defRPr>
            </a:lvl3pPr>
            <a:lvl4pPr algn="l">
              <a:defRPr sz="3225" b="1">
                <a:solidFill>
                  <a:srgbClr val="153D33"/>
                </a:solidFill>
                <a:latin typeface="Nimbus Sans"/>
                <a:ea typeface="Nimbus Sans"/>
                <a:cs typeface="Nimbus Sans"/>
              </a:defRPr>
            </a:lvl4pPr>
            <a:lvl5pPr algn="l">
              <a:defRPr sz="3225" b="1">
                <a:solidFill>
                  <a:srgbClr val="153D33"/>
                </a:solidFill>
                <a:latin typeface="Nimbus Sans"/>
                <a:ea typeface="Nimbus Sans"/>
                <a:cs typeface="Nimbus Sans"/>
              </a:defRPr>
            </a:lvl5pPr>
            <a:lvl6pPr algn="l">
              <a:defRPr sz="3225" b="1">
                <a:solidFill>
                  <a:srgbClr val="153D33"/>
                </a:solidFill>
                <a:latin typeface="Nimbus Sans"/>
                <a:ea typeface="Nimbus Sans"/>
                <a:cs typeface="Nimbus Sans"/>
              </a:defRPr>
            </a:lvl6pPr>
            <a:lvl7pPr algn="l">
              <a:defRPr sz="3225" b="1">
                <a:solidFill>
                  <a:srgbClr val="153D33"/>
                </a:solidFill>
                <a:latin typeface="Nimbus Sans"/>
                <a:ea typeface="Nimbus Sans"/>
                <a:cs typeface="Nimbus Sans"/>
              </a:defRPr>
            </a:lvl7pPr>
            <a:lvl8pPr algn="l">
              <a:defRPr sz="3225" b="1">
                <a:solidFill>
                  <a:srgbClr val="153D33"/>
                </a:solidFill>
                <a:latin typeface="Nimbus Sans"/>
                <a:ea typeface="Nimbus Sans"/>
                <a:cs typeface="Nimbus Sans"/>
              </a:defRPr>
            </a:lvl8pPr>
            <a:lvl9pPr algn="l">
              <a:defRPr sz="3225" b="1">
                <a:solidFill>
                  <a:srgbClr val="153D33"/>
                </a:solidFill>
                <a:latin typeface="Nimbus Sans"/>
                <a:ea typeface="Nimbus Sans"/>
                <a:cs typeface="Nimbus Sans"/>
              </a:defRPr>
            </a:lvl9pPr>
          </a:lstStyle>
          <a:p xmlns:a="http://schemas.openxmlformats.org/drawingml/2006/main">
            <a:pPr algn="l">
              <a:defRPr sz="3225" b="1">
                <a:solidFill>
                  <a:srgbClr val="153D33"/>
                </a:solidFill>
                <a:latin typeface="Nimbus Sans"/>
                <a:ea typeface="Nimbus Sans"/>
                <a:cs typeface="Nimbus Sans"/>
              </a:defRPr>
            </a:pPr>
            <a:r>
              <a:rPr sz="3225" b="1">
                <a:solidFill>
                  <a:srgbClr val="153D33"/>
                </a:solidFill>
                <a:latin typeface="Nimbus Sans"/>
                <a:ea typeface="Nimbus Sans"/>
                <a:cs typeface="Nimbus Sans"/>
              </a:rPr>
              <a:t>Live demo and questions</a:t>
            </a:r>
          </a:p>
        </p:txBody>
      </p:sp>
      <p:sp>
        <p:nvSpPr>
          <p:cNvPr id="2" name="3-minute full cycle, followed by 1 minute of ">
            <a:extLst xmlns:a="http://schemas.openxmlformats.org/drawingml/2006/main">
              <a:ext uri="{FF2B5EF4-FFF2-40B4-BE49-F238E27FC236}">
                <a16:creationId xmlns:a16="http://schemas.microsoft.com/office/drawing/2014/main" id="{6A99689C-6CED-4E6B-9513-BB8A9E5B12FB}"/>
              </a:ext>
            </a:extLst>
          </p:cNvPr>
          <p:cNvSpPr>
            <a:spLocks xmlns:a="http://schemas.openxmlformats.org/drawingml/2006/main" noGrp="1"/>
          </p:cNvSpPr>
          <p:nvPr/>
        </p:nvSpPr>
        <p:spPr>
          <a:xfrm xmlns:a="http://schemas.openxmlformats.org/drawingml/2006/main">
            <a:off x="609600" y="120015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E7168"/>
                </a:solidFill>
                <a:latin typeface="Nimbus Sans"/>
                <a:ea typeface="Nimbus Sans"/>
                <a:cs typeface="Nimbus Sans"/>
              </a:defRPr>
            </a:defPPr>
            <a:lvl1pPr algn="l">
              <a:defRPr sz="1650" b="0">
                <a:solidFill>
                  <a:srgbClr val="5E7168"/>
                </a:solidFill>
                <a:latin typeface="Nimbus Sans"/>
                <a:ea typeface="Nimbus Sans"/>
                <a:cs typeface="Nimbus Sans"/>
              </a:defRPr>
            </a:lvl1pPr>
            <a:lvl2pPr algn="l">
              <a:defRPr sz="1650" b="0">
                <a:solidFill>
                  <a:srgbClr val="5E7168"/>
                </a:solidFill>
                <a:latin typeface="Nimbus Sans"/>
                <a:ea typeface="Nimbus Sans"/>
                <a:cs typeface="Nimbus Sans"/>
              </a:defRPr>
            </a:lvl2pPr>
            <a:lvl3pPr algn="l">
              <a:defRPr sz="1650" b="0">
                <a:solidFill>
                  <a:srgbClr val="5E7168"/>
                </a:solidFill>
                <a:latin typeface="Nimbus Sans"/>
                <a:ea typeface="Nimbus Sans"/>
                <a:cs typeface="Nimbus Sans"/>
              </a:defRPr>
            </a:lvl3pPr>
            <a:lvl4pPr algn="l">
              <a:defRPr sz="1650" b="0">
                <a:solidFill>
                  <a:srgbClr val="5E7168"/>
                </a:solidFill>
                <a:latin typeface="Nimbus Sans"/>
                <a:ea typeface="Nimbus Sans"/>
                <a:cs typeface="Nimbus Sans"/>
              </a:defRPr>
            </a:lvl4pPr>
            <a:lvl5pPr algn="l">
              <a:defRPr sz="1650" b="0">
                <a:solidFill>
                  <a:srgbClr val="5E7168"/>
                </a:solidFill>
                <a:latin typeface="Nimbus Sans"/>
                <a:ea typeface="Nimbus Sans"/>
                <a:cs typeface="Nimbus Sans"/>
              </a:defRPr>
            </a:lvl5pPr>
            <a:lvl6pPr algn="l">
              <a:defRPr sz="1650" b="0">
                <a:solidFill>
                  <a:srgbClr val="5E7168"/>
                </a:solidFill>
                <a:latin typeface="Nimbus Sans"/>
                <a:ea typeface="Nimbus Sans"/>
                <a:cs typeface="Nimbus Sans"/>
              </a:defRPr>
            </a:lvl6pPr>
            <a:lvl7pPr algn="l">
              <a:defRPr sz="1650" b="0">
                <a:solidFill>
                  <a:srgbClr val="5E7168"/>
                </a:solidFill>
                <a:latin typeface="Nimbus Sans"/>
                <a:ea typeface="Nimbus Sans"/>
                <a:cs typeface="Nimbus Sans"/>
              </a:defRPr>
            </a:lvl7pPr>
            <a:lvl8pPr algn="l">
              <a:defRPr sz="1650" b="0">
                <a:solidFill>
                  <a:srgbClr val="5E7168"/>
                </a:solidFill>
                <a:latin typeface="Nimbus Sans"/>
                <a:ea typeface="Nimbus Sans"/>
                <a:cs typeface="Nimbus Sans"/>
              </a:defRPr>
            </a:lvl8pPr>
            <a:lvl9pPr algn="l">
              <a:defRPr sz="1650" b="0">
                <a:solidFill>
                  <a:srgbClr val="5E7168"/>
                </a:solidFill>
                <a:latin typeface="Nimbus Sans"/>
                <a:ea typeface="Nimbus Sans"/>
                <a:cs typeface="Nimbus Sans"/>
              </a:defRPr>
            </a:lvl9pPr>
          </a:lstStyle>
          <a:p xmlns:a="http://schemas.openxmlformats.org/drawingml/2006/main">
            <a:pPr algn="l">
              <a:defRPr sz="1650" b="0">
                <a:solidFill>
                  <a:srgbClr val="5E7168"/>
                </a:solidFill>
                <a:latin typeface="Nimbus Sans"/>
                <a:ea typeface="Nimbus Sans"/>
                <a:cs typeface="Nimbus Sans"/>
              </a:defRPr>
            </a:pPr>
            <a:r>
              <a:rPr sz="1650" b="0">
                <a:solidFill>
                  <a:srgbClr val="5E7168"/>
                </a:solidFill>
                <a:latin typeface="Nimbus Sans"/>
                <a:ea typeface="Nimbus Sans"/>
                <a:cs typeface="Nimbus Sans"/>
              </a:rPr>
              <a:t>3-minute full cycle, followed by 1 minute of Q&amp;A</a:t>
            </a:r>
          </a:p>
        </p:txBody>
      </p:sp>
      <p:sp>
        <p:nvSpPr>
          <p:cNvPr id="3" name="08">
            <a:extLst xmlns:a="http://schemas.openxmlformats.org/drawingml/2006/main">
              <a:ext uri="{FF2B5EF4-FFF2-40B4-BE49-F238E27FC236}">
                <a16:creationId xmlns:a16="http://schemas.microsoft.com/office/drawing/2014/main" id="{23C655B0-21A6-4C40-987D-99831AC77736}"/>
              </a:ext>
            </a:extLst>
          </p:cNvPr>
          <p:cNvSpPr>
            <a:spLocks xmlns:a="http://schemas.openxmlformats.org/drawingml/2006/main" noGrp="1"/>
          </p:cNvSpPr>
          <p:nvPr/>
        </p:nvSpPr>
        <p:spPr>
          <a:xfrm xmlns:a="http://schemas.openxmlformats.org/drawingml/2006/main">
            <a:off x="11239500" y="64198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r">
              <a:defRPr sz="1200" b="0">
                <a:solidFill>
                  <a:srgbClr val="5E7168"/>
                </a:solidFill>
                <a:latin typeface="Nimbus Sans"/>
                <a:ea typeface="Nimbus Sans"/>
                <a:cs typeface="Nimbus Sans"/>
              </a:defRPr>
            </a:defPPr>
            <a:lvl1pPr algn="r">
              <a:defRPr sz="1200" b="0">
                <a:solidFill>
                  <a:srgbClr val="5E7168"/>
                </a:solidFill>
                <a:latin typeface="Nimbus Sans"/>
                <a:ea typeface="Nimbus Sans"/>
                <a:cs typeface="Nimbus Sans"/>
              </a:defRPr>
            </a:lvl1pPr>
            <a:lvl2pPr algn="r">
              <a:defRPr sz="1200" b="0">
                <a:solidFill>
                  <a:srgbClr val="5E7168"/>
                </a:solidFill>
                <a:latin typeface="Nimbus Sans"/>
                <a:ea typeface="Nimbus Sans"/>
                <a:cs typeface="Nimbus Sans"/>
              </a:defRPr>
            </a:lvl2pPr>
            <a:lvl3pPr algn="r">
              <a:defRPr sz="1200" b="0">
                <a:solidFill>
                  <a:srgbClr val="5E7168"/>
                </a:solidFill>
                <a:latin typeface="Nimbus Sans"/>
                <a:ea typeface="Nimbus Sans"/>
                <a:cs typeface="Nimbus Sans"/>
              </a:defRPr>
            </a:lvl3pPr>
            <a:lvl4pPr algn="r">
              <a:defRPr sz="1200" b="0">
                <a:solidFill>
                  <a:srgbClr val="5E7168"/>
                </a:solidFill>
                <a:latin typeface="Nimbus Sans"/>
                <a:ea typeface="Nimbus Sans"/>
                <a:cs typeface="Nimbus Sans"/>
              </a:defRPr>
            </a:lvl4pPr>
            <a:lvl5pPr algn="r">
              <a:defRPr sz="1200" b="0">
                <a:solidFill>
                  <a:srgbClr val="5E7168"/>
                </a:solidFill>
                <a:latin typeface="Nimbus Sans"/>
                <a:ea typeface="Nimbus Sans"/>
                <a:cs typeface="Nimbus Sans"/>
              </a:defRPr>
            </a:lvl5pPr>
            <a:lvl6pPr algn="r">
              <a:defRPr sz="1200" b="0">
                <a:solidFill>
                  <a:srgbClr val="5E7168"/>
                </a:solidFill>
                <a:latin typeface="Nimbus Sans"/>
                <a:ea typeface="Nimbus Sans"/>
                <a:cs typeface="Nimbus Sans"/>
              </a:defRPr>
            </a:lvl6pPr>
            <a:lvl7pPr algn="r">
              <a:defRPr sz="1200" b="0">
                <a:solidFill>
                  <a:srgbClr val="5E7168"/>
                </a:solidFill>
                <a:latin typeface="Nimbus Sans"/>
                <a:ea typeface="Nimbus Sans"/>
                <a:cs typeface="Nimbus Sans"/>
              </a:defRPr>
            </a:lvl7pPr>
            <a:lvl8pPr algn="r">
              <a:defRPr sz="1200" b="0">
                <a:solidFill>
                  <a:srgbClr val="5E7168"/>
                </a:solidFill>
                <a:latin typeface="Nimbus Sans"/>
                <a:ea typeface="Nimbus Sans"/>
                <a:cs typeface="Nimbus Sans"/>
              </a:defRPr>
            </a:lvl8pPr>
            <a:lvl9pPr algn="r">
              <a:defRPr sz="1200" b="0">
                <a:solidFill>
                  <a:srgbClr val="5E7168"/>
                </a:solidFill>
                <a:latin typeface="Nimbus Sans"/>
                <a:ea typeface="Nimbus Sans"/>
                <a:cs typeface="Nimbus Sans"/>
              </a:defRPr>
            </a:lvl9pPr>
          </a:lstStyle>
          <a:p xmlns:a="http://schemas.openxmlformats.org/drawingml/2006/main">
            <a:pPr algn="r">
              <a:defRPr sz="1200" b="0">
                <a:solidFill>
                  <a:srgbClr val="5E7168"/>
                </a:solidFill>
                <a:latin typeface="Nimbus Sans"/>
                <a:ea typeface="Nimbus Sans"/>
                <a:cs typeface="Nimbus Sans"/>
              </a:defRPr>
            </a:pPr>
            <a:r>
              <a:rPr sz="1200" b="0">
                <a:solidFill>
                  <a:srgbClr val="5E7168"/>
                </a:solidFill>
                <a:latin typeface="Nimbus Sans"/>
                <a:ea typeface="Nimbus Sans"/>
                <a:cs typeface="Nimbus Sans"/>
              </a:rPr>
              <a:t>08</a:t>
            </a:r>
          </a:p>
        </p:txBody>
      </p:sp>
      <p:graphicFrame>
        <p:nvGraphicFramePr>
          <p:cNvPr id="4" name="">
            <a:extLst xmlns:a="http://schemas.openxmlformats.org/drawingml/2006/main">
              <a:ext uri="{FF2B5EF4-FFF2-40B4-BE49-F238E27FC236}">
                <a16:creationId xmlns:a16="http://schemas.microsoft.com/office/drawing/2014/main" id="{E1ACD21F-399B-4B01-8009-9EE3FC8C7DF0}"/>
              </a:ext>
            </a:extLst>
          </p:cNvPr>
          <p:cNvGraphicFramePr/>
          <p:nvPr/>
        </p:nvGraphicFramePr>
        <p:xfrm>
          <a:off xmlns:a="http://schemas.openxmlformats.org/drawingml/2006/main" x="609600" y="1866900"/>
          <a:ext xmlns:a="http://schemas.openxmlformats.org/drawingml/2006/main" cx="10972800" cy="3048000"/>
        </p:xfrm>
        <a:graphic xmlns:a="http://schemas.openxmlformats.org/drawingml/2006/main">
          <a:graphicData uri="http://schemas.openxmlformats.org/drawingml/2006/table">
            <a:tbl>
              <a:tblPr/>
              <a:tblGrid>
                <a:gridCol w="2047875"/>
                <a:gridCol w="2000250"/>
                <a:gridCol w="6924675"/>
              </a:tblGrid>
              <a:tr h="609600">
                <a:tc>
                  <a:txBody>
                    <a:bodyPr lIns="95250" tIns="95250" rIns="95250" bIns="95250"/>
                    <a:lstStyle/>
                    <a:p>
                      <a:r>
                        <a:rPr sz="1800" b="1">
                          <a:solidFill>
                            <a:srgbClr val="FFFFFF"/>
                          </a:solidFill>
                          <a:latin typeface="Nimbus Sans"/>
                          <a:ea typeface="Nimbus Sans"/>
                          <a:cs typeface="Nimbus Sans"/>
                        </a:rPr>
                        <a:t>Time</a:t>
                      </a:r>
                    </a:p>
                  </a:txBody>
                  <a:tcPr marL="91440" marR="91440" marT="45720" marB="45720" anchor="ctr">
                    <a:lnL w="9525">
                      <a:solidFill>
                        <a:srgbClr val="CDD8CE"/>
                      </a:solidFill>
                      <a:prstDash val="solid"/>
                    </a:lnL>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95250" tIns="95250" rIns="95250" bIns="95250"/>
                    <a:lstStyle/>
                    <a:p>
                      <a:r>
                        <a:rPr sz="1800" b="1">
                          <a:solidFill>
                            <a:srgbClr val="FFFFFF"/>
                          </a:solidFill>
                          <a:latin typeface="Nimbus Sans"/>
                          <a:ea typeface="Nimbus Sans"/>
                          <a:cs typeface="Nimbus Sans"/>
                        </a:rPr>
                        <a:t>Lead</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c>
                  <a:txBody>
                    <a:bodyPr lIns="95250" tIns="95250" rIns="95250" bIns="95250"/>
                    <a:lstStyle/>
                    <a:p>
                      <a:r>
                        <a:rPr sz="1800" b="1">
                          <a:solidFill>
                            <a:srgbClr val="FFFFFF"/>
                          </a:solidFill>
                          <a:latin typeface="Nimbus Sans"/>
                          <a:ea typeface="Nimbus Sans"/>
                          <a:cs typeface="Nimbus Sans"/>
                        </a:rPr>
                        <a:t>What the audience sees</a:t>
                      </a:r>
                    </a:p>
                  </a:txBody>
                  <a:tcPr marL="91440" marR="91440" marT="45720" marB="45720" anchor="ctr">
                    <a:lnR w="9525">
                      <a:solidFill>
                        <a:srgbClr val="CDD8CE"/>
                      </a:solidFill>
                      <a:prstDash val="solid"/>
                    </a:lnR>
                    <a:lnT w="9525">
                      <a:solidFill>
                        <a:srgbClr val="CDD8CE"/>
                      </a:solidFill>
                      <a:prstDash val="solid"/>
                    </a:lnT>
                    <a:lnB w="9525">
                      <a:solidFill>
                        <a:srgbClr val="CDD8CE"/>
                      </a:solidFill>
                      <a:prstDash val="solid"/>
                    </a:lnB>
                    <a:solidFill>
                      <a:srgbClr val="153D33"/>
                    </a:solidFill>
                  </a:tcPr>
                </a:tc>
              </a:tr>
              <a:tr h="609600">
                <a:tc>
                  <a:txBody>
                    <a:bodyPr lIns="95250" tIns="95250" rIns="95250" bIns="95250"/>
                    <a:lstStyle/>
                    <a:p>
                      <a:r>
                        <a:rPr sz="1800" b="0">
                          <a:solidFill>
                            <a:srgbClr val="153D33"/>
                          </a:solidFill>
                          <a:latin typeface="Nimbus Sans"/>
                          <a:ea typeface="Nimbus Sans"/>
                          <a:cs typeface="Nimbus Sans"/>
                        </a:rPr>
                        <a:t>0:00–0:45</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Member 1</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Show availability, photograph and review an item</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09600">
                <a:tc>
                  <a:txBody>
                    <a:bodyPr lIns="95250" tIns="95250" rIns="95250" bIns="95250"/>
                    <a:lstStyle/>
                    <a:p>
                      <a:r>
                        <a:rPr sz="1800" b="0">
                          <a:solidFill>
                            <a:srgbClr val="153D33"/>
                          </a:solidFill>
                          <a:latin typeface="Nimbus Sans"/>
                          <a:ea typeface="Nimbus Sans"/>
                          <a:cs typeface="Nimbus Sans"/>
                        </a:rPr>
                        <a:t>0:45–1:30</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Member 2</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Check tags, unlock, deposit and confirm closure</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09600">
                <a:tc>
                  <a:txBody>
                    <a:bodyPr lIns="95250" tIns="95250" rIns="95250" bIns="95250"/>
                    <a:lstStyle/>
                    <a:p>
                      <a:r>
                        <a:rPr sz="1800" b="0">
                          <a:solidFill>
                            <a:srgbClr val="153D33"/>
                          </a:solidFill>
                          <a:latin typeface="Nimbus Sans"/>
                          <a:ea typeface="Nimbus Sans"/>
                          <a:cs typeface="Nimbus Sans"/>
                        </a:rPr>
                        <a:t>1:30–2:15</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Member 3</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Describe the item, compare and request retrieval</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r h="609600">
                <a:tc>
                  <a:txBody>
                    <a:bodyPr lIns="95250" tIns="95250" rIns="95250" bIns="95250"/>
                    <a:lstStyle/>
                    <a:p>
                      <a:r>
                        <a:rPr sz="1800" b="0">
                          <a:solidFill>
                            <a:srgbClr val="153D33"/>
                          </a:solidFill>
                          <a:latin typeface="Nimbus Sans"/>
                          <a:ea typeface="Nimbus Sans"/>
                          <a:cs typeface="Nimbus Sans"/>
                        </a:rPr>
                        <a:t>2:15–3:00</a:t>
                      </a:r>
                    </a:p>
                  </a:txBody>
                  <a:tcPr marL="91440" marR="91440" marT="45720" marB="45720" anchor="ctr">
                    <a:lnL w="9525">
                      <a:solidFill>
                        <a:srgbClr val="CDD8CE"/>
                      </a:solidFill>
                      <a:prstDash val="solid"/>
                    </a:lnL>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Member 4</a:t>
                      </a:r>
                    </a:p>
                  </a:txBody>
                  <a:tcPr marL="91440" marR="91440" marT="45720" marB="45720" anchor="ctr">
                    <a:lnR w="9525">
                      <a:solidFill>
                        <a:srgbClr val="CDD8CE"/>
                      </a:solidFill>
                      <a:prstDash val="solid"/>
                    </a:lnR>
                    <a:lnB w="9525">
                      <a:solidFill>
                        <a:srgbClr val="CDD8CE"/>
                      </a:solidFill>
                      <a:prstDash val="solid"/>
                    </a:lnB>
                    <a:solidFill>
                      <a:srgbClr val="FFFFFF"/>
                    </a:solidFill>
                  </a:tcPr>
                </a:tc>
                <a:tc>
                  <a:txBody>
                    <a:bodyPr lIns="95250" tIns="95250" rIns="95250" bIns="95250"/>
                    <a:lstStyle/>
                    <a:p>
                      <a:r>
                        <a:rPr sz="1800" b="0">
                          <a:solidFill>
                            <a:srgbClr val="153D33"/>
                          </a:solidFill>
                          <a:latin typeface="Nimbus Sans"/>
                          <a:ea typeface="Nimbus Sans"/>
                          <a:cs typeface="Nimbus Sans"/>
                        </a:rPr>
                        <a:t>Collect, confirm and show the compartment free</a:t>
                      </a:r>
                    </a:p>
                  </a:txBody>
                  <a:tcPr marL="91440" marR="91440" marT="45720" marB="45720" anchor="ctr">
                    <a:lnR w="9525">
                      <a:solidFill>
                        <a:srgbClr val="CDD8CE"/>
                      </a:solidFill>
                      <a:prstDash val="solid"/>
                    </a:lnR>
                    <a:lnB w="9525">
                      <a:solidFill>
                        <a:srgbClr val="CDD8CE"/>
                      </a:solidFill>
                      <a:prstDash val="solid"/>
                    </a:lnB>
                    <a:solidFill>
                      <a:srgbClr val="FFFFFF"/>
                    </a:solidFill>
                  </a:tcPr>
                </a:tc>
              </a:tr>
            </a:tbl>
          </a:graphicData>
        </a:graphic>
      </p:graphicFrame>
      <p:sp>
        <p:nvSpPr>
          <p:cNvPr id="5" name="Backup video ready offline">
            <a:extLst xmlns:a="http://schemas.openxmlformats.org/drawingml/2006/main">
              <a:ext uri="{FF2B5EF4-FFF2-40B4-BE49-F238E27FC236}">
                <a16:creationId xmlns:a16="http://schemas.microsoft.com/office/drawing/2014/main" id="{05CA5DAE-D72E-4480-AC3F-5030F9449356}"/>
              </a:ext>
            </a:extLst>
          </p:cNvPr>
          <p:cNvSpPr>
            <a:spLocks xmlns:a="http://schemas.openxmlformats.org/drawingml/2006/main" noGrp="1"/>
          </p:cNvSpPr>
          <p:nvPr/>
        </p:nvSpPr>
        <p:spPr>
          <a:xfrm xmlns:a="http://schemas.openxmlformats.org/drawingml/2006/main">
            <a:off x="609600" y="525780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24745B"/>
                </a:solidFill>
                <a:latin typeface="Nimbus Sans"/>
                <a:ea typeface="Nimbus Sans"/>
                <a:cs typeface="Nimbus Sans"/>
              </a:defRPr>
            </a:defPPr>
            <a:lvl1pPr algn="l">
              <a:defRPr sz="2325" b="1">
                <a:solidFill>
                  <a:srgbClr val="24745B"/>
                </a:solidFill>
                <a:latin typeface="Nimbus Sans"/>
                <a:ea typeface="Nimbus Sans"/>
                <a:cs typeface="Nimbus Sans"/>
              </a:defRPr>
            </a:lvl1pPr>
            <a:lvl2pPr algn="l">
              <a:defRPr sz="2325" b="1">
                <a:solidFill>
                  <a:srgbClr val="24745B"/>
                </a:solidFill>
                <a:latin typeface="Nimbus Sans"/>
                <a:ea typeface="Nimbus Sans"/>
                <a:cs typeface="Nimbus Sans"/>
              </a:defRPr>
            </a:lvl2pPr>
            <a:lvl3pPr algn="l">
              <a:defRPr sz="2325" b="1">
                <a:solidFill>
                  <a:srgbClr val="24745B"/>
                </a:solidFill>
                <a:latin typeface="Nimbus Sans"/>
                <a:ea typeface="Nimbus Sans"/>
                <a:cs typeface="Nimbus Sans"/>
              </a:defRPr>
            </a:lvl3pPr>
            <a:lvl4pPr algn="l">
              <a:defRPr sz="2325" b="1">
                <a:solidFill>
                  <a:srgbClr val="24745B"/>
                </a:solidFill>
                <a:latin typeface="Nimbus Sans"/>
                <a:ea typeface="Nimbus Sans"/>
                <a:cs typeface="Nimbus Sans"/>
              </a:defRPr>
            </a:lvl4pPr>
            <a:lvl5pPr algn="l">
              <a:defRPr sz="2325" b="1">
                <a:solidFill>
                  <a:srgbClr val="24745B"/>
                </a:solidFill>
                <a:latin typeface="Nimbus Sans"/>
                <a:ea typeface="Nimbus Sans"/>
                <a:cs typeface="Nimbus Sans"/>
              </a:defRPr>
            </a:lvl5pPr>
            <a:lvl6pPr algn="l">
              <a:defRPr sz="2325" b="1">
                <a:solidFill>
                  <a:srgbClr val="24745B"/>
                </a:solidFill>
                <a:latin typeface="Nimbus Sans"/>
                <a:ea typeface="Nimbus Sans"/>
                <a:cs typeface="Nimbus Sans"/>
              </a:defRPr>
            </a:lvl6pPr>
            <a:lvl7pPr algn="l">
              <a:defRPr sz="2325" b="1">
                <a:solidFill>
                  <a:srgbClr val="24745B"/>
                </a:solidFill>
                <a:latin typeface="Nimbus Sans"/>
                <a:ea typeface="Nimbus Sans"/>
                <a:cs typeface="Nimbus Sans"/>
              </a:defRPr>
            </a:lvl7pPr>
            <a:lvl8pPr algn="l">
              <a:defRPr sz="2325" b="1">
                <a:solidFill>
                  <a:srgbClr val="24745B"/>
                </a:solidFill>
                <a:latin typeface="Nimbus Sans"/>
                <a:ea typeface="Nimbus Sans"/>
                <a:cs typeface="Nimbus Sans"/>
              </a:defRPr>
            </a:lvl8pPr>
            <a:lvl9pPr algn="l">
              <a:defRPr sz="2325" b="1">
                <a:solidFill>
                  <a:srgbClr val="24745B"/>
                </a:solidFill>
                <a:latin typeface="Nimbus Sans"/>
                <a:ea typeface="Nimbus Sans"/>
                <a:cs typeface="Nimbus Sans"/>
              </a:defRPr>
            </a:lvl9pPr>
          </a:lstStyle>
          <a:p xmlns:a="http://schemas.openxmlformats.org/drawingml/2006/main">
            <a:pPr algn="l">
              <a:defRPr sz="2325" b="1">
                <a:solidFill>
                  <a:srgbClr val="24745B"/>
                </a:solidFill>
                <a:latin typeface="Nimbus Sans"/>
                <a:ea typeface="Nimbus Sans"/>
                <a:cs typeface="Nimbus Sans"/>
              </a:defRPr>
            </a:pPr>
            <a:r>
              <a:rPr sz="2325" b="1">
                <a:solidFill>
                  <a:srgbClr val="24745B"/>
                </a:solidFill>
                <a:latin typeface="Nimbus Sans"/>
                <a:ea typeface="Nimbus Sans"/>
                <a:cs typeface="Nimbus Sans"/>
              </a:rPr>
              <a:t>Backup video ready offline</a:t>
            </a:r>
          </a:p>
        </p:txBody>
      </p:sp>
      <p:sp>
        <p:nvSpPr>
          <p:cNvPr id="6" name="Questions: physical confirmation, interrupted">
            <a:extLst xmlns:a="http://schemas.openxmlformats.org/drawingml/2006/main">
              <a:ext uri="{FF2B5EF4-FFF2-40B4-BE49-F238E27FC236}">
                <a16:creationId xmlns:a16="http://schemas.microsoft.com/office/drawing/2014/main" id="{47E0A92B-C1D3-4860-9310-9C5F1524B885}"/>
              </a:ext>
            </a:extLst>
          </p:cNvPr>
          <p:cNvSpPr>
            <a:spLocks xmlns:a="http://schemas.openxmlformats.org/drawingml/2006/main" noGrp="1"/>
          </p:cNvSpPr>
          <p:nvPr/>
        </p:nvSpPr>
        <p:spPr>
          <a:xfrm xmlns:a="http://schemas.openxmlformats.org/drawingml/2006/main">
            <a:off x="609600" y="5810250"/>
            <a:ext cx="107632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153D33"/>
                </a:solidFill>
                <a:latin typeface="Nimbus Sans"/>
                <a:ea typeface="Nimbus Sans"/>
                <a:cs typeface="Nimbus Sans"/>
              </a:defRPr>
            </a:defPPr>
            <a:lvl1pPr algn="l">
              <a:defRPr sz="2025" b="0">
                <a:solidFill>
                  <a:srgbClr val="153D33"/>
                </a:solidFill>
                <a:latin typeface="Nimbus Sans"/>
                <a:ea typeface="Nimbus Sans"/>
                <a:cs typeface="Nimbus Sans"/>
              </a:defRPr>
            </a:lvl1pPr>
            <a:lvl2pPr algn="l">
              <a:defRPr sz="2025" b="0">
                <a:solidFill>
                  <a:srgbClr val="153D33"/>
                </a:solidFill>
                <a:latin typeface="Nimbus Sans"/>
                <a:ea typeface="Nimbus Sans"/>
                <a:cs typeface="Nimbus Sans"/>
              </a:defRPr>
            </a:lvl2pPr>
            <a:lvl3pPr algn="l">
              <a:defRPr sz="2025" b="0">
                <a:solidFill>
                  <a:srgbClr val="153D33"/>
                </a:solidFill>
                <a:latin typeface="Nimbus Sans"/>
                <a:ea typeface="Nimbus Sans"/>
                <a:cs typeface="Nimbus Sans"/>
              </a:defRPr>
            </a:lvl3pPr>
            <a:lvl4pPr algn="l">
              <a:defRPr sz="2025" b="0">
                <a:solidFill>
                  <a:srgbClr val="153D33"/>
                </a:solidFill>
                <a:latin typeface="Nimbus Sans"/>
                <a:ea typeface="Nimbus Sans"/>
                <a:cs typeface="Nimbus Sans"/>
              </a:defRPr>
            </a:lvl4pPr>
            <a:lvl5pPr algn="l">
              <a:defRPr sz="2025" b="0">
                <a:solidFill>
                  <a:srgbClr val="153D33"/>
                </a:solidFill>
                <a:latin typeface="Nimbus Sans"/>
                <a:ea typeface="Nimbus Sans"/>
                <a:cs typeface="Nimbus Sans"/>
              </a:defRPr>
            </a:lvl5pPr>
            <a:lvl6pPr algn="l">
              <a:defRPr sz="2025" b="0">
                <a:solidFill>
                  <a:srgbClr val="153D33"/>
                </a:solidFill>
                <a:latin typeface="Nimbus Sans"/>
                <a:ea typeface="Nimbus Sans"/>
                <a:cs typeface="Nimbus Sans"/>
              </a:defRPr>
            </a:lvl6pPr>
            <a:lvl7pPr algn="l">
              <a:defRPr sz="2025" b="0">
                <a:solidFill>
                  <a:srgbClr val="153D33"/>
                </a:solidFill>
                <a:latin typeface="Nimbus Sans"/>
                <a:ea typeface="Nimbus Sans"/>
                <a:cs typeface="Nimbus Sans"/>
              </a:defRPr>
            </a:lvl7pPr>
            <a:lvl8pPr algn="l">
              <a:defRPr sz="2025" b="0">
                <a:solidFill>
                  <a:srgbClr val="153D33"/>
                </a:solidFill>
                <a:latin typeface="Nimbus Sans"/>
                <a:ea typeface="Nimbus Sans"/>
                <a:cs typeface="Nimbus Sans"/>
              </a:defRPr>
            </a:lvl8pPr>
            <a:lvl9pPr algn="l">
              <a:defRPr sz="2025" b="0">
                <a:solidFill>
                  <a:srgbClr val="153D33"/>
                </a:solidFill>
                <a:latin typeface="Nimbus Sans"/>
                <a:ea typeface="Nimbus Sans"/>
                <a:cs typeface="Nimbus Sans"/>
              </a:defRPr>
            </a:lvl9pPr>
          </a:lstStyle>
          <a:p xmlns:a="http://schemas.openxmlformats.org/drawingml/2006/main">
            <a:pPr algn="l">
              <a:defRPr sz="2025" b="0">
                <a:solidFill>
                  <a:srgbClr val="153D33"/>
                </a:solidFill>
                <a:latin typeface="Nimbus Sans"/>
                <a:ea typeface="Nimbus Sans"/>
                <a:cs typeface="Nimbus Sans"/>
              </a:defRPr>
            </a:pPr>
            <a:r>
              <a:rPr sz="2025" b="0">
                <a:solidFill>
                  <a:srgbClr val="153D33"/>
                </a:solidFill>
                <a:latin typeface="Nimbus Sans"/>
                <a:ea typeface="Nimbus Sans"/>
                <a:cs typeface="Nimbus Sans"/>
              </a:rPr>
              <a:t>Questions: physical confirmation, interrupted requests, privacy and ownership</a:t>
            </a:r>
          </a:p>
        </p:txBody>
      </p:sp>
    </p:spTree>
    <p:extLst>
      <p:ext uri="{BB962C8B-B14F-4D97-AF65-F5344CB8AC3E}">
        <p14:creationId xmlns:p14="http://schemas.microsoft.com/office/powerpoint/2010/main" val="16477466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2026-10-22T09:17:16.1590000Z</dcterms:created>
  <dcterms:modified xsi:type="dcterms:W3CDTF">2026-10-22T09:17:16.1590000Z</dcterms:modified>
</coreProperties>
</file>