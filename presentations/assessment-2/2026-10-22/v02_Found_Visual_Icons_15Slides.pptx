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d6d6fa3fa749ec" /><Relationship Type="http://schemas.openxmlformats.org/officeDocument/2006/relationships/extended-properties" Target="/docProps/app.xml" Id="Rf51f198cf8f941b7" /><Relationship Type="http://schemas.openxmlformats.org/officeDocument/2006/relationships/officeDocument" Target="/ppt/presentation.xml" Id="R1c3f3974a9b24691" /></Relationships>
</file>

<file path=ppt/presentation.xml><?xml version="1.0" encoding="utf-8"?>
<p:presentation xmlns:p="http://schemas.openxmlformats.org/presentationml/2006/main">
  <p:sldMasterIdLst>
    <p:sldMasterId xmlns:r="http://schemas.openxmlformats.org/officeDocument/2006/relationships" id="2147483648" r:id="R517ade513f9e4358"/>
  </p:sldMasterIdLst>
  <p:notesMasterIdLst>
    <p:notesMasterId xmlns:r="http://schemas.openxmlformats.org/officeDocument/2006/relationships" r:id="R02c47bb6a1914f15"/>
  </p:notesMasterIdLst>
  <p:sldIdLst>
    <p:sldId xmlns:r="http://schemas.openxmlformats.org/officeDocument/2006/relationships" id="256" r:id="R5f3c0e1815974bd8"/>
    <p:sldId xmlns:r="http://schemas.openxmlformats.org/officeDocument/2006/relationships" id="257" r:id="R20381727c26945d6"/>
    <p:sldId xmlns:r="http://schemas.openxmlformats.org/officeDocument/2006/relationships" id="258" r:id="R88a52175a3b8498b"/>
    <p:sldId xmlns:r="http://schemas.openxmlformats.org/officeDocument/2006/relationships" id="259" r:id="R780c9273737f4dc8"/>
    <p:sldId xmlns:r="http://schemas.openxmlformats.org/officeDocument/2006/relationships" id="260" r:id="R513867b9f5a14db6"/>
    <p:sldId xmlns:r="http://schemas.openxmlformats.org/officeDocument/2006/relationships" id="261" r:id="R945e28226aed4351"/>
    <p:sldId xmlns:r="http://schemas.openxmlformats.org/officeDocument/2006/relationships" id="262" r:id="Ra83e689540a146f2"/>
    <p:sldId xmlns:r="http://schemas.openxmlformats.org/officeDocument/2006/relationships" id="263" r:id="R305146805100429c"/>
    <p:sldId xmlns:r="http://schemas.openxmlformats.org/officeDocument/2006/relationships" id="264" r:id="Ra667b9de4f764f67"/>
    <p:sldId xmlns:r="http://schemas.openxmlformats.org/officeDocument/2006/relationships" id="265" r:id="Ra0f80a156fd147a9"/>
    <p:sldId xmlns:r="http://schemas.openxmlformats.org/officeDocument/2006/relationships" id="266" r:id="Raf9365f8a8324291"/>
    <p:sldId xmlns:r="http://schemas.openxmlformats.org/officeDocument/2006/relationships" id="267" r:id="R381f48eddfb040e8"/>
    <p:sldId xmlns:r="http://schemas.openxmlformats.org/officeDocument/2006/relationships" id="268" r:id="R0333c6cf55664ef9"/>
    <p:sldId xmlns:r="http://schemas.openxmlformats.org/officeDocument/2006/relationships" id="269" r:id="R93c54c8f93a24fc8"/>
    <p:sldId xmlns:r="http://schemas.openxmlformats.org/officeDocument/2006/relationships" id="270" r:id="R73e7fe90d66545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ba98706b2f4b6f" /><Relationship Type="http://schemas.openxmlformats.org/officeDocument/2006/relationships/slideMaster" Target="/ppt/slideMasters/slideMaster1.xml" Id="R517ade513f9e4358" /><Relationship Type="http://schemas.openxmlformats.org/officeDocument/2006/relationships/notesMaster" Target="/ppt/notesMasters/notesMaster1.xml" Id="R02c47bb6a1914f15" /><Relationship Type="http://schemas.openxmlformats.org/officeDocument/2006/relationships/presProps" Target="/ppt/presProps.xml" Id="R6e586f4037db42b5" /><Relationship Type="http://schemas.openxmlformats.org/officeDocument/2006/relationships/tableStyles" Target="/ppt/tableStyles.xml" Id="Rf5103f68c7104146" /><Relationship Type="http://schemas.openxmlformats.org/officeDocument/2006/relationships/slide" Target="/ppt/slides/slide1.xml" Id="R5f3c0e1815974bd8" /><Relationship Type="http://schemas.openxmlformats.org/officeDocument/2006/relationships/slide" Target="/ppt/slides/slide2.xml" Id="R20381727c26945d6" /><Relationship Type="http://schemas.openxmlformats.org/officeDocument/2006/relationships/slide" Target="/ppt/slides/slide3.xml" Id="R88a52175a3b8498b" /><Relationship Type="http://schemas.openxmlformats.org/officeDocument/2006/relationships/slide" Target="/ppt/slides/slide4.xml" Id="R780c9273737f4dc8" /><Relationship Type="http://schemas.openxmlformats.org/officeDocument/2006/relationships/slide" Target="/ppt/slides/slide5.xml" Id="R513867b9f5a14db6" /><Relationship Type="http://schemas.openxmlformats.org/officeDocument/2006/relationships/slide" Target="/ppt/slides/slide6.xml" Id="R945e28226aed4351" /><Relationship Type="http://schemas.openxmlformats.org/officeDocument/2006/relationships/slide" Target="/ppt/slides/slide7.xml" Id="Ra83e689540a146f2" /><Relationship Type="http://schemas.openxmlformats.org/officeDocument/2006/relationships/slide" Target="/ppt/slides/slide8.xml" Id="R305146805100429c" /><Relationship Type="http://schemas.openxmlformats.org/officeDocument/2006/relationships/slide" Target="/ppt/slides/slide9.xml" Id="Ra667b9de4f764f67" /><Relationship Type="http://schemas.openxmlformats.org/officeDocument/2006/relationships/slide" Target="/ppt/slides/slide10.xml" Id="Ra0f80a156fd147a9" /><Relationship Type="http://schemas.openxmlformats.org/officeDocument/2006/relationships/slide" Target="/ppt/slides/slide11.xml" Id="Raf9365f8a8324291" /><Relationship Type="http://schemas.openxmlformats.org/officeDocument/2006/relationships/slide" Target="/ppt/slides/slide12.xml" Id="R381f48eddfb040e8" /><Relationship Type="http://schemas.openxmlformats.org/officeDocument/2006/relationships/slide" Target="/ppt/slides/slide13.xml" Id="R0333c6cf55664ef9" /><Relationship Type="http://schemas.openxmlformats.org/officeDocument/2006/relationships/slide" Target="/ppt/slides/slide14.xml" Id="R93c54c8f93a24fc8" /><Relationship Type="http://schemas.openxmlformats.org/officeDocument/2006/relationships/slide" Target="/ppt/slides/slide15.xml" Id="R73e7fe90d66545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6efc05e0004e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7ca2da77534036" /><Relationship Type="http://schemas.openxmlformats.org/officeDocument/2006/relationships/notesMaster" Target="/ppt/notesMasters/notesMaster1.xml" Id="R5719f4bc126e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aaf40deb7d455b" /><Relationship Type="http://schemas.openxmlformats.org/officeDocument/2006/relationships/notesMaster" Target="/ppt/notesMasters/notesMaster1.xml" Id="R1ce3b550979845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495b6ed93a442d" /><Relationship Type="http://schemas.openxmlformats.org/officeDocument/2006/relationships/notesMaster" Target="/ppt/notesMasters/notesMaster1.xml" Id="Rf33fc078e4f042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f7141bf2464376" /><Relationship Type="http://schemas.openxmlformats.org/officeDocument/2006/relationships/notesMaster" Target="/ppt/notesMasters/notesMaster1.xml" Id="R8298b10b3b654b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a5f34be9954962" /><Relationship Type="http://schemas.openxmlformats.org/officeDocument/2006/relationships/notesMaster" Target="/ppt/notesMasters/notesMaster1.xml" Id="R5f65a03d83c447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fa04debcb64a51" /><Relationship Type="http://schemas.openxmlformats.org/officeDocument/2006/relationships/notesMaster" Target="/ppt/notesMasters/notesMaster1.xml" Id="Rf7ab13cfbbf642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50de7b3cea42ed" /><Relationship Type="http://schemas.openxmlformats.org/officeDocument/2006/relationships/notesMaster" Target="/ppt/notesMasters/notesMaster1.xml" Id="R2e35c6fc528444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0ff149a36747ea" /><Relationship Type="http://schemas.openxmlformats.org/officeDocument/2006/relationships/notesMaster" Target="/ppt/notesMasters/notesMaster1.xml" Id="R6e8e72d29c0147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8da7eb3fce4cab" /><Relationship Type="http://schemas.openxmlformats.org/officeDocument/2006/relationships/notesMaster" Target="/ppt/notesMasters/notesMaster1.xml" Id="R426d0cdfb368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1148bf4dcb429c" /><Relationship Type="http://schemas.openxmlformats.org/officeDocument/2006/relationships/notesMaster" Target="/ppt/notesMasters/notesMaster1.xml" Id="R3c95cd4d82c943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d7bfc0a2e44785" /><Relationship Type="http://schemas.openxmlformats.org/officeDocument/2006/relationships/notesMaster" Target="/ppt/notesMasters/notesMaster1.xml" Id="R7cec0c9f2e264a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e4f618a3c34cff" /><Relationship Type="http://schemas.openxmlformats.org/officeDocument/2006/relationships/notesMaster" Target="/ppt/notesMasters/notesMaster1.xml" Id="R7b79b50c787849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a296478825453d" /><Relationship Type="http://schemas.openxmlformats.org/officeDocument/2006/relationships/notesMaster" Target="/ppt/notesMasters/notesMaster1.xml" Id="R557ae29682fe4c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7a2bf4ecaf4b25" /><Relationship Type="http://schemas.openxmlformats.org/officeDocument/2006/relationships/notesMaster" Target="/ppt/notesMasters/notesMaster1.xml" Id="R13a64514a9c049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e065f0104c4abd" /><Relationship Type="http://schemas.openxmlformats.org/officeDocument/2006/relationships/notesMaster" Target="/ppt/notesMasters/notesMaster1.xml" Id="Rc7f78c909bb5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slides 1–3, total 3 minutes. Slide 1 target: 30 seconds.</a:t>
            </a:r>
          </a:p>
          <a:p xmlns:a="http://schemas.openxmlformats.org/drawingml/2006/main">
            <a:r>
              <a:t>English script: Our project is Found, a fixed lost-and-found station for a university campus. Visitors use a shared iPad to register a found item or describe something they have lost. A Raspberry Pi manages the records and four storage compartments. Cloud AI helps describe and search the items. We focus on the complete handover, including what happens when a request fails.</a:t>
            </a:r>
          </a:p>
          <a:p xmlns:a="http://schemas.openxmlformats.org/drawingml/2006/main">
            <a:r>
              <a:t>中文提示：这是固定站点终端，不是给每位学生安装的个人 App。封面是概念图，不是实物照片。</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 2 target: 65 seconds.</a:t>
            </a:r>
          </a:p>
          <a:p xmlns:a="http://schemas.openxmlformats.org/drawingml/2006/main">
            <a:r>
              <a:t>English script: The starting problem is a mismatch between how people describe lost belongings and how staff record them. Someone may remember a grey bottle with a folding handle rather than a category or an inventory number. A photo with short appearance tags gives the search a useful reference. But finding a candidate on a screen is only one part of recovery. We also need to know which compartment contains it and when collection has finished. Our design therefore connects digital search to a physical handover at one shared station. These are design motivations, not findings from a campus survey.</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Slide 3 target: 85 seconds.</a:t>
            </a:r>
          </a:p>
          <a:p xmlns:a="http://schemas.openxmlformats.org/drawingml/2006/main">
            <a:r>
              <a:t>English script: A finder takes and confirms a photo. The server saves it first, then generates appearance tags. After successful recognition, the app requests a compartment and displays its number. The visitor puts the item inside, closes the door and confirms completion. Only then does the item enter the collectible inventory. For retrieval, a visitor speaks or types a description, compares the candidate photographs and explicitly chooses their item. The app requests unlocking, then asks them to confirm removal and closure. The server marks the item collected and frees its compartment together. We rely on the visitor for physical confirmation because the current build has no door or presence sensor. The AI suggests candidates but does not establish legal ownership.</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slides 4–6, total 3 minutes. Slide 4 target: 70 seconds.</a:t>
            </a:r>
          </a:p>
          <a:p xmlns:a="http://schemas.openxmlformats.org/drawingml/2006/main">
            <a:r>
              <a:t>English script: The iPad is a native SwiftUI interface. It captures photos and short voice descriptions and calls the Raspberry Pi over trusted local HTTPS. The Pi runs a Python API and stores photos, tags and compartment operations in SQLite. It sends a photo to the vision service to obtain short tags. Search compares the visitor description with existing tags and notes, so it does not upload the photos again. Speech recognition converts a short recording into editable text. Cloud keys remain on the Pi. GPIO controls the relay driver, while the database tracks the associated operation. This implementation uses HTTPS and direct GPIO, rather than MQTT.</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a:p xmlns:a="http://schemas.openxmlformats.org/drawingml/2006/main">
            <a:br/>
            <a:r>
              <a:t>Illustrative device/service icons generated with the built-in GPT image tool. Native text and connectors remain editable. The icons represent system components, not the actual installed hardware. Same studio direction: forest-green, ivory and sage matte materials, isolated on warm ivory.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 5 target: 60 seconds.</a:t>
            </a:r>
          </a:p>
          <a:p xmlns:a="http://schemas.openxmlformats.org/drawingml/2006/main">
            <a:r>
              <a:t>English script: We chose a shared iPad because it already provides the camera, microphone and a large interface. SwiftUI provides the native visitor interface. The Raspberry Pi runs the Python API with SQLite storage and lgpio control. Qwen3-VL-Plus is the default vision model and supports tag-based search, while Qwen3-ASR-Flash handles voice transcription. Model names describe the documented configuration, not a benchmark. Four relay channels map directly to four compartments. Each channel uses an S8050 transistor because the relay input is active LOW. The GPIO sends a single half-second HIGH pulse through this driver. BCM pins seventeen, twenty-six, thirteen and five control compartments one to four. A thirty-second cooldown limits repeated activation. The important measurement boundary is physical: neither GPIO readback nor a successful API response tells us whether a door opened or an item moved.</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a:p xmlns:a="http://schemas.openxmlformats.org/drawingml/2006/main">
            <a:br/>
            <a:r>
              <a:t>The generated icons are pictorial raster assets. All labels, component descriptions, GPIO mappings and diagram connectors are separate editable PowerPoint objects. Icons intentionally repeat across slides to identify the same system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Slide 6 target: 50 seconds.</a:t>
            </a:r>
          </a:p>
          <a:p xmlns:a="http://schemas.openxmlformats.org/drawingml/2006/main">
            <a:r>
              <a:t>English script: We built the system incrementally. First, we completed the photograph and storage path, including duplicate-safe retries. Next, we added short AI tags and natural-language search, with checks that every returned candidate exists in the real inventory. The native iPad station then introduced separate visitor sessions and device-authenticated staff tools. Finally, four-compartment storage added persistent operation records and recovery after interruption. These changes shifted our attention from a successful screen response to a consistent record of a physical handover. Software tests cover the new workflow, while a complete real-device acceptance cycle remains necessary.</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slides 7–9, total 3 minutes. Slide 7 target: 60 seconds.</a:t>
            </a:r>
          </a:p>
          <a:p xmlns:a="http://schemas.openxmlformats.org/drawingml/2006/main">
            <a:r>
              <a:t>English script: Our available evidence is mainly functional verification. The latest repository records report ninety-nine Python backend tests, forty-two Swift core tests, fifty-one native iOS tests and ten cross-language locker checks. These are separate test suites, so we do not combine them into a single performance metric. They cover persistence, duplicate requests, capacity, session isolation and interrupted operations. The GPIO drivers in these tests are simulated. We also have a documented live Pi deployment and earlier cloud searches, but these checks are not equivalent to a week of user operation or a measured retrieval accuracy.</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 8 target: 65 seconds.</a:t>
            </a:r>
          </a:p>
          <a:p xmlns:a="http://schemas.openxmlformats.org/drawingml/2006/main">
            <a:r>
              <a:t>English script: The historical verification log includes three real cloud searches against four records. A Chinese description of a grey cup with a folding handle returned the cup. An English description of a beige toy with a red scarf returned the toy. A black phone that was absent from the inventory returned no candidate. These examples show that descriptive and multilingual lookup can work. They do not establish an accuracy percentage because the sample is tiny and not a controlled evaluation. Search depends on the recorded tags and notes, so an unrecorded feature may fail to retrieve the item. The supplied materials do not contain continuous one-week data, which is required for the report.</a:t>
            </a:r>
          </a:p>
          <a:p xmlns:a="http://schemas.openxmlformats.org/drawingml/2006/main">
            <a:r>
              <a:t/>
            </a:r>
          </a:p>
          <a:p xmlns:a="http://schemas.openxmlformats.org/drawingml/2006/main">
            <a:r>
              <a:t>Sources: https://github.com/Justmao1/Found/blob/main/lost-found-box/VERIFICATION.md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Slide 9 target: 55 seconds.</a:t>
            </a:r>
          </a:p>
          <a:p xmlns:a="http://schemas.openxmlformats.org/drawingml/2006/main">
            <a:r>
              <a:t>English script: Our immediate next step is to complete a real-device acceptance run with the camera, voice, cloud and all four locks. We must observe actual opening, item placement, retrieval and reclosure. Door contacts would improve physical observability, while a staff-assisted claim process would address ownership checks. For deployment beyond a trusted classroom LAN, backend authentication and role separation are needed. Evaluation also needs a continuous week of real sessions with timestamps, query outcomes, errors and human-verified completion. The current repository documents functional behavior and a deployed backend, but we still need that operating evidence before drawing broader conclusions.</a:t>
            </a:r>
          </a:p>
          <a:p xmlns:a="http://schemas.openxmlformats.org/drawingml/2006/main">
            <a:r>
              <a:t/>
            </a:r>
          </a:p>
          <a:p xmlns:a="http://schemas.openxmlformats.org/drawingml/2006/main">
            <a:r>
              <a:t>Sources: https://github.com/Justmao1/Found/blob/main/verification/README.md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lead. Target: 3 minutes.</a:t>
            </a:r>
          </a:p>
          <a:p xmlns:a="http://schemas.openxmlformats.org/drawingml/2006/main">
            <a:r>
              <a:t>演示前：确认 iPad、树莓派网络和证书；云配置与余额可用；四路接线和实物动作已验收；空柜状态与实物一致；准备一个无敏感信息的物品。先录制同一完整流程的备用视频并保存在本地，现场保持可立即播放。本 PPT 不包含录像，不能将概念配图当作演示证据。</a:t>
            </a:r>
          </a:p>
          <a:p xmlns:a="http://schemas.openxmlformats.org/drawingml/2006/main">
            <a:r>
              <a:t>Live narration: We start with the available compartments. I take a photo and check the generated tags. The app assigns a compartment. I place the item inside, close the door and confirm. Now I describe the item as someone who lost it. I compare the candidate photo, confirm my choice, retrieve the item and confirm closure. The compartment becomes free again.</a:t>
            </a:r>
          </a:p>
          <a:p xmlns:a="http://schemas.openxmlformats.org/drawingml/2006/main">
            <a:r>
              <a:t>If failure occurs: switch immediately to the genuine backup recording. Describe whether the cause is network, AI or hardware and avoid claiming a successful physical cycle.</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target: 3 minutes. Useful answers:</a:t>
            </a:r>
          </a:p>
          <a:p xmlns:a="http://schemas.openxmlformats.org/drawingml/2006/main">
            <a:r>
              <a:t>1. Why no MQTT? The current prototype has one local controller, synchronous HTTPS workflows and direct GPIO. MQTT would be a future multi-station design choice, not a current implementation.</a:t>
            </a:r>
          </a:p>
          <a:p xmlns:a="http://schemas.openxmlformats.org/drawingml/2006/main">
            <a:r>
              <a:t>2. Is AI an ownership check? No. Visitors compare candidates and confirm, and stronger staff-assisted verification is future work.</a:t>
            </a:r>
          </a:p>
          <a:p xmlns:a="http://schemas.openxmlformats.org/drawingml/2006/main">
            <a:r>
              <a:t>3. Does a 200 response prove the door opened? No. Current hardware has no physical feedback.</a:t>
            </a:r>
          </a:p>
          <a:p xmlns:a="http://schemas.openxmlformats.org/drawingml/2006/main">
            <a:r>
              <a:t>4. What about failures? A stable request ID prevents repeated pulses. Uncertain operations retain the slot for staff inspection.</a:t>
            </a:r>
          </a:p>
          <a:p xmlns:a="http://schemas.openxmlformats.org/drawingml/2006/main">
            <a:r>
              <a:t>5. Where is the one-week study? It is not present in the supplied repository and must be supplied from genuine logs.</a:t>
            </a:r>
          </a:p>
          <a:p xmlns:a="http://schemas.openxmlformats.org/drawingml/2006/main">
            <a:r>
              <a:t>6. Are test counts accuracy? No. They describe distinct functional test suites.</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备用页：协议以当前 README 和代码为准。云端视觉默认 qwen3-vl-plus，语音 qwen3-asr-flash。iPad 只在用户确认后搜索，后端不保存语音文件或转写日志。语音仍会发送至云端处理。Key 仅在服务端。</a:t>
            </a:r>
          </a:p>
          <a:p xmlns:a="http://schemas.openxmlformats.org/drawingml/2006/main">
            <a:r>
              <a:t/>
            </a:r>
          </a:p>
          <a:p xmlns:a="http://schemas.openxmlformats.org/drawingml/2006/main">
            <a:r>
              <a:t>Sources: https://github.com/Justmao1/Found/blob/main/lost-found-box/README.md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此页是待执行的实测记录方案，不是结果。Ass2 报告要求至少一周数据。应连续记录七天，每条带匿名会话 ID、时间戳、设备/模型版本、目标物品、实际候选、分配格口、物理观察与异常。记录 sample size 与失败/中断，不将重试重复计为独立成功。延迟的 p95 需要足够样本并注明样本量。无目标查询单列，以检查错误匹配。当前无门传感器，格口一致性需工作人员实物核查，不可从 GPIO 电平推断。</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Idempotency: same request UUID returns the existing operation. It does not repeat opening. Distinct UUIDs cannot bypass an unfinished operation on the same item or slot. Crash recovery preserves the slot and requires inspection. Staff resolve changes records without a GPIO pulse. SQLite and a physical actuator cannot share an atomic transaction. If the outcome is uncertain, the system conservatively retains the compartment rather than guessing. Current staff API still relies on the trusted LAN.</a:t>
            </a:r>
          </a:p>
          <a:p xmlns:a="http://schemas.openxmlformats.org/drawingml/2006/main">
            <a:r>
              <a:t/>
            </a:r>
          </a:p>
          <a:p xmlns:a="http://schemas.openxmlformats.org/drawingml/2006/main">
            <a:r>
              <a:t>Sources: https://github.com/Justmao1/Found/blob/main/docs/locker-flow.md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URLs:</a:t>
            </a:r>
          </a:p>
          <a:p xmlns:a="http://schemas.openxmlformats.org/drawingml/2006/main">
            <a:r>
              <a:t>https://github.com/Justmao1/Found</a:t>
            </a:r>
          </a:p>
          <a:p xmlns:a="http://schemas.openxmlformats.org/drawingml/2006/main">
            <a:r>
              <a:t>https://github.com/Justmao1/Found/blob/main/README.md</a:t>
            </a:r>
          </a:p>
          <a:p xmlns:a="http://schemas.openxmlformats.org/drawingml/2006/main">
            <a:r>
              <a:t>https://github.com/Justmao1/Found/blob/main/lost-found-box/README.md</a:t>
            </a:r>
          </a:p>
          <a:p xmlns:a="http://schemas.openxmlformats.org/drawingml/2006/main">
            <a:r>
              <a:t>https://github.com/Justmao1/Found/blob/main/lost-found-box/VERIFICATION.md</a:t>
            </a:r>
          </a:p>
          <a:p xmlns:a="http://schemas.openxmlformats.org/drawingml/2006/main">
            <a:r>
              <a:t>https://github.com/Justmao1/Found/blob/main/verification/README.md</a:t>
            </a:r>
          </a:p>
          <a:p xmlns:a="http://schemas.openxmlformats.org/drawingml/2006/main">
            <a:r>
              <a:t>https://github.com/Justmao1/Found/blob/main/docs/locker-flow.md</a:t>
            </a:r>
          </a:p>
          <a:p xmlns:a="http://schemas.openxmlformats.org/drawingml/2006/main">
            <a:r>
              <a:t>Local source: Assessment Two Brief-3(1)(2).pdf, pages 1–2.</a:t>
            </a:r>
          </a:p>
          <a:p xmlns:a="http://schemas.openxmlformats.org/drawingml/2006/main">
            <a:r>
              <a:t>Two generated conceptual illustrations use the built-in image-generation tool. They are not actual prototype or inventory photographs. Model version cannot be selected or verified in the exposed tool. Prompts: (1) premium editorial photograph of a compact forest-green two-by-two translucent acrylic four-compartment lost-and-found cabinet and blank tablet in a university library lobby; (2) pale-blue bottle, keys and charcoal umbrella on a light oak university counter, natural morning light, no text or logos.</a:t>
            </a:r>
          </a:p>
          <a:p xmlns:a="http://schemas.openxmlformats.org/drawingml/2006/main">
            <a:r>
              <a:t>Team size was not specified. The 3-presenter split fits the stated 15-minute budget: 9 talk + 3 demo + 3 Q&amp;A. If the team has a different number of members, confirm allocation with the lecturer. Presenter names have not been invented. The compulsory backup video must be recorded by the team.</a:t>
            </a:r>
          </a:p>
          <a:p xmlns:a="http://schemas.openxmlformats.org/drawingml/2006/main">
            <a:r>
              <a:t/>
            </a:r>
          </a:p>
          <a:p xmlns:a="http://schemas.openxmlformats.org/drawingml/2006/main">
            <a:r>
              <a:t>Sources: https://github.com/Justmao1/Found/blob/main/README.md</a:t>
            </a:r>
          </a:p>
          <a:p xmlns:a="http://schemas.openxmlformats.org/drawingml/2006/main">
            <a:r>
              <a:t>Repository snapshot: f0921903a2f17b1053a8f8b560ee1696e4ea99e7, accessed 22 October 2026. Assessment source: Assessment Two Brief-3(1)(2).pdf, Presentation section. All test counts are reported by repository verification records, not rerun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2d9fbdd5b443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c1d8cc629c45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22b565321145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69095cdcae49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9d2415b13449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41539ee59548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74A810-6BC0-42C9-B81B-66A0865D3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914A10-AA75-4239-A007-F79F3A27F2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1E195B-0F39-424D-A44E-7C7AE190BB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832A1-0660-4AEC-BF57-053D7F38B5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63A965-AB8B-4FD7-B249-1A86EBA630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CB079-AAE9-4763-9708-E285A64EE5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783FE-3A29-4F64-AE21-A31E81D07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B26F7A-F141-4BE9-9C73-26F58C174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5B3E5-088D-44E4-880B-E300FBDB5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FD02A-6C87-427B-9A68-BC202E39D1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9ffb856cae4566" /><Relationship Type="http://schemas.openxmlformats.org/officeDocument/2006/relationships/slideLayout" Target="/ppt/slideLayouts/slideLayout1.xml" Id="Rc80bd22671ae46dd" /><Relationship Type="http://schemas.openxmlformats.org/officeDocument/2006/relationships/slideLayout" Target="/ppt/slideLayouts/slideLayout2.xml" Id="R4b549a6ee8a04807" /><Relationship Type="http://schemas.openxmlformats.org/officeDocument/2006/relationships/slideLayout" Target="/ppt/slideLayouts/slideLayout3.xml" Id="Rbdcdef821aef4c2b" /><Relationship Type="http://schemas.openxmlformats.org/officeDocument/2006/relationships/slideLayout" Target="/ppt/slideLayouts/slideLayout4.xml" Id="Rb160c555ff3449cd" /><Relationship Type="http://schemas.openxmlformats.org/officeDocument/2006/relationships/slideLayout" Target="/ppt/slideLayouts/slideLayout5.xml" Id="R9fabe45c99d840b9" /><Relationship Type="http://schemas.openxmlformats.org/officeDocument/2006/relationships/slideLayout" Target="/ppt/slideLayouts/slideLayout6.xml" Id="Rf274b086b02b48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0bd22671ae46dd"/>
    <p:sldLayoutId xmlns:r="http://schemas.openxmlformats.org/officeDocument/2006/relationships" id="2147483650" r:id="R4b549a6ee8a04807"/>
    <p:sldLayoutId xmlns:r="http://schemas.openxmlformats.org/officeDocument/2006/relationships" id="2147483651" r:id="Rbdcdef821aef4c2b"/>
    <p:sldLayoutId xmlns:r="http://schemas.openxmlformats.org/officeDocument/2006/relationships" id="2147483652" r:id="Rb160c555ff3449cd"/>
    <p:sldLayoutId xmlns:r="http://schemas.openxmlformats.org/officeDocument/2006/relationships" id="2147483653" r:id="R9fabe45c99d840b9"/>
    <p:sldLayoutId xmlns:r="http://schemas.openxmlformats.org/officeDocument/2006/relationships" id="2147483654" r:id="Rf274b086b02b48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dda1a6349644e3" /><Relationship Type="http://schemas.openxmlformats.org/officeDocument/2006/relationships/image" Target="/ppt/media/image.png" Id="Ra7a47c0bb6b94386" /><Relationship Type="http://schemas.openxmlformats.org/officeDocument/2006/relationships/notesSlide" Target="/ppt/notesSlides/notesSlide1.xml" Id="R24a6ea55a46c42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d5d7c72b394c33" /><Relationship Type="http://schemas.openxmlformats.org/officeDocument/2006/relationships/image" Target="/ppt/media/image2.png" Id="Rd42543a80def4bd4" /><Relationship Type="http://schemas.openxmlformats.org/officeDocument/2006/relationships/notesSlide" Target="/ppt/notesSlides/notesSlide2.xml" Id="R77a027dc24e04c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06371d275f45db" /><Relationship Type="http://schemas.openxmlformats.org/officeDocument/2006/relationships/notesSlide" Target="/ppt/notesSlides/notesSlide3.xml" Id="Rf12d902f8b824b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115c943d9b4bcf" /><Relationship Type="http://schemas.openxmlformats.org/officeDocument/2006/relationships/image" Target="/ppt/media/image3.png" Id="R3add65e41af44108" /><Relationship Type="http://schemas.openxmlformats.org/officeDocument/2006/relationships/image" Target="/ppt/media/image4.png" Id="R5b1ab12de4cd4ebc" /><Relationship Type="http://schemas.openxmlformats.org/officeDocument/2006/relationships/image" Target="/ppt/media/image5.png" Id="Rf3b40ffe131546ad" /><Relationship Type="http://schemas.openxmlformats.org/officeDocument/2006/relationships/image" Target="/ppt/media/image6.png" Id="R224b16120fcc4c0d" /><Relationship Type="http://schemas.openxmlformats.org/officeDocument/2006/relationships/notesSlide" Target="/ppt/notesSlides/notesSlide4.xml" Id="Rff85f3daed1345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ae16896337429e" /><Relationship Type="http://schemas.openxmlformats.org/officeDocument/2006/relationships/image" Target="/ppt/media/image7.png" Id="Ra0d762f06f4945d7" /><Relationship Type="http://schemas.openxmlformats.org/officeDocument/2006/relationships/image" Target="/ppt/media/image8.png" Id="R33d4cf5fb2d54cdf" /><Relationship Type="http://schemas.openxmlformats.org/officeDocument/2006/relationships/image" Target="/ppt/media/image9.png" Id="R5f8dec77838e47d5" /><Relationship Type="http://schemas.openxmlformats.org/officeDocument/2006/relationships/image" Target="/ppt/media/image10.png" Id="R1984fe49d2af40f0" /><Relationship Type="http://schemas.openxmlformats.org/officeDocument/2006/relationships/notesSlide" Target="/ppt/notesSlides/notesSlide5.xml" Id="R6e568bac00004b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908b33d7114a98" /><Relationship Type="http://schemas.openxmlformats.org/officeDocument/2006/relationships/notesSlide" Target="/ppt/notesSlides/notesSlide6.xml" Id="Ra57e0408d3f340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c796f263fc42d3" /><Relationship Type="http://schemas.openxmlformats.org/officeDocument/2006/relationships/notesSlide" Target="/ppt/notesSlides/notesSlide7.xml" Id="R10e36abc597b4f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d953e708424d1e" /><Relationship Type="http://schemas.openxmlformats.org/officeDocument/2006/relationships/notesSlide" Target="/ppt/notesSlides/notesSlide8.xml" Id="R62e15f08f02d48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e02c2b6a7c4e8d" /><Relationship Type="http://schemas.openxmlformats.org/officeDocument/2006/relationships/notesSlide" Target="/ppt/notesSlides/notesSlide9.xml" Id="R1e96c379c1f643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30412a6fad4640" /><Relationship Type="http://schemas.openxmlformats.org/officeDocument/2006/relationships/notesSlide" Target="/ppt/notesSlides/notesSlide10.xml" Id="Rf3c85ab0fa5640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b532d386064b3a" /><Relationship Type="http://schemas.openxmlformats.org/officeDocument/2006/relationships/notesSlide" Target="/ppt/notesSlides/notesSlide11.xml" Id="R4579bdcb7ab54c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7b6d58dad5422d" /><Relationship Type="http://schemas.openxmlformats.org/officeDocument/2006/relationships/notesSlide" Target="/ppt/notesSlides/notesSlide12.xml" Id="Rd818f809d3534c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de084b11c94b9a" /><Relationship Type="http://schemas.openxmlformats.org/officeDocument/2006/relationships/notesSlide" Target="/ppt/notesSlides/notesSlide13.xml" Id="R7c324dc000f54f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df7baccf6a2419e" /><Relationship Type="http://schemas.openxmlformats.org/officeDocument/2006/relationships/notesSlide" Target="/ppt/notesSlides/notesSlide14.xml" Id="Rb437959c9b684b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fe6a97103f14901" /><Relationship Type="http://schemas.openxmlformats.org/officeDocument/2006/relationships/notesSlide" Target="/ppt/notesSlides/notesSlide15.xml" Id="Rb1ad088f2fce4fd2" /></Relationships>
</file>

<file path=ppt/slides/slide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2007064-4ECB-4255-8CFC-24D7E942AB72}"/>
              </a:ext>
            </a:extLst>
          </p:cNvPr>
          <p:cNvPicPr>
            <a:picLocks xmlns:a="http://schemas.openxmlformats.org/drawingml/2006/main" noChangeAspect="1"/>
          </p:cNvPicPr>
          <p:nvPr/>
        </p:nvPicPr>
        <p:blipFill>
          <a:blip xmlns:r="http://schemas.openxmlformats.org/officeDocument/2006/relationships" xmlns:a="http://schemas.openxmlformats.org/drawingml/2006/main" r:embed="Ra7a47c0bb6b94386"/>
          <a:srcRect xmlns:a="http://schemas.openxmlformats.org/drawingml/2006/main" l="20688" t="0" r="20688"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2" name="Found">
            <a:extLst xmlns:a="http://schemas.openxmlformats.org/drawingml/2006/main">
              <a:ext uri="{FF2B5EF4-FFF2-40B4-BE49-F238E27FC236}">
                <a16:creationId xmlns:a16="http://schemas.microsoft.com/office/drawing/2014/main" id="{593FCB7A-F764-4F0C-A8AE-711E7316424A}"/>
              </a:ext>
            </a:extLst>
          </p:cNvPr>
          <p:cNvSpPr>
            <a:spLocks xmlns:a="http://schemas.openxmlformats.org/drawingml/2006/main" noGrp="1"/>
          </p:cNvSpPr>
          <p:nvPr/>
        </p:nvSpPr>
        <p:spPr>
          <a:xfrm xmlns:a="http://schemas.openxmlformats.org/drawingml/2006/main">
            <a:off x="609600" y="15049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600" b="1">
                <a:solidFill>
                  <a:srgbClr val="153D33"/>
                </a:solidFill>
                <a:latin typeface="Nimbus Sans"/>
                <a:ea typeface="Nimbus Sans"/>
                <a:cs typeface="Nimbus Sans"/>
              </a:defRPr>
            </a:defPPr>
            <a:lvl1pPr algn="l">
              <a:buNone/>
              <a:defRPr sz="6600" b="1">
                <a:solidFill>
                  <a:srgbClr val="153D33"/>
                </a:solidFill>
                <a:latin typeface="Nimbus Sans"/>
                <a:ea typeface="Nimbus Sans"/>
                <a:cs typeface="Nimbus Sans"/>
              </a:defRPr>
            </a:lvl1pPr>
            <a:lvl2pPr algn="l">
              <a:buNone/>
              <a:defRPr sz="6600" b="1">
                <a:solidFill>
                  <a:srgbClr val="153D33"/>
                </a:solidFill>
                <a:latin typeface="Nimbus Sans"/>
                <a:ea typeface="Nimbus Sans"/>
                <a:cs typeface="Nimbus Sans"/>
              </a:defRPr>
            </a:lvl2pPr>
            <a:lvl3pPr algn="l">
              <a:buNone/>
              <a:defRPr sz="6600" b="1">
                <a:solidFill>
                  <a:srgbClr val="153D33"/>
                </a:solidFill>
                <a:latin typeface="Nimbus Sans"/>
                <a:ea typeface="Nimbus Sans"/>
                <a:cs typeface="Nimbus Sans"/>
              </a:defRPr>
            </a:lvl3pPr>
            <a:lvl4pPr algn="l">
              <a:buNone/>
              <a:defRPr sz="6600" b="1">
                <a:solidFill>
                  <a:srgbClr val="153D33"/>
                </a:solidFill>
                <a:latin typeface="Nimbus Sans"/>
                <a:ea typeface="Nimbus Sans"/>
                <a:cs typeface="Nimbus Sans"/>
              </a:defRPr>
            </a:lvl4pPr>
            <a:lvl5pPr algn="l">
              <a:buNone/>
              <a:defRPr sz="6600" b="1">
                <a:solidFill>
                  <a:srgbClr val="153D33"/>
                </a:solidFill>
                <a:latin typeface="Nimbus Sans"/>
                <a:ea typeface="Nimbus Sans"/>
                <a:cs typeface="Nimbus Sans"/>
              </a:defRPr>
            </a:lvl5pPr>
            <a:lvl6pPr algn="l">
              <a:buNone/>
              <a:defRPr sz="6600" b="1">
                <a:solidFill>
                  <a:srgbClr val="153D33"/>
                </a:solidFill>
                <a:latin typeface="Nimbus Sans"/>
                <a:ea typeface="Nimbus Sans"/>
                <a:cs typeface="Nimbus Sans"/>
              </a:defRPr>
            </a:lvl6pPr>
            <a:lvl7pPr algn="l">
              <a:buNone/>
              <a:defRPr sz="6600" b="1">
                <a:solidFill>
                  <a:srgbClr val="153D33"/>
                </a:solidFill>
                <a:latin typeface="Nimbus Sans"/>
                <a:ea typeface="Nimbus Sans"/>
                <a:cs typeface="Nimbus Sans"/>
              </a:defRPr>
            </a:lvl7pPr>
            <a:lvl8pPr algn="l">
              <a:buNone/>
              <a:defRPr sz="6600" b="1">
                <a:solidFill>
                  <a:srgbClr val="153D33"/>
                </a:solidFill>
                <a:latin typeface="Nimbus Sans"/>
                <a:ea typeface="Nimbus Sans"/>
                <a:cs typeface="Nimbus Sans"/>
              </a:defRPr>
            </a:lvl8pPr>
            <a:lvl9pPr algn="l">
              <a:buNone/>
              <a:defRPr sz="6600" b="1">
                <a:solidFill>
                  <a:srgbClr val="153D33"/>
                </a:solidFill>
                <a:latin typeface="Nimbus Sans"/>
                <a:ea typeface="Nimbus Sans"/>
                <a:cs typeface="Nimbus Sans"/>
              </a:defRPr>
            </a:lvl9pPr>
          </a:lstStyle>
          <a:p xmlns:a="http://schemas.openxmlformats.org/drawingml/2006/main">
            <a:pPr algn="l">
              <a:buNone/>
              <a:defRPr sz="6600" b="1">
                <a:solidFill>
                  <a:srgbClr val="153D33"/>
                </a:solidFill>
                <a:latin typeface="Nimbus Sans"/>
                <a:ea typeface="Nimbus Sans"/>
                <a:cs typeface="Nimbus Sans"/>
              </a:defRPr>
            </a:pPr>
            <a:r>
              <a:rPr sz="6600" b="1">
                <a:solidFill>
                  <a:srgbClr val="153D33"/>
                </a:solidFill>
                <a:latin typeface="Nimbus Sans"/>
                <a:ea typeface="Nimbus Sans"/>
                <a:cs typeface="Nimbus Sans"/>
              </a:rPr>
              <a:t>Found</a:t>
            </a:r>
          </a:p>
        </p:txBody>
      </p:sp>
      <p:sp>
        <p:nvSpPr>
          <p:cNvPr id="3" name="AI-assisted campus&#10;lost and found">
            <a:extLst xmlns:a="http://schemas.openxmlformats.org/drawingml/2006/main">
              <a:ext uri="{FF2B5EF4-FFF2-40B4-BE49-F238E27FC236}">
                <a16:creationId xmlns:a16="http://schemas.microsoft.com/office/drawing/2014/main" id="{9E5E7C66-E9E0-4396-9F9C-4BFA90FBC9A6}"/>
              </a:ext>
            </a:extLst>
          </p:cNvPr>
          <p:cNvSpPr>
            <a:spLocks xmlns:a="http://schemas.openxmlformats.org/drawingml/2006/main" noGrp="1"/>
          </p:cNvSpPr>
          <p:nvPr/>
        </p:nvSpPr>
        <p:spPr>
          <a:xfrm xmlns:a="http://schemas.openxmlformats.org/drawingml/2006/main">
            <a:off x="647700" y="270510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153D33"/>
                </a:solidFill>
                <a:latin typeface="Nimbus Sans"/>
                <a:ea typeface="Nimbus Sans"/>
                <a:cs typeface="Nimbus Sans"/>
              </a:defRPr>
            </a:defPPr>
            <a:lvl1pPr algn="l">
              <a:buNone/>
              <a:defRPr sz="3000" b="1">
                <a:solidFill>
                  <a:srgbClr val="153D33"/>
                </a:solidFill>
                <a:latin typeface="Nimbus Sans"/>
                <a:ea typeface="Nimbus Sans"/>
                <a:cs typeface="Nimbus Sans"/>
              </a:defRPr>
            </a:lvl1pPr>
            <a:lvl2pPr algn="l">
              <a:buNone/>
              <a:defRPr sz="3000" b="1">
                <a:solidFill>
                  <a:srgbClr val="153D33"/>
                </a:solidFill>
                <a:latin typeface="Nimbus Sans"/>
                <a:ea typeface="Nimbus Sans"/>
                <a:cs typeface="Nimbus Sans"/>
              </a:defRPr>
            </a:lvl2pPr>
            <a:lvl3pPr algn="l">
              <a:buNone/>
              <a:defRPr sz="3000" b="1">
                <a:solidFill>
                  <a:srgbClr val="153D33"/>
                </a:solidFill>
                <a:latin typeface="Nimbus Sans"/>
                <a:ea typeface="Nimbus Sans"/>
                <a:cs typeface="Nimbus Sans"/>
              </a:defRPr>
            </a:lvl3pPr>
            <a:lvl4pPr algn="l">
              <a:buNone/>
              <a:defRPr sz="3000" b="1">
                <a:solidFill>
                  <a:srgbClr val="153D33"/>
                </a:solidFill>
                <a:latin typeface="Nimbus Sans"/>
                <a:ea typeface="Nimbus Sans"/>
                <a:cs typeface="Nimbus Sans"/>
              </a:defRPr>
            </a:lvl4pPr>
            <a:lvl5pPr algn="l">
              <a:buNone/>
              <a:defRPr sz="3000" b="1">
                <a:solidFill>
                  <a:srgbClr val="153D33"/>
                </a:solidFill>
                <a:latin typeface="Nimbus Sans"/>
                <a:ea typeface="Nimbus Sans"/>
                <a:cs typeface="Nimbus Sans"/>
              </a:defRPr>
            </a:lvl5pPr>
            <a:lvl6pPr algn="l">
              <a:buNone/>
              <a:defRPr sz="3000" b="1">
                <a:solidFill>
                  <a:srgbClr val="153D33"/>
                </a:solidFill>
                <a:latin typeface="Nimbus Sans"/>
                <a:ea typeface="Nimbus Sans"/>
                <a:cs typeface="Nimbus Sans"/>
              </a:defRPr>
            </a:lvl6pPr>
            <a:lvl7pPr algn="l">
              <a:buNone/>
              <a:defRPr sz="3000" b="1">
                <a:solidFill>
                  <a:srgbClr val="153D33"/>
                </a:solidFill>
                <a:latin typeface="Nimbus Sans"/>
                <a:ea typeface="Nimbus Sans"/>
                <a:cs typeface="Nimbus Sans"/>
              </a:defRPr>
            </a:lvl7pPr>
            <a:lvl8pPr algn="l">
              <a:buNone/>
              <a:defRPr sz="3000" b="1">
                <a:solidFill>
                  <a:srgbClr val="153D33"/>
                </a:solidFill>
                <a:latin typeface="Nimbus Sans"/>
                <a:ea typeface="Nimbus Sans"/>
                <a:cs typeface="Nimbus Sans"/>
              </a:defRPr>
            </a:lvl8pPr>
            <a:lvl9pPr algn="l">
              <a:buNone/>
              <a:defRPr sz="3000" b="1">
                <a:solidFill>
                  <a:srgbClr val="153D33"/>
                </a:solidFill>
                <a:latin typeface="Nimbus Sans"/>
                <a:ea typeface="Nimbus Sans"/>
                <a:cs typeface="Nimbus Sans"/>
              </a:defRPr>
            </a:lvl9pPr>
          </a:lstStyle>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AI-assisted campus</a:t>
            </a:r>
          </a:p>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lost and found</a:t>
            </a:r>
          </a:p>
        </p:txBody>
      </p:sp>
      <p:sp>
        <p:nvSpPr>
          <p:cNvPr id="4" name="iPad terminal, Raspberry Pi&#10;and four storage c">
            <a:extLst xmlns:a="http://schemas.openxmlformats.org/drawingml/2006/main">
              <a:ext uri="{FF2B5EF4-FFF2-40B4-BE49-F238E27FC236}">
                <a16:creationId xmlns:a16="http://schemas.microsoft.com/office/drawing/2014/main" id="{57250BDA-1C4B-4CD2-8E03-B3CFB29E494F}"/>
              </a:ext>
            </a:extLst>
          </p:cNvPr>
          <p:cNvSpPr>
            <a:spLocks xmlns:a="http://schemas.openxmlformats.org/drawingml/2006/main" noGrp="1"/>
          </p:cNvSpPr>
          <p:nvPr/>
        </p:nvSpPr>
        <p:spPr>
          <a:xfrm xmlns:a="http://schemas.openxmlformats.org/drawingml/2006/main">
            <a:off x="647700" y="4048125"/>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buNone/>
              <a:defRPr sz="2025" b="0">
                <a:solidFill>
                  <a:srgbClr val="5E7168"/>
                </a:solidFill>
                <a:latin typeface="Nimbus Sans"/>
                <a:ea typeface="Nimbus Sans"/>
                <a:cs typeface="Nimbus Sans"/>
              </a:defRPr>
            </a:lvl1pPr>
            <a:lvl2pPr algn="l">
              <a:buNone/>
              <a:defRPr sz="2025" b="0">
                <a:solidFill>
                  <a:srgbClr val="5E7168"/>
                </a:solidFill>
                <a:latin typeface="Nimbus Sans"/>
                <a:ea typeface="Nimbus Sans"/>
                <a:cs typeface="Nimbus Sans"/>
              </a:defRPr>
            </a:lvl2pPr>
            <a:lvl3pPr algn="l">
              <a:buNone/>
              <a:defRPr sz="2025" b="0">
                <a:solidFill>
                  <a:srgbClr val="5E7168"/>
                </a:solidFill>
                <a:latin typeface="Nimbus Sans"/>
                <a:ea typeface="Nimbus Sans"/>
                <a:cs typeface="Nimbus Sans"/>
              </a:defRPr>
            </a:lvl3pPr>
            <a:lvl4pPr algn="l">
              <a:buNone/>
              <a:defRPr sz="2025" b="0">
                <a:solidFill>
                  <a:srgbClr val="5E7168"/>
                </a:solidFill>
                <a:latin typeface="Nimbus Sans"/>
                <a:ea typeface="Nimbus Sans"/>
                <a:cs typeface="Nimbus Sans"/>
              </a:defRPr>
            </a:lvl4pPr>
            <a:lvl5pPr algn="l">
              <a:buNone/>
              <a:defRPr sz="2025" b="0">
                <a:solidFill>
                  <a:srgbClr val="5E7168"/>
                </a:solidFill>
                <a:latin typeface="Nimbus Sans"/>
                <a:ea typeface="Nimbus Sans"/>
                <a:cs typeface="Nimbus Sans"/>
              </a:defRPr>
            </a:lvl5pPr>
            <a:lvl6pPr algn="l">
              <a:buNone/>
              <a:defRPr sz="2025" b="0">
                <a:solidFill>
                  <a:srgbClr val="5E7168"/>
                </a:solidFill>
                <a:latin typeface="Nimbus Sans"/>
                <a:ea typeface="Nimbus Sans"/>
                <a:cs typeface="Nimbus Sans"/>
              </a:defRPr>
            </a:lvl6pPr>
            <a:lvl7pPr algn="l">
              <a:buNone/>
              <a:defRPr sz="2025" b="0">
                <a:solidFill>
                  <a:srgbClr val="5E7168"/>
                </a:solidFill>
                <a:latin typeface="Nimbus Sans"/>
                <a:ea typeface="Nimbus Sans"/>
                <a:cs typeface="Nimbus Sans"/>
              </a:defRPr>
            </a:lvl7pPr>
            <a:lvl8pPr algn="l">
              <a:buNone/>
              <a:defRPr sz="2025" b="0">
                <a:solidFill>
                  <a:srgbClr val="5E7168"/>
                </a:solidFill>
                <a:latin typeface="Nimbus Sans"/>
                <a:ea typeface="Nimbus Sans"/>
                <a:cs typeface="Nimbus Sans"/>
              </a:defRPr>
            </a:lvl8pPr>
            <a:lvl9pPr algn="l">
              <a:buNone/>
              <a:defRPr sz="2025" b="0">
                <a:solidFill>
                  <a:srgbClr val="5E7168"/>
                </a:solidFill>
                <a:latin typeface="Nimbus Sans"/>
                <a:ea typeface="Nimbus Sans"/>
                <a:cs typeface="Nimbus Sans"/>
              </a:defRPr>
            </a:lvl9pPr>
          </a:lstStyle>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iPad terminal, Raspberry Pi</a:t>
            </a:r>
          </a:p>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and four storage compartments</a:t>
            </a:r>
          </a:p>
        </p:txBody>
      </p:sp>
      <p:sp>
        <p:nvSpPr>
          <p:cNvPr id="5" name="COMP728 · Assessment 2&#10;Final project presentat">
            <a:extLst xmlns:a="http://schemas.openxmlformats.org/drawingml/2006/main">
              <a:ext uri="{FF2B5EF4-FFF2-40B4-BE49-F238E27FC236}">
                <a16:creationId xmlns:a16="http://schemas.microsoft.com/office/drawing/2014/main" id="{0ED018F7-FC7B-46D4-8DDD-11F2958DA597}"/>
              </a:ext>
            </a:extLst>
          </p:cNvPr>
          <p:cNvSpPr>
            <a:spLocks xmlns:a="http://schemas.openxmlformats.org/drawingml/2006/main" noGrp="1"/>
          </p:cNvSpPr>
          <p:nvPr/>
        </p:nvSpPr>
        <p:spPr>
          <a:xfrm xmlns:a="http://schemas.openxmlformats.org/drawingml/2006/main">
            <a:off x="647700" y="57435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E7168"/>
                </a:solidFill>
                <a:latin typeface="Nimbus Sans"/>
                <a:ea typeface="Nimbus Sans"/>
                <a:cs typeface="Nimbus Sans"/>
              </a:defRPr>
            </a:defPPr>
            <a:lvl1pPr algn="l">
              <a:buNone/>
              <a:defRPr sz="1425" b="0">
                <a:solidFill>
                  <a:srgbClr val="5E7168"/>
                </a:solidFill>
                <a:latin typeface="Nimbus Sans"/>
                <a:ea typeface="Nimbus Sans"/>
                <a:cs typeface="Nimbus Sans"/>
              </a:defRPr>
            </a:lvl1pPr>
            <a:lvl2pPr algn="l">
              <a:buNone/>
              <a:defRPr sz="1425" b="0">
                <a:solidFill>
                  <a:srgbClr val="5E7168"/>
                </a:solidFill>
                <a:latin typeface="Nimbus Sans"/>
                <a:ea typeface="Nimbus Sans"/>
                <a:cs typeface="Nimbus Sans"/>
              </a:defRPr>
            </a:lvl2pPr>
            <a:lvl3pPr algn="l">
              <a:buNone/>
              <a:defRPr sz="1425" b="0">
                <a:solidFill>
                  <a:srgbClr val="5E7168"/>
                </a:solidFill>
                <a:latin typeface="Nimbus Sans"/>
                <a:ea typeface="Nimbus Sans"/>
                <a:cs typeface="Nimbus Sans"/>
              </a:defRPr>
            </a:lvl3pPr>
            <a:lvl4pPr algn="l">
              <a:buNone/>
              <a:defRPr sz="1425" b="0">
                <a:solidFill>
                  <a:srgbClr val="5E7168"/>
                </a:solidFill>
                <a:latin typeface="Nimbus Sans"/>
                <a:ea typeface="Nimbus Sans"/>
                <a:cs typeface="Nimbus Sans"/>
              </a:defRPr>
            </a:lvl4pPr>
            <a:lvl5pPr algn="l">
              <a:buNone/>
              <a:defRPr sz="1425" b="0">
                <a:solidFill>
                  <a:srgbClr val="5E7168"/>
                </a:solidFill>
                <a:latin typeface="Nimbus Sans"/>
                <a:ea typeface="Nimbus Sans"/>
                <a:cs typeface="Nimbus Sans"/>
              </a:defRPr>
            </a:lvl5pPr>
            <a:lvl6pPr algn="l">
              <a:buNone/>
              <a:defRPr sz="1425" b="0">
                <a:solidFill>
                  <a:srgbClr val="5E7168"/>
                </a:solidFill>
                <a:latin typeface="Nimbus Sans"/>
                <a:ea typeface="Nimbus Sans"/>
                <a:cs typeface="Nimbus Sans"/>
              </a:defRPr>
            </a:lvl6pPr>
            <a:lvl7pPr algn="l">
              <a:buNone/>
              <a:defRPr sz="1425" b="0">
                <a:solidFill>
                  <a:srgbClr val="5E7168"/>
                </a:solidFill>
                <a:latin typeface="Nimbus Sans"/>
                <a:ea typeface="Nimbus Sans"/>
                <a:cs typeface="Nimbus Sans"/>
              </a:defRPr>
            </a:lvl7pPr>
            <a:lvl8pPr algn="l">
              <a:buNone/>
              <a:defRPr sz="1425" b="0">
                <a:solidFill>
                  <a:srgbClr val="5E7168"/>
                </a:solidFill>
                <a:latin typeface="Nimbus Sans"/>
                <a:ea typeface="Nimbus Sans"/>
                <a:cs typeface="Nimbus Sans"/>
              </a:defRPr>
            </a:lvl8pPr>
            <a:lvl9pPr algn="l">
              <a:buNone/>
              <a:defRPr sz="1425" b="0">
                <a:solidFill>
                  <a:srgbClr val="5E7168"/>
                </a:solidFill>
                <a:latin typeface="Nimbus Sans"/>
                <a:ea typeface="Nimbus Sans"/>
                <a:cs typeface="Nimbus Sans"/>
              </a:defRPr>
            </a:lvl9pPr>
          </a:lstStyle>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COMP728 · Assessment 2</a:t>
            </a:r>
          </a:p>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Final project presentation · October 2026</a:t>
            </a:r>
          </a:p>
        </p:txBody>
      </p:sp>
      <p:sp>
        <p:nvSpPr>
          <p:cNvPr id="6" name="AI-generated concept illustration">
            <a:extLst xmlns:a="http://schemas.openxmlformats.org/drawingml/2006/main">
              <a:ext uri="{FF2B5EF4-FFF2-40B4-BE49-F238E27FC236}">
                <a16:creationId xmlns:a16="http://schemas.microsoft.com/office/drawing/2014/main" id="{27675855-6F81-4FAA-A0D1-526F424CE8E0}"/>
              </a:ext>
            </a:extLst>
          </p:cNvPr>
          <p:cNvSpPr>
            <a:spLocks xmlns:a="http://schemas.openxmlformats.org/drawingml/2006/main" noGrp="1"/>
          </p:cNvSpPr>
          <p:nvPr/>
        </p:nvSpPr>
        <p:spPr>
          <a:xfrm xmlns:a="http://schemas.openxmlformats.org/drawingml/2006/main">
            <a:off x="7477125" y="644842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FFFFFF"/>
                </a:solidFill>
                <a:latin typeface="Nimbus Sans"/>
                <a:ea typeface="Nimbus Sans"/>
                <a:cs typeface="Nimbus Sans"/>
              </a:defRPr>
            </a:defPPr>
            <a:lvl1pPr algn="r">
              <a:buNone/>
              <a:defRPr sz="1125" b="0">
                <a:solidFill>
                  <a:srgbClr val="FFFFFF"/>
                </a:solidFill>
                <a:latin typeface="Nimbus Sans"/>
                <a:ea typeface="Nimbus Sans"/>
                <a:cs typeface="Nimbus Sans"/>
              </a:defRPr>
            </a:lvl1pPr>
            <a:lvl2pPr algn="r">
              <a:buNone/>
              <a:defRPr sz="1125" b="0">
                <a:solidFill>
                  <a:srgbClr val="FFFFFF"/>
                </a:solidFill>
                <a:latin typeface="Nimbus Sans"/>
                <a:ea typeface="Nimbus Sans"/>
                <a:cs typeface="Nimbus Sans"/>
              </a:defRPr>
            </a:lvl2pPr>
            <a:lvl3pPr algn="r">
              <a:buNone/>
              <a:defRPr sz="1125" b="0">
                <a:solidFill>
                  <a:srgbClr val="FFFFFF"/>
                </a:solidFill>
                <a:latin typeface="Nimbus Sans"/>
                <a:ea typeface="Nimbus Sans"/>
                <a:cs typeface="Nimbus Sans"/>
              </a:defRPr>
            </a:lvl3pPr>
            <a:lvl4pPr algn="r">
              <a:buNone/>
              <a:defRPr sz="1125" b="0">
                <a:solidFill>
                  <a:srgbClr val="FFFFFF"/>
                </a:solidFill>
                <a:latin typeface="Nimbus Sans"/>
                <a:ea typeface="Nimbus Sans"/>
                <a:cs typeface="Nimbus Sans"/>
              </a:defRPr>
            </a:lvl4pPr>
            <a:lvl5pPr algn="r">
              <a:buNone/>
              <a:defRPr sz="1125" b="0">
                <a:solidFill>
                  <a:srgbClr val="FFFFFF"/>
                </a:solidFill>
                <a:latin typeface="Nimbus Sans"/>
                <a:ea typeface="Nimbus Sans"/>
                <a:cs typeface="Nimbus Sans"/>
              </a:defRPr>
            </a:lvl5pPr>
            <a:lvl6pPr algn="r">
              <a:buNone/>
              <a:defRPr sz="1125" b="0">
                <a:solidFill>
                  <a:srgbClr val="FFFFFF"/>
                </a:solidFill>
                <a:latin typeface="Nimbus Sans"/>
                <a:ea typeface="Nimbus Sans"/>
                <a:cs typeface="Nimbus Sans"/>
              </a:defRPr>
            </a:lvl6pPr>
            <a:lvl7pPr algn="r">
              <a:buNone/>
              <a:defRPr sz="1125" b="0">
                <a:solidFill>
                  <a:srgbClr val="FFFFFF"/>
                </a:solidFill>
                <a:latin typeface="Nimbus Sans"/>
                <a:ea typeface="Nimbus Sans"/>
                <a:cs typeface="Nimbus Sans"/>
              </a:defRPr>
            </a:lvl7pPr>
            <a:lvl8pPr algn="r">
              <a:buNone/>
              <a:defRPr sz="1125" b="0">
                <a:solidFill>
                  <a:srgbClr val="FFFFFF"/>
                </a:solidFill>
                <a:latin typeface="Nimbus Sans"/>
                <a:ea typeface="Nimbus Sans"/>
                <a:cs typeface="Nimbus Sans"/>
              </a:defRPr>
            </a:lvl8pPr>
            <a:lvl9pPr algn="r">
              <a:buNone/>
              <a:defRPr sz="1125" b="0">
                <a:solidFill>
                  <a:srgbClr val="FFFFFF"/>
                </a:solidFill>
                <a:latin typeface="Nimbus Sans"/>
                <a:ea typeface="Nimbus Sans"/>
                <a:cs typeface="Nimbus Sans"/>
              </a:defRPr>
            </a:lvl9pPr>
          </a:lstStyle>
          <a:p xmlns:a="http://schemas.openxmlformats.org/drawingml/2006/main">
            <a:pPr algn="r">
              <a:buNone/>
              <a:defRPr sz="1125" b="0">
                <a:solidFill>
                  <a:srgbClr val="FFFFFF"/>
                </a:solidFill>
                <a:latin typeface="Nimbus Sans"/>
                <a:ea typeface="Nimbus Sans"/>
                <a:cs typeface="Nimbus Sans"/>
              </a:defRPr>
            </a:pPr>
            <a:r>
              <a:rPr sz="1125" b="0">
                <a:solidFill>
                  <a:srgbClr val="FFFFFF"/>
                </a:solidFill>
                <a:latin typeface="Nimbus Sans"/>
                <a:ea typeface="Nimbus Sans"/>
                <a:cs typeface="Nimbus Sans"/>
              </a:rPr>
              <a:t>AI-generated concept illustration</a:t>
            </a:r>
          </a:p>
        </p:txBody>
      </p:sp>
    </p:spTree>
    <p:extLst>
      <p:ext uri="{BB962C8B-B14F-4D97-AF65-F5344CB8AC3E}">
        <p14:creationId xmlns:p14="http://schemas.microsoft.com/office/powerpoint/2010/main" val="1356404594"/>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The campus lost-and-found problem">
            <a:extLst xmlns:a="http://schemas.openxmlformats.org/drawingml/2006/main">
              <a:ext uri="{FF2B5EF4-FFF2-40B4-BE49-F238E27FC236}">
                <a16:creationId xmlns:a16="http://schemas.microsoft.com/office/drawing/2014/main" id="{C860E298-BA3C-4CC9-BF49-CFD87382681A}"/>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The campus lost-and-found problem</a:t>
            </a:r>
          </a:p>
        </p:txBody>
      </p:sp>
      <p:sp>
        <p:nvSpPr>
          <p:cNvPr id="2" name="02">
            <a:extLst xmlns:a="http://schemas.openxmlformats.org/drawingml/2006/main">
              <a:ext uri="{FF2B5EF4-FFF2-40B4-BE49-F238E27FC236}">
                <a16:creationId xmlns:a16="http://schemas.microsoft.com/office/drawing/2014/main" id="{F7D75C8D-66EF-485D-AFAF-1665872C77BA}"/>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02</a:t>
            </a:r>
          </a:p>
        </p:txBody>
      </p:sp>
      <p:pic>
        <p:nvPicPr>
          <p:cNvPr id="3" name="">
            <a:extLst xmlns:a="http://schemas.openxmlformats.org/drawingml/2006/main">
              <a:ext uri="{FF2B5EF4-FFF2-40B4-BE49-F238E27FC236}">
                <a16:creationId xmlns:a16="http://schemas.microsoft.com/office/drawing/2014/main" id="{DA73CE6C-998D-4D20-925A-4790577CCF29}"/>
              </a:ext>
            </a:extLst>
          </p:cNvPr>
          <p:cNvPicPr>
            <a:picLocks xmlns:a="http://schemas.openxmlformats.org/drawingml/2006/main" noChangeAspect="1"/>
          </p:cNvPicPr>
          <p:nvPr/>
        </p:nvPicPr>
        <p:blipFill>
          <a:blip xmlns:r="http://schemas.openxmlformats.org/officeDocument/2006/relationships" xmlns:a="http://schemas.openxmlformats.org/drawingml/2006/main" r:embed="Rd42543a80def4bd4"/>
          <a:srcRect xmlns:a="http://schemas.openxmlformats.org/drawingml/2006/main" l="4390" t="0" r="4390" b="0"/>
          <a:stretch xmlns:a="http://schemas.openxmlformats.org/drawingml/2006/main">
            <a:fillRect l="0" t="0" r="0" b="0"/>
          </a:stretch>
        </p:blipFill>
        <p:spPr>
          <a:xfrm xmlns:a="http://schemas.openxmlformats.org/drawingml/2006/main">
            <a:off x="6238875" y="1828800"/>
            <a:ext cx="5343525" cy="3905250"/>
          </a:xfrm>
          <a:prstGeom xmlns:a="http://schemas.openxmlformats.org/drawingml/2006/main" prst="rect">
            <a:avLst/>
          </a:prstGeom>
        </p:spPr>
      </p:pic>
      <p:sp>
        <p:nvSpPr>
          <p:cNvPr id="4" name="Finding the right item">
            <a:extLst xmlns:a="http://schemas.openxmlformats.org/drawingml/2006/main">
              <a:ext uri="{FF2B5EF4-FFF2-40B4-BE49-F238E27FC236}">
                <a16:creationId xmlns:a16="http://schemas.microsoft.com/office/drawing/2014/main" id="{AD1FE74C-9541-4D2A-8615-4B9FC5B7FB0C}"/>
              </a:ext>
            </a:extLst>
          </p:cNvPr>
          <p:cNvSpPr>
            <a:spLocks xmlns:a="http://schemas.openxmlformats.org/drawingml/2006/main" noGrp="1"/>
          </p:cNvSpPr>
          <p:nvPr/>
        </p:nvSpPr>
        <p:spPr>
          <a:xfrm xmlns:a="http://schemas.openxmlformats.org/drawingml/2006/main">
            <a:off x="609600" y="198120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3D33"/>
                </a:solidFill>
                <a:latin typeface="Nimbus Sans"/>
                <a:ea typeface="Nimbus Sans"/>
                <a:cs typeface="Nimbus Sans"/>
              </a:defRPr>
            </a:defPPr>
            <a:lvl1pPr algn="l">
              <a:buNone/>
              <a:defRPr sz="2325" b="1">
                <a:solidFill>
                  <a:srgbClr val="153D33"/>
                </a:solidFill>
                <a:latin typeface="Nimbus Sans"/>
                <a:ea typeface="Nimbus Sans"/>
                <a:cs typeface="Nimbus Sans"/>
              </a:defRPr>
            </a:lvl1pPr>
            <a:lvl2pPr algn="l">
              <a:buNone/>
              <a:defRPr sz="2325" b="1">
                <a:solidFill>
                  <a:srgbClr val="153D33"/>
                </a:solidFill>
                <a:latin typeface="Nimbus Sans"/>
                <a:ea typeface="Nimbus Sans"/>
                <a:cs typeface="Nimbus Sans"/>
              </a:defRPr>
            </a:lvl2pPr>
            <a:lvl3pPr algn="l">
              <a:buNone/>
              <a:defRPr sz="2325" b="1">
                <a:solidFill>
                  <a:srgbClr val="153D33"/>
                </a:solidFill>
                <a:latin typeface="Nimbus Sans"/>
                <a:ea typeface="Nimbus Sans"/>
                <a:cs typeface="Nimbus Sans"/>
              </a:defRPr>
            </a:lvl3pPr>
            <a:lvl4pPr algn="l">
              <a:buNone/>
              <a:defRPr sz="2325" b="1">
                <a:solidFill>
                  <a:srgbClr val="153D33"/>
                </a:solidFill>
                <a:latin typeface="Nimbus Sans"/>
                <a:ea typeface="Nimbus Sans"/>
                <a:cs typeface="Nimbus Sans"/>
              </a:defRPr>
            </a:lvl4pPr>
            <a:lvl5pPr algn="l">
              <a:buNone/>
              <a:defRPr sz="2325" b="1">
                <a:solidFill>
                  <a:srgbClr val="153D33"/>
                </a:solidFill>
                <a:latin typeface="Nimbus Sans"/>
                <a:ea typeface="Nimbus Sans"/>
                <a:cs typeface="Nimbus Sans"/>
              </a:defRPr>
            </a:lvl5pPr>
            <a:lvl6pPr algn="l">
              <a:buNone/>
              <a:defRPr sz="2325" b="1">
                <a:solidFill>
                  <a:srgbClr val="153D33"/>
                </a:solidFill>
                <a:latin typeface="Nimbus Sans"/>
                <a:ea typeface="Nimbus Sans"/>
                <a:cs typeface="Nimbus Sans"/>
              </a:defRPr>
            </a:lvl6pPr>
            <a:lvl7pPr algn="l">
              <a:buNone/>
              <a:defRPr sz="2325" b="1">
                <a:solidFill>
                  <a:srgbClr val="153D33"/>
                </a:solidFill>
                <a:latin typeface="Nimbus Sans"/>
                <a:ea typeface="Nimbus Sans"/>
                <a:cs typeface="Nimbus Sans"/>
              </a:defRPr>
            </a:lvl7pPr>
            <a:lvl8pPr algn="l">
              <a:buNone/>
              <a:defRPr sz="2325" b="1">
                <a:solidFill>
                  <a:srgbClr val="153D33"/>
                </a:solidFill>
                <a:latin typeface="Nimbus Sans"/>
                <a:ea typeface="Nimbus Sans"/>
                <a:cs typeface="Nimbus Sans"/>
              </a:defRPr>
            </a:lvl8pPr>
            <a:lvl9pPr algn="l">
              <a:buNone/>
              <a:defRPr sz="2325" b="1">
                <a:solidFill>
                  <a:srgbClr val="153D33"/>
                </a:solidFill>
                <a:latin typeface="Nimbus Sans"/>
                <a:ea typeface="Nimbus Sans"/>
                <a:cs typeface="Nimbus Sans"/>
              </a:defRPr>
            </a:lvl9pPr>
          </a:lstStyle>
          <a:p xmlns:a="http://schemas.openxmlformats.org/drawingml/2006/main">
            <a:pPr algn="l">
              <a:buNone/>
              <a:defRPr sz="2325" b="1">
                <a:solidFill>
                  <a:srgbClr val="153D33"/>
                </a:solidFill>
                <a:latin typeface="Nimbus Sans"/>
                <a:ea typeface="Nimbus Sans"/>
                <a:cs typeface="Nimbus Sans"/>
              </a:defRPr>
            </a:pPr>
            <a:r>
              <a:rPr sz="2325" b="1">
                <a:solidFill>
                  <a:srgbClr val="153D33"/>
                </a:solidFill>
                <a:latin typeface="Nimbus Sans"/>
                <a:ea typeface="Nimbus Sans"/>
                <a:cs typeface="Nimbus Sans"/>
              </a:rPr>
              <a:t>Finding the right item</a:t>
            </a:r>
          </a:p>
        </p:txBody>
      </p:sp>
      <p:sp>
        <p:nvSpPr>
          <p:cNvPr id="5" name="A person may remember a colour or a feature, b">
            <a:extLst xmlns:a="http://schemas.openxmlformats.org/drawingml/2006/main">
              <a:ext uri="{FF2B5EF4-FFF2-40B4-BE49-F238E27FC236}">
                <a16:creationId xmlns:a16="http://schemas.microsoft.com/office/drawing/2014/main" id="{992D7E0E-4419-49E3-9F94-6547EFD19251}"/>
              </a:ext>
            </a:extLst>
          </p:cNvPr>
          <p:cNvSpPr>
            <a:spLocks xmlns:a="http://schemas.openxmlformats.org/drawingml/2006/main" noGrp="1"/>
          </p:cNvSpPr>
          <p:nvPr/>
        </p:nvSpPr>
        <p:spPr>
          <a:xfrm xmlns:a="http://schemas.openxmlformats.org/drawingml/2006/main">
            <a:off x="609600" y="2514600"/>
            <a:ext cx="495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buNone/>
              <a:defRPr sz="2025" b="0">
                <a:solidFill>
                  <a:srgbClr val="5E7168"/>
                </a:solidFill>
                <a:latin typeface="Nimbus Sans"/>
                <a:ea typeface="Nimbus Sans"/>
                <a:cs typeface="Nimbus Sans"/>
              </a:defRPr>
            </a:lvl1pPr>
            <a:lvl2pPr algn="l">
              <a:buNone/>
              <a:defRPr sz="2025" b="0">
                <a:solidFill>
                  <a:srgbClr val="5E7168"/>
                </a:solidFill>
                <a:latin typeface="Nimbus Sans"/>
                <a:ea typeface="Nimbus Sans"/>
                <a:cs typeface="Nimbus Sans"/>
              </a:defRPr>
            </a:lvl2pPr>
            <a:lvl3pPr algn="l">
              <a:buNone/>
              <a:defRPr sz="2025" b="0">
                <a:solidFill>
                  <a:srgbClr val="5E7168"/>
                </a:solidFill>
                <a:latin typeface="Nimbus Sans"/>
                <a:ea typeface="Nimbus Sans"/>
                <a:cs typeface="Nimbus Sans"/>
              </a:defRPr>
            </a:lvl3pPr>
            <a:lvl4pPr algn="l">
              <a:buNone/>
              <a:defRPr sz="2025" b="0">
                <a:solidFill>
                  <a:srgbClr val="5E7168"/>
                </a:solidFill>
                <a:latin typeface="Nimbus Sans"/>
                <a:ea typeface="Nimbus Sans"/>
                <a:cs typeface="Nimbus Sans"/>
              </a:defRPr>
            </a:lvl4pPr>
            <a:lvl5pPr algn="l">
              <a:buNone/>
              <a:defRPr sz="2025" b="0">
                <a:solidFill>
                  <a:srgbClr val="5E7168"/>
                </a:solidFill>
                <a:latin typeface="Nimbus Sans"/>
                <a:ea typeface="Nimbus Sans"/>
                <a:cs typeface="Nimbus Sans"/>
              </a:defRPr>
            </a:lvl5pPr>
            <a:lvl6pPr algn="l">
              <a:buNone/>
              <a:defRPr sz="2025" b="0">
                <a:solidFill>
                  <a:srgbClr val="5E7168"/>
                </a:solidFill>
                <a:latin typeface="Nimbus Sans"/>
                <a:ea typeface="Nimbus Sans"/>
                <a:cs typeface="Nimbus Sans"/>
              </a:defRPr>
            </a:lvl6pPr>
            <a:lvl7pPr algn="l">
              <a:buNone/>
              <a:defRPr sz="2025" b="0">
                <a:solidFill>
                  <a:srgbClr val="5E7168"/>
                </a:solidFill>
                <a:latin typeface="Nimbus Sans"/>
                <a:ea typeface="Nimbus Sans"/>
                <a:cs typeface="Nimbus Sans"/>
              </a:defRPr>
            </a:lvl7pPr>
            <a:lvl8pPr algn="l">
              <a:buNone/>
              <a:defRPr sz="2025" b="0">
                <a:solidFill>
                  <a:srgbClr val="5E7168"/>
                </a:solidFill>
                <a:latin typeface="Nimbus Sans"/>
                <a:ea typeface="Nimbus Sans"/>
                <a:cs typeface="Nimbus Sans"/>
              </a:defRPr>
            </a:lvl8pPr>
            <a:lvl9pPr algn="l">
              <a:buNone/>
              <a:defRPr sz="2025" b="0">
                <a:solidFill>
                  <a:srgbClr val="5E7168"/>
                </a:solidFill>
                <a:latin typeface="Nimbus Sans"/>
                <a:ea typeface="Nimbus Sans"/>
                <a:cs typeface="Nimbus Sans"/>
              </a:defRPr>
            </a:lvl9pPr>
          </a:lstStyle>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 person may remember a colour or a feature, but not the exact category name.</a:t>
            </a:r>
          </a:p>
        </p:txBody>
      </p:sp>
      <p:sp>
        <p:nvSpPr>
          <p:cNvPr id="6" name="">
            <a:extLst xmlns:a="http://schemas.openxmlformats.org/drawingml/2006/main">
              <a:ext uri="{FF2B5EF4-FFF2-40B4-BE49-F238E27FC236}">
                <a16:creationId xmlns:a16="http://schemas.microsoft.com/office/drawing/2014/main" id="{FD9D86AE-0666-4EDE-980A-658857ACE9E9}"/>
              </a:ext>
            </a:extLst>
          </p:cNvPr>
          <p:cNvSpPr>
            <a:spLocks xmlns:a="http://schemas.openxmlformats.org/drawingml/2006/main" noGrp="1"/>
          </p:cNvSpPr>
          <p:nvPr/>
        </p:nvSpPr>
        <p:spPr>
          <a:xfrm xmlns:a="http://schemas.openxmlformats.org/drawingml/2006/main">
            <a:off x="609600" y="3733800"/>
            <a:ext cx="4953000" cy="0"/>
          </a:xfrm>
          <a:prstGeom xmlns:a="http://schemas.openxmlformats.org/drawingml/2006/main" prst="line">
            <a:avLst/>
          </a:prstGeom>
          <a:ln xmlns:a="http://schemas.openxmlformats.org/drawingml/2006/main" w="9525">
            <a:solidFill>
              <a:srgbClr val="CDD8CE"/>
            </a:solidFill>
            <a:prstDash val="solid"/>
          </a:ln>
        </p:spPr>
      </p:sp>
      <p:sp>
        <p:nvSpPr>
          <p:cNvPr id="7" name="Completing the handover">
            <a:extLst xmlns:a="http://schemas.openxmlformats.org/drawingml/2006/main">
              <a:ext uri="{FF2B5EF4-FFF2-40B4-BE49-F238E27FC236}">
                <a16:creationId xmlns:a16="http://schemas.microsoft.com/office/drawing/2014/main" id="{8D23D5EE-5477-48EA-A0A9-EE1DD3077499}"/>
              </a:ext>
            </a:extLst>
          </p:cNvPr>
          <p:cNvSpPr>
            <a:spLocks xmlns:a="http://schemas.openxmlformats.org/drawingml/2006/main" noGrp="1"/>
          </p:cNvSpPr>
          <p:nvPr/>
        </p:nvSpPr>
        <p:spPr>
          <a:xfrm xmlns:a="http://schemas.openxmlformats.org/drawingml/2006/main">
            <a:off x="609600" y="4019550"/>
            <a:ext cx="5191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3D33"/>
                </a:solidFill>
                <a:latin typeface="Nimbus Sans"/>
                <a:ea typeface="Nimbus Sans"/>
                <a:cs typeface="Nimbus Sans"/>
              </a:defRPr>
            </a:defPPr>
            <a:lvl1pPr algn="l">
              <a:buNone/>
              <a:defRPr sz="2325" b="1">
                <a:solidFill>
                  <a:srgbClr val="153D33"/>
                </a:solidFill>
                <a:latin typeface="Nimbus Sans"/>
                <a:ea typeface="Nimbus Sans"/>
                <a:cs typeface="Nimbus Sans"/>
              </a:defRPr>
            </a:lvl1pPr>
            <a:lvl2pPr algn="l">
              <a:buNone/>
              <a:defRPr sz="2325" b="1">
                <a:solidFill>
                  <a:srgbClr val="153D33"/>
                </a:solidFill>
                <a:latin typeface="Nimbus Sans"/>
                <a:ea typeface="Nimbus Sans"/>
                <a:cs typeface="Nimbus Sans"/>
              </a:defRPr>
            </a:lvl2pPr>
            <a:lvl3pPr algn="l">
              <a:buNone/>
              <a:defRPr sz="2325" b="1">
                <a:solidFill>
                  <a:srgbClr val="153D33"/>
                </a:solidFill>
                <a:latin typeface="Nimbus Sans"/>
                <a:ea typeface="Nimbus Sans"/>
                <a:cs typeface="Nimbus Sans"/>
              </a:defRPr>
            </a:lvl3pPr>
            <a:lvl4pPr algn="l">
              <a:buNone/>
              <a:defRPr sz="2325" b="1">
                <a:solidFill>
                  <a:srgbClr val="153D33"/>
                </a:solidFill>
                <a:latin typeface="Nimbus Sans"/>
                <a:ea typeface="Nimbus Sans"/>
                <a:cs typeface="Nimbus Sans"/>
              </a:defRPr>
            </a:lvl4pPr>
            <a:lvl5pPr algn="l">
              <a:buNone/>
              <a:defRPr sz="2325" b="1">
                <a:solidFill>
                  <a:srgbClr val="153D33"/>
                </a:solidFill>
                <a:latin typeface="Nimbus Sans"/>
                <a:ea typeface="Nimbus Sans"/>
                <a:cs typeface="Nimbus Sans"/>
              </a:defRPr>
            </a:lvl5pPr>
            <a:lvl6pPr algn="l">
              <a:buNone/>
              <a:defRPr sz="2325" b="1">
                <a:solidFill>
                  <a:srgbClr val="153D33"/>
                </a:solidFill>
                <a:latin typeface="Nimbus Sans"/>
                <a:ea typeface="Nimbus Sans"/>
                <a:cs typeface="Nimbus Sans"/>
              </a:defRPr>
            </a:lvl6pPr>
            <a:lvl7pPr algn="l">
              <a:buNone/>
              <a:defRPr sz="2325" b="1">
                <a:solidFill>
                  <a:srgbClr val="153D33"/>
                </a:solidFill>
                <a:latin typeface="Nimbus Sans"/>
                <a:ea typeface="Nimbus Sans"/>
                <a:cs typeface="Nimbus Sans"/>
              </a:defRPr>
            </a:lvl7pPr>
            <a:lvl8pPr algn="l">
              <a:buNone/>
              <a:defRPr sz="2325" b="1">
                <a:solidFill>
                  <a:srgbClr val="153D33"/>
                </a:solidFill>
                <a:latin typeface="Nimbus Sans"/>
                <a:ea typeface="Nimbus Sans"/>
                <a:cs typeface="Nimbus Sans"/>
              </a:defRPr>
            </a:lvl8pPr>
            <a:lvl9pPr algn="l">
              <a:buNone/>
              <a:defRPr sz="2325" b="1">
                <a:solidFill>
                  <a:srgbClr val="153D33"/>
                </a:solidFill>
                <a:latin typeface="Nimbus Sans"/>
                <a:ea typeface="Nimbus Sans"/>
                <a:cs typeface="Nimbus Sans"/>
              </a:defRPr>
            </a:lvl9pPr>
          </a:lstStyle>
          <a:p xmlns:a="http://schemas.openxmlformats.org/drawingml/2006/main">
            <a:pPr algn="l">
              <a:buNone/>
              <a:defRPr sz="2325" b="1">
                <a:solidFill>
                  <a:srgbClr val="153D33"/>
                </a:solidFill>
                <a:latin typeface="Nimbus Sans"/>
                <a:ea typeface="Nimbus Sans"/>
                <a:cs typeface="Nimbus Sans"/>
              </a:defRPr>
            </a:pPr>
            <a:r>
              <a:rPr sz="2325" b="1">
                <a:solidFill>
                  <a:srgbClr val="153D33"/>
                </a:solidFill>
                <a:latin typeface="Nimbus Sans"/>
                <a:ea typeface="Nimbus Sans"/>
                <a:cs typeface="Nimbus Sans"/>
              </a:rPr>
              <a:t>Completing the handover</a:t>
            </a:r>
          </a:p>
        </p:txBody>
      </p:sp>
      <p:sp>
        <p:nvSpPr>
          <p:cNvPr id="8" name="A searchable record also needs a known storage">
            <a:extLst xmlns:a="http://schemas.openxmlformats.org/drawingml/2006/main">
              <a:ext uri="{FF2B5EF4-FFF2-40B4-BE49-F238E27FC236}">
                <a16:creationId xmlns:a16="http://schemas.microsoft.com/office/drawing/2014/main" id="{536D3EEE-5FF3-40AF-92DA-2922287456E1}"/>
              </a:ext>
            </a:extLst>
          </p:cNvPr>
          <p:cNvSpPr>
            <a:spLocks xmlns:a="http://schemas.openxmlformats.org/drawingml/2006/main" noGrp="1"/>
          </p:cNvSpPr>
          <p:nvPr/>
        </p:nvSpPr>
        <p:spPr>
          <a:xfrm xmlns:a="http://schemas.openxmlformats.org/drawingml/2006/main">
            <a:off x="609600" y="4552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buNone/>
              <a:defRPr sz="2025" b="0">
                <a:solidFill>
                  <a:srgbClr val="5E7168"/>
                </a:solidFill>
                <a:latin typeface="Nimbus Sans"/>
                <a:ea typeface="Nimbus Sans"/>
                <a:cs typeface="Nimbus Sans"/>
              </a:defRPr>
            </a:lvl1pPr>
            <a:lvl2pPr algn="l">
              <a:buNone/>
              <a:defRPr sz="2025" b="0">
                <a:solidFill>
                  <a:srgbClr val="5E7168"/>
                </a:solidFill>
                <a:latin typeface="Nimbus Sans"/>
                <a:ea typeface="Nimbus Sans"/>
                <a:cs typeface="Nimbus Sans"/>
              </a:defRPr>
            </a:lvl2pPr>
            <a:lvl3pPr algn="l">
              <a:buNone/>
              <a:defRPr sz="2025" b="0">
                <a:solidFill>
                  <a:srgbClr val="5E7168"/>
                </a:solidFill>
                <a:latin typeface="Nimbus Sans"/>
                <a:ea typeface="Nimbus Sans"/>
                <a:cs typeface="Nimbus Sans"/>
              </a:defRPr>
            </a:lvl3pPr>
            <a:lvl4pPr algn="l">
              <a:buNone/>
              <a:defRPr sz="2025" b="0">
                <a:solidFill>
                  <a:srgbClr val="5E7168"/>
                </a:solidFill>
                <a:latin typeface="Nimbus Sans"/>
                <a:ea typeface="Nimbus Sans"/>
                <a:cs typeface="Nimbus Sans"/>
              </a:defRPr>
            </a:lvl4pPr>
            <a:lvl5pPr algn="l">
              <a:buNone/>
              <a:defRPr sz="2025" b="0">
                <a:solidFill>
                  <a:srgbClr val="5E7168"/>
                </a:solidFill>
                <a:latin typeface="Nimbus Sans"/>
                <a:ea typeface="Nimbus Sans"/>
                <a:cs typeface="Nimbus Sans"/>
              </a:defRPr>
            </a:lvl5pPr>
            <a:lvl6pPr algn="l">
              <a:buNone/>
              <a:defRPr sz="2025" b="0">
                <a:solidFill>
                  <a:srgbClr val="5E7168"/>
                </a:solidFill>
                <a:latin typeface="Nimbus Sans"/>
                <a:ea typeface="Nimbus Sans"/>
                <a:cs typeface="Nimbus Sans"/>
              </a:defRPr>
            </a:lvl6pPr>
            <a:lvl7pPr algn="l">
              <a:buNone/>
              <a:defRPr sz="2025" b="0">
                <a:solidFill>
                  <a:srgbClr val="5E7168"/>
                </a:solidFill>
                <a:latin typeface="Nimbus Sans"/>
                <a:ea typeface="Nimbus Sans"/>
                <a:cs typeface="Nimbus Sans"/>
              </a:defRPr>
            </a:lvl7pPr>
            <a:lvl8pPr algn="l">
              <a:buNone/>
              <a:defRPr sz="2025" b="0">
                <a:solidFill>
                  <a:srgbClr val="5E7168"/>
                </a:solidFill>
                <a:latin typeface="Nimbus Sans"/>
                <a:ea typeface="Nimbus Sans"/>
                <a:cs typeface="Nimbus Sans"/>
              </a:defRPr>
            </a:lvl8pPr>
            <a:lvl9pPr algn="l">
              <a:buNone/>
              <a:defRPr sz="2025" b="0">
                <a:solidFill>
                  <a:srgbClr val="5E7168"/>
                </a:solidFill>
                <a:latin typeface="Nimbus Sans"/>
                <a:ea typeface="Nimbus Sans"/>
                <a:cs typeface="Nimbus Sans"/>
              </a:defRPr>
            </a:lvl9pPr>
          </a:lstStyle>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 searchable record also needs a known storage location and an explicit collection step.</a:t>
            </a:r>
          </a:p>
        </p:txBody>
      </p:sp>
      <p:sp>
        <p:nvSpPr>
          <p:cNvPr id="9" name="Design goal: help visitors register, find and ">
            <a:extLst xmlns:a="http://schemas.openxmlformats.org/drawingml/2006/main">
              <a:ext uri="{FF2B5EF4-FFF2-40B4-BE49-F238E27FC236}">
                <a16:creationId xmlns:a16="http://schemas.microsoft.com/office/drawing/2014/main" id="{649A8F93-999F-4E93-AC0B-994EAE66AE23}"/>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24745B"/>
                </a:solidFill>
                <a:latin typeface="Nimbus Sans"/>
                <a:ea typeface="Nimbus Sans"/>
                <a:cs typeface="Nimbus Sans"/>
              </a:defRPr>
            </a:defPPr>
            <a:lvl1pPr algn="l">
              <a:buNone/>
              <a:defRPr sz="1950" b="1">
                <a:solidFill>
                  <a:srgbClr val="24745B"/>
                </a:solidFill>
                <a:latin typeface="Nimbus Sans"/>
                <a:ea typeface="Nimbus Sans"/>
                <a:cs typeface="Nimbus Sans"/>
              </a:defRPr>
            </a:lvl1pPr>
            <a:lvl2pPr algn="l">
              <a:buNone/>
              <a:defRPr sz="1950" b="1">
                <a:solidFill>
                  <a:srgbClr val="24745B"/>
                </a:solidFill>
                <a:latin typeface="Nimbus Sans"/>
                <a:ea typeface="Nimbus Sans"/>
                <a:cs typeface="Nimbus Sans"/>
              </a:defRPr>
            </a:lvl2pPr>
            <a:lvl3pPr algn="l">
              <a:buNone/>
              <a:defRPr sz="1950" b="1">
                <a:solidFill>
                  <a:srgbClr val="24745B"/>
                </a:solidFill>
                <a:latin typeface="Nimbus Sans"/>
                <a:ea typeface="Nimbus Sans"/>
                <a:cs typeface="Nimbus Sans"/>
              </a:defRPr>
            </a:lvl3pPr>
            <a:lvl4pPr algn="l">
              <a:buNone/>
              <a:defRPr sz="1950" b="1">
                <a:solidFill>
                  <a:srgbClr val="24745B"/>
                </a:solidFill>
                <a:latin typeface="Nimbus Sans"/>
                <a:ea typeface="Nimbus Sans"/>
                <a:cs typeface="Nimbus Sans"/>
              </a:defRPr>
            </a:lvl4pPr>
            <a:lvl5pPr algn="l">
              <a:buNone/>
              <a:defRPr sz="1950" b="1">
                <a:solidFill>
                  <a:srgbClr val="24745B"/>
                </a:solidFill>
                <a:latin typeface="Nimbus Sans"/>
                <a:ea typeface="Nimbus Sans"/>
                <a:cs typeface="Nimbus Sans"/>
              </a:defRPr>
            </a:lvl5pPr>
            <a:lvl6pPr algn="l">
              <a:buNone/>
              <a:defRPr sz="1950" b="1">
                <a:solidFill>
                  <a:srgbClr val="24745B"/>
                </a:solidFill>
                <a:latin typeface="Nimbus Sans"/>
                <a:ea typeface="Nimbus Sans"/>
                <a:cs typeface="Nimbus Sans"/>
              </a:defRPr>
            </a:lvl6pPr>
            <a:lvl7pPr algn="l">
              <a:buNone/>
              <a:defRPr sz="1950" b="1">
                <a:solidFill>
                  <a:srgbClr val="24745B"/>
                </a:solidFill>
                <a:latin typeface="Nimbus Sans"/>
                <a:ea typeface="Nimbus Sans"/>
                <a:cs typeface="Nimbus Sans"/>
              </a:defRPr>
            </a:lvl7pPr>
            <a:lvl8pPr algn="l">
              <a:buNone/>
              <a:defRPr sz="1950" b="1">
                <a:solidFill>
                  <a:srgbClr val="24745B"/>
                </a:solidFill>
                <a:latin typeface="Nimbus Sans"/>
                <a:ea typeface="Nimbus Sans"/>
                <a:cs typeface="Nimbus Sans"/>
              </a:defRPr>
            </a:lvl8pPr>
            <a:lvl9pPr algn="l">
              <a:buNone/>
              <a:defRPr sz="1950" b="1">
                <a:solidFill>
                  <a:srgbClr val="24745B"/>
                </a:solidFill>
                <a:latin typeface="Nimbus Sans"/>
                <a:ea typeface="Nimbus Sans"/>
                <a:cs typeface="Nimbus Sans"/>
              </a:defRPr>
            </a:lvl9pPr>
          </a:lstStyle>
          <a:p xmlns:a="http://schemas.openxmlformats.org/drawingml/2006/main">
            <a:pPr algn="l">
              <a:buNone/>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Design goal: help visitors register, find and retrieve an item at one station.</a:t>
            </a:r>
          </a:p>
        </p:txBody>
      </p:sp>
      <p:sp>
        <p:nvSpPr>
          <p:cNvPr id="10" name="AI-generated illustration">
            <a:extLst xmlns:a="http://schemas.openxmlformats.org/drawingml/2006/main">
              <a:ext uri="{FF2B5EF4-FFF2-40B4-BE49-F238E27FC236}">
                <a16:creationId xmlns:a16="http://schemas.microsoft.com/office/drawing/2014/main" id="{9A67D69B-AB4B-45AF-8AFC-D6EF7BB09CEB}"/>
              </a:ext>
            </a:extLst>
          </p:cNvPr>
          <p:cNvSpPr>
            <a:spLocks xmlns:a="http://schemas.openxmlformats.org/drawingml/2006/main" noGrp="1"/>
          </p:cNvSpPr>
          <p:nvPr/>
        </p:nvSpPr>
        <p:spPr>
          <a:xfrm xmlns:a="http://schemas.openxmlformats.org/drawingml/2006/main">
            <a:off x="8477250" y="579120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5E7168"/>
                </a:solidFill>
                <a:latin typeface="Nimbus Sans"/>
                <a:ea typeface="Nimbus Sans"/>
                <a:cs typeface="Nimbus Sans"/>
              </a:defRPr>
            </a:defPPr>
            <a:lvl1pPr algn="r">
              <a:buNone/>
              <a:defRPr sz="1125" b="0">
                <a:solidFill>
                  <a:srgbClr val="5E7168"/>
                </a:solidFill>
                <a:latin typeface="Nimbus Sans"/>
                <a:ea typeface="Nimbus Sans"/>
                <a:cs typeface="Nimbus Sans"/>
              </a:defRPr>
            </a:lvl1pPr>
            <a:lvl2pPr algn="r">
              <a:buNone/>
              <a:defRPr sz="1125" b="0">
                <a:solidFill>
                  <a:srgbClr val="5E7168"/>
                </a:solidFill>
                <a:latin typeface="Nimbus Sans"/>
                <a:ea typeface="Nimbus Sans"/>
                <a:cs typeface="Nimbus Sans"/>
              </a:defRPr>
            </a:lvl2pPr>
            <a:lvl3pPr algn="r">
              <a:buNone/>
              <a:defRPr sz="1125" b="0">
                <a:solidFill>
                  <a:srgbClr val="5E7168"/>
                </a:solidFill>
                <a:latin typeface="Nimbus Sans"/>
                <a:ea typeface="Nimbus Sans"/>
                <a:cs typeface="Nimbus Sans"/>
              </a:defRPr>
            </a:lvl3pPr>
            <a:lvl4pPr algn="r">
              <a:buNone/>
              <a:defRPr sz="1125" b="0">
                <a:solidFill>
                  <a:srgbClr val="5E7168"/>
                </a:solidFill>
                <a:latin typeface="Nimbus Sans"/>
                <a:ea typeface="Nimbus Sans"/>
                <a:cs typeface="Nimbus Sans"/>
              </a:defRPr>
            </a:lvl4pPr>
            <a:lvl5pPr algn="r">
              <a:buNone/>
              <a:defRPr sz="1125" b="0">
                <a:solidFill>
                  <a:srgbClr val="5E7168"/>
                </a:solidFill>
                <a:latin typeface="Nimbus Sans"/>
                <a:ea typeface="Nimbus Sans"/>
                <a:cs typeface="Nimbus Sans"/>
              </a:defRPr>
            </a:lvl5pPr>
            <a:lvl6pPr algn="r">
              <a:buNone/>
              <a:defRPr sz="1125" b="0">
                <a:solidFill>
                  <a:srgbClr val="5E7168"/>
                </a:solidFill>
                <a:latin typeface="Nimbus Sans"/>
                <a:ea typeface="Nimbus Sans"/>
                <a:cs typeface="Nimbus Sans"/>
              </a:defRPr>
            </a:lvl6pPr>
            <a:lvl7pPr algn="r">
              <a:buNone/>
              <a:defRPr sz="1125" b="0">
                <a:solidFill>
                  <a:srgbClr val="5E7168"/>
                </a:solidFill>
                <a:latin typeface="Nimbus Sans"/>
                <a:ea typeface="Nimbus Sans"/>
                <a:cs typeface="Nimbus Sans"/>
              </a:defRPr>
            </a:lvl7pPr>
            <a:lvl8pPr algn="r">
              <a:buNone/>
              <a:defRPr sz="1125" b="0">
                <a:solidFill>
                  <a:srgbClr val="5E7168"/>
                </a:solidFill>
                <a:latin typeface="Nimbus Sans"/>
                <a:ea typeface="Nimbus Sans"/>
                <a:cs typeface="Nimbus Sans"/>
              </a:defRPr>
            </a:lvl8pPr>
            <a:lvl9pPr algn="r">
              <a:buNone/>
              <a:defRPr sz="1125" b="0">
                <a:solidFill>
                  <a:srgbClr val="5E7168"/>
                </a:solidFill>
                <a:latin typeface="Nimbus Sans"/>
                <a:ea typeface="Nimbus Sans"/>
                <a:cs typeface="Nimbus Sans"/>
              </a:defRPr>
            </a:lvl9pPr>
          </a:lstStyle>
          <a:p xmlns:a="http://schemas.openxmlformats.org/drawingml/2006/main">
            <a:pPr algn="r">
              <a:buNone/>
              <a:defRPr sz="1125" b="0">
                <a:solidFill>
                  <a:srgbClr val="5E7168"/>
                </a:solidFill>
                <a:latin typeface="Nimbus Sans"/>
                <a:ea typeface="Nimbus Sans"/>
                <a:cs typeface="Nimbus Sans"/>
              </a:defRPr>
            </a:pPr>
            <a:r>
              <a:rPr sz="1125" b="0">
                <a:solidFill>
                  <a:srgbClr val="5E7168"/>
                </a:solidFill>
                <a:latin typeface="Nimbus Sans"/>
                <a:ea typeface="Nimbus Sans"/>
                <a:cs typeface="Nimbus Sans"/>
              </a:rPr>
              <a:t>AI-generated illustration</a:t>
            </a:r>
          </a:p>
        </p:txBody>
      </p:sp>
    </p:spTree>
    <p:extLst>
      <p:ext uri="{BB962C8B-B14F-4D97-AF65-F5344CB8AC3E}">
        <p14:creationId xmlns:p14="http://schemas.microsoft.com/office/powerpoint/2010/main" val="357521218"/>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DBCBA59A-8693-4B2D-A9F3-A5C8187A4A32}"/>
              </a:ext>
            </a:extLst>
          </p:cNvPr>
          <p:cNvCxnSpPr>
            <a:stCxn xmlns:a="http://schemas.openxmlformats.org/drawingml/2006/main" id="15" idx="3"/>
            <a:endCxn xmlns:a="http://schemas.openxmlformats.org/drawingml/2006/main" id="16" idx="1"/>
          </p:cNvCxnSpPr>
          <p:nvPr/>
        </p:nvCxnSpPr>
        <p:spPr>
          <a:xfrm xmlns:a="http://schemas.openxmlformats.org/drawingml/2006/main">
            <a:off x="8753475"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EE4177BB-11A8-40B4-B2B6-A75EBEA5EC1A}"/>
              </a:ext>
            </a:extLst>
          </p:cNvPr>
          <p:cNvCxnSpPr>
            <a:stCxn xmlns:a="http://schemas.openxmlformats.org/drawingml/2006/main" id="14" idx="3"/>
            <a:endCxn xmlns:a="http://schemas.openxmlformats.org/drawingml/2006/main" id="15" idx="1"/>
          </p:cNvCxnSpPr>
          <p:nvPr/>
        </p:nvCxnSpPr>
        <p:spPr>
          <a:xfrm xmlns:a="http://schemas.openxmlformats.org/drawingml/2006/main">
            <a:off x="5943600"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F53829E9-2D91-43AB-9D6E-75E896ABBDA7}"/>
              </a:ext>
            </a:extLst>
          </p:cNvPr>
          <p:cNvCxnSpPr>
            <a:stCxn xmlns:a="http://schemas.openxmlformats.org/drawingml/2006/main" id="13" idx="3"/>
            <a:endCxn xmlns:a="http://schemas.openxmlformats.org/drawingml/2006/main" id="14" idx="1"/>
          </p:cNvCxnSpPr>
          <p:nvPr/>
        </p:nvCxnSpPr>
        <p:spPr>
          <a:xfrm xmlns:a="http://schemas.openxmlformats.org/drawingml/2006/main">
            <a:off x="3133725" y="4772025"/>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0D741D1-9281-486D-B19C-6B6995E628E6}"/>
              </a:ext>
            </a:extLst>
          </p:cNvPr>
          <p:cNvCxnSpPr>
            <a:stCxn xmlns:a="http://schemas.openxmlformats.org/drawingml/2006/main" id="7" idx="3"/>
            <a:endCxn xmlns:a="http://schemas.openxmlformats.org/drawingml/2006/main" id="8" idx="1"/>
          </p:cNvCxnSpPr>
          <p:nvPr/>
        </p:nvCxnSpPr>
        <p:spPr>
          <a:xfrm xmlns:a="http://schemas.openxmlformats.org/drawingml/2006/main">
            <a:off x="8753475"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04C7F6A-6E1D-47F7-8053-76D14CC5748E}"/>
              </a:ext>
            </a:extLst>
          </p:cNvPr>
          <p:cNvCxnSpPr>
            <a:stCxn xmlns:a="http://schemas.openxmlformats.org/drawingml/2006/main" id="6" idx="3"/>
            <a:endCxn xmlns:a="http://schemas.openxmlformats.org/drawingml/2006/main" id="7" idx="1"/>
          </p:cNvCxnSpPr>
          <p:nvPr/>
        </p:nvCxnSpPr>
        <p:spPr>
          <a:xfrm xmlns:a="http://schemas.openxmlformats.org/drawingml/2006/main">
            <a:off x="5943600"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D40609F-85A2-48D0-947E-68D61DBE8043}"/>
              </a:ext>
            </a:extLst>
          </p:cNvPr>
          <p:cNvCxnSpPr>
            <a:stCxn xmlns:a="http://schemas.openxmlformats.org/drawingml/2006/main" id="5" idx="3"/>
            <a:endCxn xmlns:a="http://schemas.openxmlformats.org/drawingml/2006/main" id="6" idx="1"/>
          </p:cNvCxnSpPr>
          <p:nvPr/>
        </p:nvCxnSpPr>
        <p:spPr>
          <a:xfrm xmlns:a="http://schemas.openxmlformats.org/drawingml/2006/main">
            <a:off x="3133725" y="2895600"/>
            <a:ext cx="285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21" name="The visitor journey">
            <a:extLst xmlns:a="http://schemas.openxmlformats.org/drawingml/2006/main">
              <a:ext uri="{FF2B5EF4-FFF2-40B4-BE49-F238E27FC236}">
                <a16:creationId xmlns:a16="http://schemas.microsoft.com/office/drawing/2014/main" id="{B8CC127A-F6BC-4931-86D2-47BC000A088A}"/>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The visitor journey</a:t>
            </a:r>
          </a:p>
        </p:txBody>
      </p:sp>
      <p:sp>
        <p:nvSpPr>
          <p:cNvPr id="2" name="Two tasks share one inventory and one compartm">
            <a:extLst xmlns:a="http://schemas.openxmlformats.org/drawingml/2006/main">
              <a:ext uri="{FF2B5EF4-FFF2-40B4-BE49-F238E27FC236}">
                <a16:creationId xmlns:a16="http://schemas.microsoft.com/office/drawing/2014/main" id="{22FF3CBE-86D5-4E82-88CA-4C0B7E74EBC1}"/>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Two tasks share one inventory and one compartment workflow</a:t>
            </a:r>
          </a:p>
        </p:txBody>
      </p:sp>
      <p:sp>
        <p:nvSpPr>
          <p:cNvPr id="3" name="03">
            <a:extLst xmlns:a="http://schemas.openxmlformats.org/drawingml/2006/main">
              <a:ext uri="{FF2B5EF4-FFF2-40B4-BE49-F238E27FC236}">
                <a16:creationId xmlns:a16="http://schemas.microsoft.com/office/drawing/2014/main" id="{1538928E-9514-4F62-9FAC-7DC4DE000757}"/>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03</a:t>
            </a:r>
          </a:p>
        </p:txBody>
      </p:sp>
      <p:sp>
        <p:nvSpPr>
          <p:cNvPr id="4" name="FOUND AN ITEM">
            <a:extLst xmlns:a="http://schemas.openxmlformats.org/drawingml/2006/main">
              <a:ext uri="{FF2B5EF4-FFF2-40B4-BE49-F238E27FC236}">
                <a16:creationId xmlns:a16="http://schemas.microsoft.com/office/drawing/2014/main" id="{C1521A60-81D8-41FF-A41F-4D8D00E68C9C}"/>
              </a:ext>
            </a:extLst>
          </p:cNvPr>
          <p:cNvSpPr>
            <a:spLocks xmlns:a="http://schemas.openxmlformats.org/drawingml/2006/main" noGrp="1"/>
          </p:cNvSpPr>
          <p:nvPr/>
        </p:nvSpPr>
        <p:spPr>
          <a:xfrm xmlns:a="http://schemas.openxmlformats.org/drawingml/2006/main">
            <a:off x="609600" y="19526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24745B"/>
                </a:solidFill>
                <a:latin typeface="Nimbus Sans"/>
                <a:ea typeface="Nimbus Sans"/>
                <a:cs typeface="Nimbus Sans"/>
              </a:defRPr>
            </a:defPPr>
            <a:lvl1pPr algn="l">
              <a:buNone/>
              <a:defRPr sz="1425" b="1">
                <a:solidFill>
                  <a:srgbClr val="24745B"/>
                </a:solidFill>
                <a:latin typeface="Nimbus Sans"/>
                <a:ea typeface="Nimbus Sans"/>
                <a:cs typeface="Nimbus Sans"/>
              </a:defRPr>
            </a:lvl1pPr>
            <a:lvl2pPr algn="l">
              <a:buNone/>
              <a:defRPr sz="1425" b="1">
                <a:solidFill>
                  <a:srgbClr val="24745B"/>
                </a:solidFill>
                <a:latin typeface="Nimbus Sans"/>
                <a:ea typeface="Nimbus Sans"/>
                <a:cs typeface="Nimbus Sans"/>
              </a:defRPr>
            </a:lvl2pPr>
            <a:lvl3pPr algn="l">
              <a:buNone/>
              <a:defRPr sz="1425" b="1">
                <a:solidFill>
                  <a:srgbClr val="24745B"/>
                </a:solidFill>
                <a:latin typeface="Nimbus Sans"/>
                <a:ea typeface="Nimbus Sans"/>
                <a:cs typeface="Nimbus Sans"/>
              </a:defRPr>
            </a:lvl3pPr>
            <a:lvl4pPr algn="l">
              <a:buNone/>
              <a:defRPr sz="1425" b="1">
                <a:solidFill>
                  <a:srgbClr val="24745B"/>
                </a:solidFill>
                <a:latin typeface="Nimbus Sans"/>
                <a:ea typeface="Nimbus Sans"/>
                <a:cs typeface="Nimbus Sans"/>
              </a:defRPr>
            </a:lvl4pPr>
            <a:lvl5pPr algn="l">
              <a:buNone/>
              <a:defRPr sz="1425" b="1">
                <a:solidFill>
                  <a:srgbClr val="24745B"/>
                </a:solidFill>
                <a:latin typeface="Nimbus Sans"/>
                <a:ea typeface="Nimbus Sans"/>
                <a:cs typeface="Nimbus Sans"/>
              </a:defRPr>
            </a:lvl5pPr>
            <a:lvl6pPr algn="l">
              <a:buNone/>
              <a:defRPr sz="1425" b="1">
                <a:solidFill>
                  <a:srgbClr val="24745B"/>
                </a:solidFill>
                <a:latin typeface="Nimbus Sans"/>
                <a:ea typeface="Nimbus Sans"/>
                <a:cs typeface="Nimbus Sans"/>
              </a:defRPr>
            </a:lvl6pPr>
            <a:lvl7pPr algn="l">
              <a:buNone/>
              <a:defRPr sz="1425" b="1">
                <a:solidFill>
                  <a:srgbClr val="24745B"/>
                </a:solidFill>
                <a:latin typeface="Nimbus Sans"/>
                <a:ea typeface="Nimbus Sans"/>
                <a:cs typeface="Nimbus Sans"/>
              </a:defRPr>
            </a:lvl7pPr>
            <a:lvl8pPr algn="l">
              <a:buNone/>
              <a:defRPr sz="1425" b="1">
                <a:solidFill>
                  <a:srgbClr val="24745B"/>
                </a:solidFill>
                <a:latin typeface="Nimbus Sans"/>
                <a:ea typeface="Nimbus Sans"/>
                <a:cs typeface="Nimbus Sans"/>
              </a:defRPr>
            </a:lvl8pPr>
            <a:lvl9pPr algn="l">
              <a:buNone/>
              <a:defRPr sz="1425" b="1">
                <a:solidFill>
                  <a:srgbClr val="24745B"/>
                </a:solidFill>
                <a:latin typeface="Nimbus Sans"/>
                <a:ea typeface="Nimbus Sans"/>
                <a:cs typeface="Nimbus Sans"/>
              </a:defRPr>
            </a:lvl9pPr>
          </a:lstStyle>
          <a:p xmlns:a="http://schemas.openxmlformats.org/drawingml/2006/main">
            <a:pPr algn="l">
              <a:buNone/>
              <a:defRPr sz="1425" b="1">
                <a:solidFill>
                  <a:srgbClr val="24745B"/>
                </a:solidFill>
                <a:latin typeface="Nimbus Sans"/>
                <a:ea typeface="Nimbus Sans"/>
                <a:cs typeface="Nimbus Sans"/>
              </a:defRPr>
            </a:pPr>
            <a:r>
              <a:rPr sz="1425" b="1">
                <a:solidFill>
                  <a:srgbClr val="24745B"/>
                </a:solidFill>
                <a:latin typeface="Nimbus Sans"/>
                <a:ea typeface="Nimbus Sans"/>
                <a:cs typeface="Nimbus Sans"/>
              </a:rPr>
              <a:t>FOUND AN ITEM</a:t>
            </a:r>
          </a:p>
        </p:txBody>
      </p:sp>
      <p:sp>
        <p:nvSpPr>
          <p:cNvPr id="5" name="">
            <a:extLst xmlns:a="http://schemas.openxmlformats.org/drawingml/2006/main">
              <a:ext uri="{FF2B5EF4-FFF2-40B4-BE49-F238E27FC236}">
                <a16:creationId xmlns:a16="http://schemas.microsoft.com/office/drawing/2014/main" id="{99FA9F24-A79D-4B39-A482-A76662E0C09C}"/>
              </a:ext>
            </a:extLst>
          </p:cNvPr>
          <p:cNvSpPr>
            <a:spLocks xmlns:a="http://schemas.openxmlformats.org/drawingml/2006/main" noGrp="1"/>
          </p:cNvSpPr>
          <p:nvPr/>
        </p:nvSpPr>
        <p:spPr>
          <a:xfrm xmlns:a="http://schemas.openxmlformats.org/drawingml/2006/main">
            <a:off x="609600"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Take a photo</a:t>
            </a:r>
          </a:p>
        </p:txBody>
      </p:sp>
      <p:sp>
        <p:nvSpPr>
          <p:cNvPr id="6" name="">
            <a:extLst xmlns:a="http://schemas.openxmlformats.org/drawingml/2006/main">
              <a:ext uri="{FF2B5EF4-FFF2-40B4-BE49-F238E27FC236}">
                <a16:creationId xmlns:a16="http://schemas.microsoft.com/office/drawing/2014/main" id="{979DAE43-6134-43F7-9A4F-3784DB0F88B3}"/>
              </a:ext>
            </a:extLst>
          </p:cNvPr>
          <p:cNvSpPr>
            <a:spLocks xmlns:a="http://schemas.openxmlformats.org/drawingml/2006/main" noGrp="1"/>
          </p:cNvSpPr>
          <p:nvPr/>
        </p:nvSpPr>
        <p:spPr>
          <a:xfrm xmlns:a="http://schemas.openxmlformats.org/drawingml/2006/main">
            <a:off x="3419475"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Save and tag</a:t>
            </a:r>
          </a:p>
        </p:txBody>
      </p:sp>
      <p:sp>
        <p:nvSpPr>
          <p:cNvPr id="7" name="">
            <a:extLst xmlns:a="http://schemas.openxmlformats.org/drawingml/2006/main">
              <a:ext uri="{FF2B5EF4-FFF2-40B4-BE49-F238E27FC236}">
                <a16:creationId xmlns:a16="http://schemas.microsoft.com/office/drawing/2014/main" id="{3273C16E-14D3-4C01-8252-5BB16C8044E0}"/>
              </a:ext>
            </a:extLst>
          </p:cNvPr>
          <p:cNvSpPr>
            <a:spLocks xmlns:a="http://schemas.openxmlformats.org/drawingml/2006/main" noGrp="1"/>
          </p:cNvSpPr>
          <p:nvPr/>
        </p:nvSpPr>
        <p:spPr>
          <a:xfrm xmlns:a="http://schemas.openxmlformats.org/drawingml/2006/main">
            <a:off x="6229350"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Allocate a slot</a:t>
            </a:r>
          </a:p>
        </p:txBody>
      </p:sp>
      <p:sp>
        <p:nvSpPr>
          <p:cNvPr id="8" name="">
            <a:extLst xmlns:a="http://schemas.openxmlformats.org/drawingml/2006/main">
              <a:ext uri="{FF2B5EF4-FFF2-40B4-BE49-F238E27FC236}">
                <a16:creationId xmlns:a16="http://schemas.microsoft.com/office/drawing/2014/main" id="{9F30D040-1961-4057-BE99-F76A9294FA1E}"/>
              </a:ext>
            </a:extLst>
          </p:cNvPr>
          <p:cNvSpPr>
            <a:spLocks xmlns:a="http://schemas.openxmlformats.org/drawingml/2006/main" noGrp="1"/>
          </p:cNvSpPr>
          <p:nvPr/>
        </p:nvSpPr>
        <p:spPr>
          <a:xfrm xmlns:a="http://schemas.openxmlformats.org/drawingml/2006/main">
            <a:off x="9039225" y="2447925"/>
            <a:ext cx="2524125" cy="8953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Place and confirm</a:t>
            </a:r>
          </a:p>
        </p:txBody>
      </p:sp>
      <p:sp>
        <p:nvSpPr>
          <p:cNvPr id="12" name="LOST AN ITEM">
            <a:extLst xmlns:a="http://schemas.openxmlformats.org/drawingml/2006/main">
              <a:ext uri="{FF2B5EF4-FFF2-40B4-BE49-F238E27FC236}">
                <a16:creationId xmlns:a16="http://schemas.microsoft.com/office/drawing/2014/main" id="{44BD04AE-6D79-4AF2-8B50-88EA50D83646}"/>
              </a:ext>
            </a:extLst>
          </p:cNvPr>
          <p:cNvSpPr>
            <a:spLocks xmlns:a="http://schemas.openxmlformats.org/drawingml/2006/main" noGrp="1"/>
          </p:cNvSpPr>
          <p:nvPr/>
        </p:nvSpPr>
        <p:spPr>
          <a:xfrm xmlns:a="http://schemas.openxmlformats.org/drawingml/2006/main">
            <a:off x="609600" y="3829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24745B"/>
                </a:solidFill>
                <a:latin typeface="Nimbus Sans"/>
                <a:ea typeface="Nimbus Sans"/>
                <a:cs typeface="Nimbus Sans"/>
              </a:defRPr>
            </a:defPPr>
            <a:lvl1pPr algn="l">
              <a:buNone/>
              <a:defRPr sz="1425" b="1">
                <a:solidFill>
                  <a:srgbClr val="24745B"/>
                </a:solidFill>
                <a:latin typeface="Nimbus Sans"/>
                <a:ea typeface="Nimbus Sans"/>
                <a:cs typeface="Nimbus Sans"/>
              </a:defRPr>
            </a:lvl1pPr>
            <a:lvl2pPr algn="l">
              <a:buNone/>
              <a:defRPr sz="1425" b="1">
                <a:solidFill>
                  <a:srgbClr val="24745B"/>
                </a:solidFill>
                <a:latin typeface="Nimbus Sans"/>
                <a:ea typeface="Nimbus Sans"/>
                <a:cs typeface="Nimbus Sans"/>
              </a:defRPr>
            </a:lvl2pPr>
            <a:lvl3pPr algn="l">
              <a:buNone/>
              <a:defRPr sz="1425" b="1">
                <a:solidFill>
                  <a:srgbClr val="24745B"/>
                </a:solidFill>
                <a:latin typeface="Nimbus Sans"/>
                <a:ea typeface="Nimbus Sans"/>
                <a:cs typeface="Nimbus Sans"/>
              </a:defRPr>
            </a:lvl3pPr>
            <a:lvl4pPr algn="l">
              <a:buNone/>
              <a:defRPr sz="1425" b="1">
                <a:solidFill>
                  <a:srgbClr val="24745B"/>
                </a:solidFill>
                <a:latin typeface="Nimbus Sans"/>
                <a:ea typeface="Nimbus Sans"/>
                <a:cs typeface="Nimbus Sans"/>
              </a:defRPr>
            </a:lvl4pPr>
            <a:lvl5pPr algn="l">
              <a:buNone/>
              <a:defRPr sz="1425" b="1">
                <a:solidFill>
                  <a:srgbClr val="24745B"/>
                </a:solidFill>
                <a:latin typeface="Nimbus Sans"/>
                <a:ea typeface="Nimbus Sans"/>
                <a:cs typeface="Nimbus Sans"/>
              </a:defRPr>
            </a:lvl5pPr>
            <a:lvl6pPr algn="l">
              <a:buNone/>
              <a:defRPr sz="1425" b="1">
                <a:solidFill>
                  <a:srgbClr val="24745B"/>
                </a:solidFill>
                <a:latin typeface="Nimbus Sans"/>
                <a:ea typeface="Nimbus Sans"/>
                <a:cs typeface="Nimbus Sans"/>
              </a:defRPr>
            </a:lvl6pPr>
            <a:lvl7pPr algn="l">
              <a:buNone/>
              <a:defRPr sz="1425" b="1">
                <a:solidFill>
                  <a:srgbClr val="24745B"/>
                </a:solidFill>
                <a:latin typeface="Nimbus Sans"/>
                <a:ea typeface="Nimbus Sans"/>
                <a:cs typeface="Nimbus Sans"/>
              </a:defRPr>
            </a:lvl7pPr>
            <a:lvl8pPr algn="l">
              <a:buNone/>
              <a:defRPr sz="1425" b="1">
                <a:solidFill>
                  <a:srgbClr val="24745B"/>
                </a:solidFill>
                <a:latin typeface="Nimbus Sans"/>
                <a:ea typeface="Nimbus Sans"/>
                <a:cs typeface="Nimbus Sans"/>
              </a:defRPr>
            </a:lvl8pPr>
            <a:lvl9pPr algn="l">
              <a:buNone/>
              <a:defRPr sz="1425" b="1">
                <a:solidFill>
                  <a:srgbClr val="24745B"/>
                </a:solidFill>
                <a:latin typeface="Nimbus Sans"/>
                <a:ea typeface="Nimbus Sans"/>
                <a:cs typeface="Nimbus Sans"/>
              </a:defRPr>
            </a:lvl9pPr>
          </a:lstStyle>
          <a:p xmlns:a="http://schemas.openxmlformats.org/drawingml/2006/main">
            <a:pPr algn="l">
              <a:buNone/>
              <a:defRPr sz="1425" b="1">
                <a:solidFill>
                  <a:srgbClr val="24745B"/>
                </a:solidFill>
                <a:latin typeface="Nimbus Sans"/>
                <a:ea typeface="Nimbus Sans"/>
                <a:cs typeface="Nimbus Sans"/>
              </a:defRPr>
            </a:pPr>
            <a:r>
              <a:rPr sz="1425" b="1">
                <a:solidFill>
                  <a:srgbClr val="24745B"/>
                </a:solidFill>
                <a:latin typeface="Nimbus Sans"/>
                <a:ea typeface="Nimbus Sans"/>
                <a:cs typeface="Nimbus Sans"/>
              </a:rPr>
              <a:t>LOST AN ITEM</a:t>
            </a:r>
          </a:p>
        </p:txBody>
      </p:sp>
      <p:sp>
        <p:nvSpPr>
          <p:cNvPr id="13" name="">
            <a:extLst xmlns:a="http://schemas.openxmlformats.org/drawingml/2006/main">
              <a:ext uri="{FF2B5EF4-FFF2-40B4-BE49-F238E27FC236}">
                <a16:creationId xmlns:a16="http://schemas.microsoft.com/office/drawing/2014/main" id="{3053DB5F-7196-4D49-BE84-D34667C4E717}"/>
              </a:ext>
            </a:extLst>
          </p:cNvPr>
          <p:cNvSpPr>
            <a:spLocks xmlns:a="http://schemas.openxmlformats.org/drawingml/2006/main" noGrp="1"/>
          </p:cNvSpPr>
          <p:nvPr/>
        </p:nvSpPr>
        <p:spPr>
          <a:xfrm xmlns:a="http://schemas.openxmlformats.org/drawingml/2006/main">
            <a:off x="609600"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buNone/>
              <a:defRPr sz="1875" b="1">
                <a:solidFill>
                  <a:srgbClr val="153D33"/>
                </a:solidFill>
                <a:latin typeface="Nimbus Sans"/>
                <a:ea typeface="Nimbus Sans"/>
                <a:cs typeface="Nimbus Sans"/>
              </a:defRPr>
            </a:lvl1pPr>
            <a:lvl2pPr algn="ctr">
              <a:buNone/>
              <a:defRPr sz="1875" b="1">
                <a:solidFill>
                  <a:srgbClr val="153D33"/>
                </a:solidFill>
                <a:latin typeface="Nimbus Sans"/>
                <a:ea typeface="Nimbus Sans"/>
                <a:cs typeface="Nimbus Sans"/>
              </a:defRPr>
            </a:lvl2pPr>
            <a:lvl3pPr algn="ctr">
              <a:buNone/>
              <a:defRPr sz="1875" b="1">
                <a:solidFill>
                  <a:srgbClr val="153D33"/>
                </a:solidFill>
                <a:latin typeface="Nimbus Sans"/>
                <a:ea typeface="Nimbus Sans"/>
                <a:cs typeface="Nimbus Sans"/>
              </a:defRPr>
            </a:lvl3pPr>
            <a:lvl4pPr algn="ctr">
              <a:buNone/>
              <a:defRPr sz="1875" b="1">
                <a:solidFill>
                  <a:srgbClr val="153D33"/>
                </a:solidFill>
                <a:latin typeface="Nimbus Sans"/>
                <a:ea typeface="Nimbus Sans"/>
                <a:cs typeface="Nimbus Sans"/>
              </a:defRPr>
            </a:lvl4pPr>
            <a:lvl5pPr algn="ctr">
              <a:buNone/>
              <a:defRPr sz="1875" b="1">
                <a:solidFill>
                  <a:srgbClr val="153D33"/>
                </a:solidFill>
                <a:latin typeface="Nimbus Sans"/>
                <a:ea typeface="Nimbus Sans"/>
                <a:cs typeface="Nimbus Sans"/>
              </a:defRPr>
            </a:lvl5pPr>
            <a:lvl6pPr algn="ctr">
              <a:buNone/>
              <a:defRPr sz="1875" b="1">
                <a:solidFill>
                  <a:srgbClr val="153D33"/>
                </a:solidFill>
                <a:latin typeface="Nimbus Sans"/>
                <a:ea typeface="Nimbus Sans"/>
                <a:cs typeface="Nimbus Sans"/>
              </a:defRPr>
            </a:lvl6pPr>
            <a:lvl7pPr algn="ctr">
              <a:buNone/>
              <a:defRPr sz="1875" b="1">
                <a:solidFill>
                  <a:srgbClr val="153D33"/>
                </a:solidFill>
                <a:latin typeface="Nimbus Sans"/>
                <a:ea typeface="Nimbus Sans"/>
                <a:cs typeface="Nimbus Sans"/>
              </a:defRPr>
            </a:lvl7pPr>
            <a:lvl8pPr algn="ctr">
              <a:buNone/>
              <a:defRPr sz="1875" b="1">
                <a:solidFill>
                  <a:srgbClr val="153D33"/>
                </a:solidFill>
                <a:latin typeface="Nimbus Sans"/>
                <a:ea typeface="Nimbus Sans"/>
                <a:cs typeface="Nimbus Sans"/>
              </a:defRPr>
            </a:lvl8pPr>
            <a:lvl9pPr algn="ctr">
              <a:buNone/>
              <a:defRPr sz="1875" b="1">
                <a:solidFill>
                  <a:srgbClr val="153D33"/>
                </a:solidFill>
                <a:latin typeface="Nimbus Sans"/>
                <a:ea typeface="Nimbus Sans"/>
                <a:cs typeface="Nimbus Sans"/>
              </a:defRPr>
            </a:lvl9pPr>
          </a:lstStyle>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Speak or type</a:t>
            </a:r>
          </a:p>
        </p:txBody>
      </p:sp>
      <p:sp>
        <p:nvSpPr>
          <p:cNvPr id="14" name="">
            <a:extLst xmlns:a="http://schemas.openxmlformats.org/drawingml/2006/main">
              <a:ext uri="{FF2B5EF4-FFF2-40B4-BE49-F238E27FC236}">
                <a16:creationId xmlns:a16="http://schemas.microsoft.com/office/drawing/2014/main" id="{C02FD175-DD61-45FB-87B3-6FD2B9EDC7CD}"/>
              </a:ext>
            </a:extLst>
          </p:cNvPr>
          <p:cNvSpPr>
            <a:spLocks xmlns:a="http://schemas.openxmlformats.org/drawingml/2006/main" noGrp="1"/>
          </p:cNvSpPr>
          <p:nvPr/>
        </p:nvSpPr>
        <p:spPr>
          <a:xfrm xmlns:a="http://schemas.openxmlformats.org/drawingml/2006/main">
            <a:off x="3419475"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buNone/>
              <a:defRPr sz="1875" b="1">
                <a:solidFill>
                  <a:srgbClr val="153D33"/>
                </a:solidFill>
                <a:latin typeface="Nimbus Sans"/>
                <a:ea typeface="Nimbus Sans"/>
                <a:cs typeface="Nimbus Sans"/>
              </a:defRPr>
            </a:lvl1pPr>
            <a:lvl2pPr algn="ctr">
              <a:buNone/>
              <a:defRPr sz="1875" b="1">
                <a:solidFill>
                  <a:srgbClr val="153D33"/>
                </a:solidFill>
                <a:latin typeface="Nimbus Sans"/>
                <a:ea typeface="Nimbus Sans"/>
                <a:cs typeface="Nimbus Sans"/>
              </a:defRPr>
            </a:lvl2pPr>
            <a:lvl3pPr algn="ctr">
              <a:buNone/>
              <a:defRPr sz="1875" b="1">
                <a:solidFill>
                  <a:srgbClr val="153D33"/>
                </a:solidFill>
                <a:latin typeface="Nimbus Sans"/>
                <a:ea typeface="Nimbus Sans"/>
                <a:cs typeface="Nimbus Sans"/>
              </a:defRPr>
            </a:lvl3pPr>
            <a:lvl4pPr algn="ctr">
              <a:buNone/>
              <a:defRPr sz="1875" b="1">
                <a:solidFill>
                  <a:srgbClr val="153D33"/>
                </a:solidFill>
                <a:latin typeface="Nimbus Sans"/>
                <a:ea typeface="Nimbus Sans"/>
                <a:cs typeface="Nimbus Sans"/>
              </a:defRPr>
            </a:lvl4pPr>
            <a:lvl5pPr algn="ctr">
              <a:buNone/>
              <a:defRPr sz="1875" b="1">
                <a:solidFill>
                  <a:srgbClr val="153D33"/>
                </a:solidFill>
                <a:latin typeface="Nimbus Sans"/>
                <a:ea typeface="Nimbus Sans"/>
                <a:cs typeface="Nimbus Sans"/>
              </a:defRPr>
            </a:lvl5pPr>
            <a:lvl6pPr algn="ctr">
              <a:buNone/>
              <a:defRPr sz="1875" b="1">
                <a:solidFill>
                  <a:srgbClr val="153D33"/>
                </a:solidFill>
                <a:latin typeface="Nimbus Sans"/>
                <a:ea typeface="Nimbus Sans"/>
                <a:cs typeface="Nimbus Sans"/>
              </a:defRPr>
            </a:lvl6pPr>
            <a:lvl7pPr algn="ctr">
              <a:buNone/>
              <a:defRPr sz="1875" b="1">
                <a:solidFill>
                  <a:srgbClr val="153D33"/>
                </a:solidFill>
                <a:latin typeface="Nimbus Sans"/>
                <a:ea typeface="Nimbus Sans"/>
                <a:cs typeface="Nimbus Sans"/>
              </a:defRPr>
            </a:lvl7pPr>
            <a:lvl8pPr algn="ctr">
              <a:buNone/>
              <a:defRPr sz="1875" b="1">
                <a:solidFill>
                  <a:srgbClr val="153D33"/>
                </a:solidFill>
                <a:latin typeface="Nimbus Sans"/>
                <a:ea typeface="Nimbus Sans"/>
                <a:cs typeface="Nimbus Sans"/>
              </a:defRPr>
            </a:lvl8pPr>
            <a:lvl9pPr algn="ctr">
              <a:buNone/>
              <a:defRPr sz="1875" b="1">
                <a:solidFill>
                  <a:srgbClr val="153D33"/>
                </a:solidFill>
                <a:latin typeface="Nimbus Sans"/>
                <a:ea typeface="Nimbus Sans"/>
                <a:cs typeface="Nimbus Sans"/>
              </a:defRPr>
            </a:lvl9pPr>
          </a:lstStyle>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Compare matches</a:t>
            </a:r>
          </a:p>
        </p:txBody>
      </p:sp>
      <p:sp>
        <p:nvSpPr>
          <p:cNvPr id="15" name="">
            <a:extLst xmlns:a="http://schemas.openxmlformats.org/drawingml/2006/main">
              <a:ext uri="{FF2B5EF4-FFF2-40B4-BE49-F238E27FC236}">
                <a16:creationId xmlns:a16="http://schemas.microsoft.com/office/drawing/2014/main" id="{56954F72-5E93-4F64-86FD-2092CF0F2007}"/>
              </a:ext>
            </a:extLst>
          </p:cNvPr>
          <p:cNvSpPr>
            <a:spLocks xmlns:a="http://schemas.openxmlformats.org/drawingml/2006/main" noGrp="1"/>
          </p:cNvSpPr>
          <p:nvPr/>
        </p:nvSpPr>
        <p:spPr>
          <a:xfrm xmlns:a="http://schemas.openxmlformats.org/drawingml/2006/main">
            <a:off x="6229350"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buNone/>
              <a:defRPr sz="1875" b="1">
                <a:solidFill>
                  <a:srgbClr val="153D33"/>
                </a:solidFill>
                <a:latin typeface="Nimbus Sans"/>
                <a:ea typeface="Nimbus Sans"/>
                <a:cs typeface="Nimbus Sans"/>
              </a:defRPr>
            </a:lvl1pPr>
            <a:lvl2pPr algn="ctr">
              <a:buNone/>
              <a:defRPr sz="1875" b="1">
                <a:solidFill>
                  <a:srgbClr val="153D33"/>
                </a:solidFill>
                <a:latin typeface="Nimbus Sans"/>
                <a:ea typeface="Nimbus Sans"/>
                <a:cs typeface="Nimbus Sans"/>
              </a:defRPr>
            </a:lvl2pPr>
            <a:lvl3pPr algn="ctr">
              <a:buNone/>
              <a:defRPr sz="1875" b="1">
                <a:solidFill>
                  <a:srgbClr val="153D33"/>
                </a:solidFill>
                <a:latin typeface="Nimbus Sans"/>
                <a:ea typeface="Nimbus Sans"/>
                <a:cs typeface="Nimbus Sans"/>
              </a:defRPr>
            </a:lvl3pPr>
            <a:lvl4pPr algn="ctr">
              <a:buNone/>
              <a:defRPr sz="1875" b="1">
                <a:solidFill>
                  <a:srgbClr val="153D33"/>
                </a:solidFill>
                <a:latin typeface="Nimbus Sans"/>
                <a:ea typeface="Nimbus Sans"/>
                <a:cs typeface="Nimbus Sans"/>
              </a:defRPr>
            </a:lvl4pPr>
            <a:lvl5pPr algn="ctr">
              <a:buNone/>
              <a:defRPr sz="1875" b="1">
                <a:solidFill>
                  <a:srgbClr val="153D33"/>
                </a:solidFill>
                <a:latin typeface="Nimbus Sans"/>
                <a:ea typeface="Nimbus Sans"/>
                <a:cs typeface="Nimbus Sans"/>
              </a:defRPr>
            </a:lvl5pPr>
            <a:lvl6pPr algn="ctr">
              <a:buNone/>
              <a:defRPr sz="1875" b="1">
                <a:solidFill>
                  <a:srgbClr val="153D33"/>
                </a:solidFill>
                <a:latin typeface="Nimbus Sans"/>
                <a:ea typeface="Nimbus Sans"/>
                <a:cs typeface="Nimbus Sans"/>
              </a:defRPr>
            </a:lvl6pPr>
            <a:lvl7pPr algn="ctr">
              <a:buNone/>
              <a:defRPr sz="1875" b="1">
                <a:solidFill>
                  <a:srgbClr val="153D33"/>
                </a:solidFill>
                <a:latin typeface="Nimbus Sans"/>
                <a:ea typeface="Nimbus Sans"/>
                <a:cs typeface="Nimbus Sans"/>
              </a:defRPr>
            </a:lvl7pPr>
            <a:lvl8pPr algn="ctr">
              <a:buNone/>
              <a:defRPr sz="1875" b="1">
                <a:solidFill>
                  <a:srgbClr val="153D33"/>
                </a:solidFill>
                <a:latin typeface="Nimbus Sans"/>
                <a:ea typeface="Nimbus Sans"/>
                <a:cs typeface="Nimbus Sans"/>
              </a:defRPr>
            </a:lvl8pPr>
            <a:lvl9pPr algn="ctr">
              <a:buNone/>
              <a:defRPr sz="1875" b="1">
                <a:solidFill>
                  <a:srgbClr val="153D33"/>
                </a:solidFill>
                <a:latin typeface="Nimbus Sans"/>
                <a:ea typeface="Nimbus Sans"/>
                <a:cs typeface="Nimbus Sans"/>
              </a:defRPr>
            </a:lvl9pPr>
          </a:lstStyle>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Confirm and unlock</a:t>
            </a:r>
          </a:p>
        </p:txBody>
      </p:sp>
      <p:sp>
        <p:nvSpPr>
          <p:cNvPr id="16" name="">
            <a:extLst xmlns:a="http://schemas.openxmlformats.org/drawingml/2006/main">
              <a:ext uri="{FF2B5EF4-FFF2-40B4-BE49-F238E27FC236}">
                <a16:creationId xmlns:a16="http://schemas.microsoft.com/office/drawing/2014/main" id="{6B61FE3D-B150-4413-B290-03E7C63FA50D}"/>
              </a:ext>
            </a:extLst>
          </p:cNvPr>
          <p:cNvSpPr>
            <a:spLocks xmlns:a="http://schemas.openxmlformats.org/drawingml/2006/main" noGrp="1"/>
          </p:cNvSpPr>
          <p:nvPr/>
        </p:nvSpPr>
        <p:spPr>
          <a:xfrm xmlns:a="http://schemas.openxmlformats.org/drawingml/2006/main">
            <a:off x="9039225" y="4324350"/>
            <a:ext cx="252412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buNone/>
              <a:defRPr sz="1875" b="1">
                <a:solidFill>
                  <a:srgbClr val="153D33"/>
                </a:solidFill>
                <a:latin typeface="Nimbus Sans"/>
                <a:ea typeface="Nimbus Sans"/>
                <a:cs typeface="Nimbus Sans"/>
              </a:defRPr>
            </a:lvl1pPr>
            <a:lvl2pPr algn="ctr">
              <a:buNone/>
              <a:defRPr sz="1875" b="1">
                <a:solidFill>
                  <a:srgbClr val="153D33"/>
                </a:solidFill>
                <a:latin typeface="Nimbus Sans"/>
                <a:ea typeface="Nimbus Sans"/>
                <a:cs typeface="Nimbus Sans"/>
              </a:defRPr>
            </a:lvl2pPr>
            <a:lvl3pPr algn="ctr">
              <a:buNone/>
              <a:defRPr sz="1875" b="1">
                <a:solidFill>
                  <a:srgbClr val="153D33"/>
                </a:solidFill>
                <a:latin typeface="Nimbus Sans"/>
                <a:ea typeface="Nimbus Sans"/>
                <a:cs typeface="Nimbus Sans"/>
              </a:defRPr>
            </a:lvl3pPr>
            <a:lvl4pPr algn="ctr">
              <a:buNone/>
              <a:defRPr sz="1875" b="1">
                <a:solidFill>
                  <a:srgbClr val="153D33"/>
                </a:solidFill>
                <a:latin typeface="Nimbus Sans"/>
                <a:ea typeface="Nimbus Sans"/>
                <a:cs typeface="Nimbus Sans"/>
              </a:defRPr>
            </a:lvl4pPr>
            <a:lvl5pPr algn="ctr">
              <a:buNone/>
              <a:defRPr sz="1875" b="1">
                <a:solidFill>
                  <a:srgbClr val="153D33"/>
                </a:solidFill>
                <a:latin typeface="Nimbus Sans"/>
                <a:ea typeface="Nimbus Sans"/>
                <a:cs typeface="Nimbus Sans"/>
              </a:defRPr>
            </a:lvl5pPr>
            <a:lvl6pPr algn="ctr">
              <a:buNone/>
              <a:defRPr sz="1875" b="1">
                <a:solidFill>
                  <a:srgbClr val="153D33"/>
                </a:solidFill>
                <a:latin typeface="Nimbus Sans"/>
                <a:ea typeface="Nimbus Sans"/>
                <a:cs typeface="Nimbus Sans"/>
              </a:defRPr>
            </a:lvl6pPr>
            <a:lvl7pPr algn="ctr">
              <a:buNone/>
              <a:defRPr sz="1875" b="1">
                <a:solidFill>
                  <a:srgbClr val="153D33"/>
                </a:solidFill>
                <a:latin typeface="Nimbus Sans"/>
                <a:ea typeface="Nimbus Sans"/>
                <a:cs typeface="Nimbus Sans"/>
              </a:defRPr>
            </a:lvl7pPr>
            <a:lvl8pPr algn="ctr">
              <a:buNone/>
              <a:defRPr sz="1875" b="1">
                <a:solidFill>
                  <a:srgbClr val="153D33"/>
                </a:solidFill>
                <a:latin typeface="Nimbus Sans"/>
                <a:ea typeface="Nimbus Sans"/>
                <a:cs typeface="Nimbus Sans"/>
              </a:defRPr>
            </a:lvl8pPr>
            <a:lvl9pPr algn="ctr">
              <a:buNone/>
              <a:defRPr sz="1875" b="1">
                <a:solidFill>
                  <a:srgbClr val="153D33"/>
                </a:solidFill>
                <a:latin typeface="Nimbus Sans"/>
                <a:ea typeface="Nimbus Sans"/>
                <a:cs typeface="Nimbus Sans"/>
              </a:defRPr>
            </a:lvl9pPr>
          </a:lstStyle>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Collect and confirm</a:t>
            </a:r>
          </a:p>
        </p:txBody>
      </p:sp>
      <p:sp>
        <p:nvSpPr>
          <p:cNvPr id="20" name="Visitors confirm physical completion. AI sugge">
            <a:extLst xmlns:a="http://schemas.openxmlformats.org/drawingml/2006/main">
              <a:ext uri="{FF2B5EF4-FFF2-40B4-BE49-F238E27FC236}">
                <a16:creationId xmlns:a16="http://schemas.microsoft.com/office/drawing/2014/main" id="{C2E4F29A-7729-4804-BA95-34837555C5D2}"/>
              </a:ext>
            </a:extLst>
          </p:cNvPr>
          <p:cNvSpPr>
            <a:spLocks xmlns:a="http://schemas.openxmlformats.org/drawingml/2006/main" noGrp="1"/>
          </p:cNvSpPr>
          <p:nvPr/>
        </p:nvSpPr>
        <p:spPr>
          <a:xfrm xmlns:a="http://schemas.openxmlformats.org/drawingml/2006/main">
            <a:off x="609600" y="573405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buNone/>
              <a:defRPr sz="2025" b="1">
                <a:solidFill>
                  <a:srgbClr val="153D33"/>
                </a:solidFill>
                <a:latin typeface="Nimbus Sans"/>
                <a:ea typeface="Nimbus Sans"/>
                <a:cs typeface="Nimbus Sans"/>
              </a:defRPr>
            </a:lvl1pPr>
            <a:lvl2pPr algn="l">
              <a:buNone/>
              <a:defRPr sz="2025" b="1">
                <a:solidFill>
                  <a:srgbClr val="153D33"/>
                </a:solidFill>
                <a:latin typeface="Nimbus Sans"/>
                <a:ea typeface="Nimbus Sans"/>
                <a:cs typeface="Nimbus Sans"/>
              </a:defRPr>
            </a:lvl2pPr>
            <a:lvl3pPr algn="l">
              <a:buNone/>
              <a:defRPr sz="2025" b="1">
                <a:solidFill>
                  <a:srgbClr val="153D33"/>
                </a:solidFill>
                <a:latin typeface="Nimbus Sans"/>
                <a:ea typeface="Nimbus Sans"/>
                <a:cs typeface="Nimbus Sans"/>
              </a:defRPr>
            </a:lvl3pPr>
            <a:lvl4pPr algn="l">
              <a:buNone/>
              <a:defRPr sz="2025" b="1">
                <a:solidFill>
                  <a:srgbClr val="153D33"/>
                </a:solidFill>
                <a:latin typeface="Nimbus Sans"/>
                <a:ea typeface="Nimbus Sans"/>
                <a:cs typeface="Nimbus Sans"/>
              </a:defRPr>
            </a:lvl4pPr>
            <a:lvl5pPr algn="l">
              <a:buNone/>
              <a:defRPr sz="2025" b="1">
                <a:solidFill>
                  <a:srgbClr val="153D33"/>
                </a:solidFill>
                <a:latin typeface="Nimbus Sans"/>
                <a:ea typeface="Nimbus Sans"/>
                <a:cs typeface="Nimbus Sans"/>
              </a:defRPr>
            </a:lvl5pPr>
            <a:lvl6pPr algn="l">
              <a:buNone/>
              <a:defRPr sz="2025" b="1">
                <a:solidFill>
                  <a:srgbClr val="153D33"/>
                </a:solidFill>
                <a:latin typeface="Nimbus Sans"/>
                <a:ea typeface="Nimbus Sans"/>
                <a:cs typeface="Nimbus Sans"/>
              </a:defRPr>
            </a:lvl6pPr>
            <a:lvl7pPr algn="l">
              <a:buNone/>
              <a:defRPr sz="2025" b="1">
                <a:solidFill>
                  <a:srgbClr val="153D33"/>
                </a:solidFill>
                <a:latin typeface="Nimbus Sans"/>
                <a:ea typeface="Nimbus Sans"/>
                <a:cs typeface="Nimbus Sans"/>
              </a:defRPr>
            </a:lvl7pPr>
            <a:lvl8pPr algn="l">
              <a:buNone/>
              <a:defRPr sz="2025" b="1">
                <a:solidFill>
                  <a:srgbClr val="153D33"/>
                </a:solidFill>
                <a:latin typeface="Nimbus Sans"/>
                <a:ea typeface="Nimbus Sans"/>
                <a:cs typeface="Nimbus Sans"/>
              </a:defRPr>
            </a:lvl8pPr>
            <a:lvl9pPr algn="l">
              <a:buNone/>
              <a:defRPr sz="2025" b="1">
                <a:solidFill>
                  <a:srgbClr val="153D33"/>
                </a:solidFill>
                <a:latin typeface="Nimbus Sans"/>
                <a:ea typeface="Nimbus Sans"/>
                <a:cs typeface="Nimbus Sans"/>
              </a:defRPr>
            </a:lvl9pPr>
          </a:lstStyle>
          <a:p xmlns:a="http://schemas.openxmlformats.org/drawingml/2006/main">
            <a:pPr algn="l">
              <a:buNone/>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Visitors confirm physical completion. AI suggestions alone do not prove ownership.</a:t>
            </a:r>
          </a:p>
        </p:txBody>
      </p:sp>
    </p:spTree>
    <p:extLst>
      <p:ext uri="{BB962C8B-B14F-4D97-AF65-F5344CB8AC3E}">
        <p14:creationId xmlns:p14="http://schemas.microsoft.com/office/powerpoint/2010/main" val="1243300382"/>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6" name="System architecture and data flow">
            <a:extLst xmlns:a="http://schemas.openxmlformats.org/drawingml/2006/main">
              <a:ext uri="{FF2B5EF4-FFF2-40B4-BE49-F238E27FC236}">
                <a16:creationId xmlns:a16="http://schemas.microsoft.com/office/drawing/2014/main" id="{F8367C20-3125-4DD7-9968-8E6AB91166AC}"/>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System architecture and data flow</a:t>
            </a:r>
          </a:p>
        </p:txBody>
      </p:sp>
      <p:sp>
        <p:nvSpPr>
          <p:cNvPr id="2" name="A shared iPad connects to local control and c">
            <a:extLst xmlns:a="http://schemas.openxmlformats.org/drawingml/2006/main">
              <a:ext uri="{FF2B5EF4-FFF2-40B4-BE49-F238E27FC236}">
                <a16:creationId xmlns:a16="http://schemas.microsoft.com/office/drawing/2014/main" id="{41703F7E-6CDD-42B5-B090-07DAAEF9E13D}"/>
              </a:ext>
            </a:extLst>
          </p:cNvPr>
          <p:cNvSpPr>
            <a:spLocks xmlns:a="http://schemas.openxmlformats.org/drawingml/2006/main" noGrp="1"/>
          </p:cNvSpPr>
          <p:nvPr/>
        </p:nvSpPr>
        <p:spPr>
          <a:xfrm xmlns:a="http://schemas.openxmlformats.org/drawingml/2006/main">
            <a:off x="609600" y="12382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 shared iPad connects to local control and cloud AI through the Raspberry Pi</a:t>
            </a:r>
          </a:p>
        </p:txBody>
      </p:sp>
      <p:sp>
        <p:nvSpPr>
          <p:cNvPr id="3" name="04">
            <a:extLst xmlns:a="http://schemas.openxmlformats.org/drawingml/2006/main">
              <a:ext uri="{FF2B5EF4-FFF2-40B4-BE49-F238E27FC236}">
                <a16:creationId xmlns:a16="http://schemas.microsoft.com/office/drawing/2014/main" id="{F277DDE8-1B12-4D39-ACC5-F5231D412301}"/>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04</a:t>
            </a:r>
          </a:p>
        </p:txBody>
      </p:sp>
      <p:pic>
        <p:nvPicPr>
          <p:cNvPr id="4" name="">
            <a:extLst xmlns:a="http://schemas.openxmlformats.org/drawingml/2006/main">
              <a:ext uri="{FF2B5EF4-FFF2-40B4-BE49-F238E27FC236}">
                <a16:creationId xmlns:a16="http://schemas.microsoft.com/office/drawing/2014/main" id="{9ACC8C80-1CDB-4DCF-A347-901D6FF0858E}"/>
              </a:ext>
            </a:extLst>
          </p:cNvPr>
          <p:cNvPicPr>
            <a:picLocks xmlns:a="http://schemas.openxmlformats.org/drawingml/2006/main" noChangeAspect="1"/>
          </p:cNvPicPr>
          <p:nvPr/>
        </p:nvPicPr>
        <p:blipFill>
          <a:blip xmlns:r="http://schemas.openxmlformats.org/officeDocument/2006/relationships" xmlns:a="http://schemas.openxmlformats.org/drawingml/2006/main" r:embed="R3add65e41af44108"/>
          <a:stretch xmlns:a="http://schemas.openxmlformats.org/drawingml/2006/main"/>
        </p:blipFill>
        <p:spPr>
          <a:xfrm xmlns:a="http://schemas.openxmlformats.org/drawingml/2006/main">
            <a:off x="800100" y="1828800"/>
            <a:ext cx="1905000" cy="1905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52CE060-BCEA-40D7-80A0-B8DF36263090}"/>
              </a:ext>
            </a:extLst>
          </p:cNvPr>
          <p:cNvPicPr>
            <a:picLocks xmlns:a="http://schemas.openxmlformats.org/drawingml/2006/main" noChangeAspect="1"/>
          </p:cNvPicPr>
          <p:nvPr/>
        </p:nvPicPr>
        <p:blipFill>
          <a:blip xmlns:r="http://schemas.openxmlformats.org/officeDocument/2006/relationships" xmlns:a="http://schemas.openxmlformats.org/drawingml/2006/main" r:embed="R5b1ab12de4cd4ebc"/>
          <a:stretch xmlns:a="http://schemas.openxmlformats.org/drawingml/2006/main"/>
        </p:blipFill>
        <p:spPr>
          <a:xfrm xmlns:a="http://schemas.openxmlformats.org/drawingml/2006/main">
            <a:off x="5048250" y="1828800"/>
            <a:ext cx="1905000" cy="1905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DE1BFC0-983F-4CDD-AF63-15579300459B}"/>
              </a:ext>
            </a:extLst>
          </p:cNvPr>
          <p:cNvPicPr>
            <a:picLocks xmlns:a="http://schemas.openxmlformats.org/drawingml/2006/main" noChangeAspect="1"/>
          </p:cNvPicPr>
          <p:nvPr/>
        </p:nvPicPr>
        <p:blipFill>
          <a:blip xmlns:r="http://schemas.openxmlformats.org/officeDocument/2006/relationships" xmlns:a="http://schemas.openxmlformats.org/drawingml/2006/main" r:embed="Rf3b40ffe131546ad"/>
          <a:stretch xmlns:a="http://schemas.openxmlformats.org/drawingml/2006/main"/>
        </p:blipFill>
        <p:spPr>
          <a:xfrm xmlns:a="http://schemas.openxmlformats.org/drawingml/2006/main">
            <a:off x="9144000" y="1828800"/>
            <a:ext cx="1905000" cy="1905000"/>
          </a:xfrm>
          <a:prstGeom xmlns:a="http://schemas.openxmlformats.org/drawingml/2006/main" prst="rect">
            <a:avLst/>
          </a:prstGeom>
        </p:spPr>
      </p:pic>
      <p:cxnSp>
        <p:nvCxnSpPr>
          <p:cNvPr id="7" name="">
            <a:extLst xmlns:a="http://schemas.openxmlformats.org/drawingml/2006/main">
              <a:ext uri="{FF2B5EF4-FFF2-40B4-BE49-F238E27FC236}">
                <a16:creationId xmlns:a16="http://schemas.microsoft.com/office/drawing/2014/main" id="{302FE759-A583-49E9-B0D0-9023F3D8BB06}"/>
              </a:ext>
            </a:extLst>
          </p:cNvPr>
          <p:cNvCxnSpPr/>
          <p:nvPr/>
        </p:nvCxnSpPr>
        <p:spPr>
          <a:xfrm xmlns:a="http://schemas.openxmlformats.org/drawingml/2006/main">
            <a:off x="2952750" y="2838450"/>
            <a:ext cx="1809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F5C1B9C-31A3-4A7B-A54B-4118B1DA2D71}"/>
              </a:ext>
            </a:extLst>
          </p:cNvPr>
          <p:cNvCxnSpPr/>
          <p:nvPr/>
        </p:nvCxnSpPr>
        <p:spPr>
          <a:xfrm xmlns:a="http://schemas.openxmlformats.org/drawingml/2006/main">
            <a:off x="7200900" y="2838450"/>
            <a:ext cx="1666875"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9" name="Wi-Fi">
            <a:extLst xmlns:a="http://schemas.openxmlformats.org/drawingml/2006/main">
              <a:ext uri="{FF2B5EF4-FFF2-40B4-BE49-F238E27FC236}">
                <a16:creationId xmlns:a16="http://schemas.microsoft.com/office/drawing/2014/main" id="{94DC42F2-0376-4A0C-BC4C-B34D8CF07744}"/>
              </a:ext>
            </a:extLst>
          </p:cNvPr>
          <p:cNvSpPr>
            <a:spLocks xmlns:a="http://schemas.openxmlformats.org/drawingml/2006/main" noGrp="1"/>
          </p:cNvSpPr>
          <p:nvPr/>
        </p:nvSpPr>
        <p:spPr>
          <a:xfrm xmlns:a="http://schemas.openxmlformats.org/drawingml/2006/main">
            <a:off x="2952750" y="20955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defRPr sz="1575" b="1">
                <a:solidFill>
                  <a:srgbClr val="24745B"/>
                </a:solidFill>
                <a:latin typeface="Nimbus Sans"/>
                <a:ea typeface="Nimbus Sans"/>
                <a:cs typeface="Nimbus Sans"/>
              </a:defRPr>
            </a:lvl1pPr>
            <a:lvl2pPr algn="ctr">
              <a:defRPr sz="1575" b="1">
                <a:solidFill>
                  <a:srgbClr val="24745B"/>
                </a:solidFill>
                <a:latin typeface="Nimbus Sans"/>
                <a:ea typeface="Nimbus Sans"/>
                <a:cs typeface="Nimbus Sans"/>
              </a:defRPr>
            </a:lvl2pPr>
            <a:lvl3pPr algn="ctr">
              <a:defRPr sz="1575" b="1">
                <a:solidFill>
                  <a:srgbClr val="24745B"/>
                </a:solidFill>
                <a:latin typeface="Nimbus Sans"/>
                <a:ea typeface="Nimbus Sans"/>
                <a:cs typeface="Nimbus Sans"/>
              </a:defRPr>
            </a:lvl3pPr>
            <a:lvl4pPr algn="ctr">
              <a:defRPr sz="1575" b="1">
                <a:solidFill>
                  <a:srgbClr val="24745B"/>
                </a:solidFill>
                <a:latin typeface="Nimbus Sans"/>
                <a:ea typeface="Nimbus Sans"/>
                <a:cs typeface="Nimbus Sans"/>
              </a:defRPr>
            </a:lvl4pPr>
            <a:lvl5pPr algn="ctr">
              <a:defRPr sz="1575" b="1">
                <a:solidFill>
                  <a:srgbClr val="24745B"/>
                </a:solidFill>
                <a:latin typeface="Nimbus Sans"/>
                <a:ea typeface="Nimbus Sans"/>
                <a:cs typeface="Nimbus Sans"/>
              </a:defRPr>
            </a:lvl5pPr>
            <a:lvl6pPr algn="ctr">
              <a:defRPr sz="1575" b="1">
                <a:solidFill>
                  <a:srgbClr val="24745B"/>
                </a:solidFill>
                <a:latin typeface="Nimbus Sans"/>
                <a:ea typeface="Nimbus Sans"/>
                <a:cs typeface="Nimbus Sans"/>
              </a:defRPr>
            </a:lvl6pPr>
            <a:lvl7pPr algn="ctr">
              <a:defRPr sz="1575" b="1">
                <a:solidFill>
                  <a:srgbClr val="24745B"/>
                </a:solidFill>
                <a:latin typeface="Nimbus Sans"/>
                <a:ea typeface="Nimbus Sans"/>
                <a:cs typeface="Nimbus Sans"/>
              </a:defRPr>
            </a:lvl7pPr>
            <a:lvl8pPr algn="ctr">
              <a:defRPr sz="1575" b="1">
                <a:solidFill>
                  <a:srgbClr val="24745B"/>
                </a:solidFill>
                <a:latin typeface="Nimbus Sans"/>
                <a:ea typeface="Nimbus Sans"/>
                <a:cs typeface="Nimbus Sans"/>
              </a:defRPr>
            </a:lvl8pPr>
            <a:lvl9pPr algn="ctr">
              <a:defRPr sz="1575" b="1">
                <a:solidFill>
                  <a:srgbClr val="24745B"/>
                </a:solidFill>
                <a:latin typeface="Nimbus Sans"/>
                <a:ea typeface="Nimbus Sans"/>
                <a:cs typeface="Nimbus Sans"/>
              </a:defRPr>
            </a:lvl9pPr>
          </a:lstStyle>
          <a:p xmlns:a="http://schemas.openxmlformats.org/drawingml/2006/main">
            <a:pPr algn="ctr">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Wi-Fi</a:t>
            </a:r>
          </a:p>
        </p:txBody>
      </p:sp>
      <p:sp>
        <p:nvSpPr>
          <p:cNvPr id="10" name="HTTPS + JSON">
            <a:extLst xmlns:a="http://schemas.openxmlformats.org/drawingml/2006/main">
              <a:ext uri="{FF2B5EF4-FFF2-40B4-BE49-F238E27FC236}">
                <a16:creationId xmlns:a16="http://schemas.microsoft.com/office/drawing/2014/main" id="{CF333618-7D85-410A-83A9-A2EF490094CD}"/>
              </a:ext>
            </a:extLst>
          </p:cNvPr>
          <p:cNvSpPr>
            <a:spLocks xmlns:a="http://schemas.openxmlformats.org/drawingml/2006/main" noGrp="1"/>
          </p:cNvSpPr>
          <p:nvPr/>
        </p:nvSpPr>
        <p:spPr>
          <a:xfrm xmlns:a="http://schemas.openxmlformats.org/drawingml/2006/main">
            <a:off x="2952750" y="24003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defRPr sz="1500" b="0">
                <a:solidFill>
                  <a:srgbClr val="5E7168"/>
                </a:solidFill>
                <a:latin typeface="Nimbus Sans"/>
                <a:ea typeface="Nimbus Sans"/>
                <a:cs typeface="Nimbus Sans"/>
              </a:defRPr>
            </a:lvl1pPr>
            <a:lvl2pPr algn="ctr">
              <a:defRPr sz="1500" b="0">
                <a:solidFill>
                  <a:srgbClr val="5E7168"/>
                </a:solidFill>
                <a:latin typeface="Nimbus Sans"/>
                <a:ea typeface="Nimbus Sans"/>
                <a:cs typeface="Nimbus Sans"/>
              </a:defRPr>
            </a:lvl2pPr>
            <a:lvl3pPr algn="ctr">
              <a:defRPr sz="1500" b="0">
                <a:solidFill>
                  <a:srgbClr val="5E7168"/>
                </a:solidFill>
                <a:latin typeface="Nimbus Sans"/>
                <a:ea typeface="Nimbus Sans"/>
                <a:cs typeface="Nimbus Sans"/>
              </a:defRPr>
            </a:lvl3pPr>
            <a:lvl4pPr algn="ctr">
              <a:defRPr sz="1500" b="0">
                <a:solidFill>
                  <a:srgbClr val="5E7168"/>
                </a:solidFill>
                <a:latin typeface="Nimbus Sans"/>
                <a:ea typeface="Nimbus Sans"/>
                <a:cs typeface="Nimbus Sans"/>
              </a:defRPr>
            </a:lvl4pPr>
            <a:lvl5pPr algn="ctr">
              <a:defRPr sz="1500" b="0">
                <a:solidFill>
                  <a:srgbClr val="5E7168"/>
                </a:solidFill>
                <a:latin typeface="Nimbus Sans"/>
                <a:ea typeface="Nimbus Sans"/>
                <a:cs typeface="Nimbus Sans"/>
              </a:defRPr>
            </a:lvl5pPr>
            <a:lvl6pPr algn="ctr">
              <a:defRPr sz="1500" b="0">
                <a:solidFill>
                  <a:srgbClr val="5E7168"/>
                </a:solidFill>
                <a:latin typeface="Nimbus Sans"/>
                <a:ea typeface="Nimbus Sans"/>
                <a:cs typeface="Nimbus Sans"/>
              </a:defRPr>
            </a:lvl6pPr>
            <a:lvl7pPr algn="ctr">
              <a:defRPr sz="1500" b="0">
                <a:solidFill>
                  <a:srgbClr val="5E7168"/>
                </a:solidFill>
                <a:latin typeface="Nimbus Sans"/>
                <a:ea typeface="Nimbus Sans"/>
                <a:cs typeface="Nimbus Sans"/>
              </a:defRPr>
            </a:lvl7pPr>
            <a:lvl8pPr algn="ctr">
              <a:defRPr sz="1500" b="0">
                <a:solidFill>
                  <a:srgbClr val="5E7168"/>
                </a:solidFill>
                <a:latin typeface="Nimbus Sans"/>
                <a:ea typeface="Nimbus Sans"/>
                <a:cs typeface="Nimbus Sans"/>
              </a:defRPr>
            </a:lvl8pPr>
            <a:lvl9pPr algn="ctr">
              <a:defRPr sz="1500" b="0">
                <a:solidFill>
                  <a:srgbClr val="5E7168"/>
                </a:solidFill>
                <a:latin typeface="Nimbus Sans"/>
                <a:ea typeface="Nimbus Sans"/>
                <a:cs typeface="Nimbus Sans"/>
              </a:defRPr>
            </a:lvl9pPr>
          </a:lstStyle>
          <a:p xmlns:a="http://schemas.openxmlformats.org/drawingml/2006/main">
            <a:pPr algn="ctr">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HTTPS + JSON</a:t>
            </a:r>
          </a:p>
        </p:txBody>
      </p:sp>
      <p:sp>
        <p:nvSpPr>
          <p:cNvPr id="11" name="HTTPS">
            <a:extLst xmlns:a="http://schemas.openxmlformats.org/drawingml/2006/main">
              <a:ext uri="{FF2B5EF4-FFF2-40B4-BE49-F238E27FC236}">
                <a16:creationId xmlns:a16="http://schemas.microsoft.com/office/drawing/2014/main" id="{20ED793C-ED44-4B14-A90C-6F58E4225AC5}"/>
              </a:ext>
            </a:extLst>
          </p:cNvPr>
          <p:cNvSpPr>
            <a:spLocks xmlns:a="http://schemas.openxmlformats.org/drawingml/2006/main" noGrp="1"/>
          </p:cNvSpPr>
          <p:nvPr/>
        </p:nvSpPr>
        <p:spPr>
          <a:xfrm xmlns:a="http://schemas.openxmlformats.org/drawingml/2006/main">
            <a:off x="7200900" y="20955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defRPr sz="1575" b="1">
                <a:solidFill>
                  <a:srgbClr val="24745B"/>
                </a:solidFill>
                <a:latin typeface="Nimbus Sans"/>
                <a:ea typeface="Nimbus Sans"/>
                <a:cs typeface="Nimbus Sans"/>
              </a:defRPr>
            </a:lvl1pPr>
            <a:lvl2pPr algn="ctr">
              <a:defRPr sz="1575" b="1">
                <a:solidFill>
                  <a:srgbClr val="24745B"/>
                </a:solidFill>
                <a:latin typeface="Nimbus Sans"/>
                <a:ea typeface="Nimbus Sans"/>
                <a:cs typeface="Nimbus Sans"/>
              </a:defRPr>
            </a:lvl2pPr>
            <a:lvl3pPr algn="ctr">
              <a:defRPr sz="1575" b="1">
                <a:solidFill>
                  <a:srgbClr val="24745B"/>
                </a:solidFill>
                <a:latin typeface="Nimbus Sans"/>
                <a:ea typeface="Nimbus Sans"/>
                <a:cs typeface="Nimbus Sans"/>
              </a:defRPr>
            </a:lvl3pPr>
            <a:lvl4pPr algn="ctr">
              <a:defRPr sz="1575" b="1">
                <a:solidFill>
                  <a:srgbClr val="24745B"/>
                </a:solidFill>
                <a:latin typeface="Nimbus Sans"/>
                <a:ea typeface="Nimbus Sans"/>
                <a:cs typeface="Nimbus Sans"/>
              </a:defRPr>
            </a:lvl4pPr>
            <a:lvl5pPr algn="ctr">
              <a:defRPr sz="1575" b="1">
                <a:solidFill>
                  <a:srgbClr val="24745B"/>
                </a:solidFill>
                <a:latin typeface="Nimbus Sans"/>
                <a:ea typeface="Nimbus Sans"/>
                <a:cs typeface="Nimbus Sans"/>
              </a:defRPr>
            </a:lvl5pPr>
            <a:lvl6pPr algn="ctr">
              <a:defRPr sz="1575" b="1">
                <a:solidFill>
                  <a:srgbClr val="24745B"/>
                </a:solidFill>
                <a:latin typeface="Nimbus Sans"/>
                <a:ea typeface="Nimbus Sans"/>
                <a:cs typeface="Nimbus Sans"/>
              </a:defRPr>
            </a:lvl6pPr>
            <a:lvl7pPr algn="ctr">
              <a:defRPr sz="1575" b="1">
                <a:solidFill>
                  <a:srgbClr val="24745B"/>
                </a:solidFill>
                <a:latin typeface="Nimbus Sans"/>
                <a:ea typeface="Nimbus Sans"/>
                <a:cs typeface="Nimbus Sans"/>
              </a:defRPr>
            </a:lvl7pPr>
            <a:lvl8pPr algn="ctr">
              <a:defRPr sz="1575" b="1">
                <a:solidFill>
                  <a:srgbClr val="24745B"/>
                </a:solidFill>
                <a:latin typeface="Nimbus Sans"/>
                <a:ea typeface="Nimbus Sans"/>
                <a:cs typeface="Nimbus Sans"/>
              </a:defRPr>
            </a:lvl8pPr>
            <a:lvl9pPr algn="ctr">
              <a:defRPr sz="1575" b="1">
                <a:solidFill>
                  <a:srgbClr val="24745B"/>
                </a:solidFill>
                <a:latin typeface="Nimbus Sans"/>
                <a:ea typeface="Nimbus Sans"/>
                <a:cs typeface="Nimbus Sans"/>
              </a:defRPr>
            </a:lvl9pPr>
          </a:lstStyle>
          <a:p xmlns:a="http://schemas.openxmlformats.org/drawingml/2006/main">
            <a:pPr algn="ctr">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HTTPS</a:t>
            </a:r>
          </a:p>
        </p:txBody>
      </p:sp>
      <p:sp>
        <p:nvSpPr>
          <p:cNvPr id="12" name="Model API">
            <a:extLst xmlns:a="http://schemas.openxmlformats.org/drawingml/2006/main">
              <a:ext uri="{FF2B5EF4-FFF2-40B4-BE49-F238E27FC236}">
                <a16:creationId xmlns:a16="http://schemas.microsoft.com/office/drawing/2014/main" id="{966454A6-B72A-47BB-A882-0E9E345EFC30}"/>
              </a:ext>
            </a:extLst>
          </p:cNvPr>
          <p:cNvSpPr>
            <a:spLocks xmlns:a="http://schemas.openxmlformats.org/drawingml/2006/main" noGrp="1"/>
          </p:cNvSpPr>
          <p:nvPr/>
        </p:nvSpPr>
        <p:spPr>
          <a:xfrm xmlns:a="http://schemas.openxmlformats.org/drawingml/2006/main">
            <a:off x="7200900" y="24003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defRPr sz="1500" b="0">
                <a:solidFill>
                  <a:srgbClr val="5E7168"/>
                </a:solidFill>
                <a:latin typeface="Nimbus Sans"/>
                <a:ea typeface="Nimbus Sans"/>
                <a:cs typeface="Nimbus Sans"/>
              </a:defRPr>
            </a:lvl1pPr>
            <a:lvl2pPr algn="ctr">
              <a:defRPr sz="1500" b="0">
                <a:solidFill>
                  <a:srgbClr val="5E7168"/>
                </a:solidFill>
                <a:latin typeface="Nimbus Sans"/>
                <a:ea typeface="Nimbus Sans"/>
                <a:cs typeface="Nimbus Sans"/>
              </a:defRPr>
            </a:lvl2pPr>
            <a:lvl3pPr algn="ctr">
              <a:defRPr sz="1500" b="0">
                <a:solidFill>
                  <a:srgbClr val="5E7168"/>
                </a:solidFill>
                <a:latin typeface="Nimbus Sans"/>
                <a:ea typeface="Nimbus Sans"/>
                <a:cs typeface="Nimbus Sans"/>
              </a:defRPr>
            </a:lvl3pPr>
            <a:lvl4pPr algn="ctr">
              <a:defRPr sz="1500" b="0">
                <a:solidFill>
                  <a:srgbClr val="5E7168"/>
                </a:solidFill>
                <a:latin typeface="Nimbus Sans"/>
                <a:ea typeface="Nimbus Sans"/>
                <a:cs typeface="Nimbus Sans"/>
              </a:defRPr>
            </a:lvl4pPr>
            <a:lvl5pPr algn="ctr">
              <a:defRPr sz="1500" b="0">
                <a:solidFill>
                  <a:srgbClr val="5E7168"/>
                </a:solidFill>
                <a:latin typeface="Nimbus Sans"/>
                <a:ea typeface="Nimbus Sans"/>
                <a:cs typeface="Nimbus Sans"/>
              </a:defRPr>
            </a:lvl5pPr>
            <a:lvl6pPr algn="ctr">
              <a:defRPr sz="1500" b="0">
                <a:solidFill>
                  <a:srgbClr val="5E7168"/>
                </a:solidFill>
                <a:latin typeface="Nimbus Sans"/>
                <a:ea typeface="Nimbus Sans"/>
                <a:cs typeface="Nimbus Sans"/>
              </a:defRPr>
            </a:lvl6pPr>
            <a:lvl7pPr algn="ctr">
              <a:defRPr sz="1500" b="0">
                <a:solidFill>
                  <a:srgbClr val="5E7168"/>
                </a:solidFill>
                <a:latin typeface="Nimbus Sans"/>
                <a:ea typeface="Nimbus Sans"/>
                <a:cs typeface="Nimbus Sans"/>
              </a:defRPr>
            </a:lvl7pPr>
            <a:lvl8pPr algn="ctr">
              <a:defRPr sz="1500" b="0">
                <a:solidFill>
                  <a:srgbClr val="5E7168"/>
                </a:solidFill>
                <a:latin typeface="Nimbus Sans"/>
                <a:ea typeface="Nimbus Sans"/>
                <a:cs typeface="Nimbus Sans"/>
              </a:defRPr>
            </a:lvl8pPr>
            <a:lvl9pPr algn="ctr">
              <a:defRPr sz="1500" b="0">
                <a:solidFill>
                  <a:srgbClr val="5E7168"/>
                </a:solidFill>
                <a:latin typeface="Nimbus Sans"/>
                <a:ea typeface="Nimbus Sans"/>
                <a:cs typeface="Nimbus Sans"/>
              </a:defRPr>
            </a:lvl9pPr>
          </a:lstStyle>
          <a:p xmlns:a="http://schemas.openxmlformats.org/drawingml/2006/main">
            <a:pPr algn="ctr">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Model API</a:t>
            </a:r>
          </a:p>
        </p:txBody>
      </p:sp>
      <p:sp>
        <p:nvSpPr>
          <p:cNvPr id="13" name="Shared iPad">
            <a:extLst xmlns:a="http://schemas.openxmlformats.org/drawingml/2006/main">
              <a:ext uri="{FF2B5EF4-FFF2-40B4-BE49-F238E27FC236}">
                <a16:creationId xmlns:a16="http://schemas.microsoft.com/office/drawing/2014/main" id="{5877DA22-565F-45CD-9FA4-B0863EA63059}"/>
              </a:ext>
            </a:extLst>
          </p:cNvPr>
          <p:cNvSpPr>
            <a:spLocks xmlns:a="http://schemas.openxmlformats.org/drawingml/2006/main" noGrp="1"/>
          </p:cNvSpPr>
          <p:nvPr/>
        </p:nvSpPr>
        <p:spPr>
          <a:xfrm xmlns:a="http://schemas.openxmlformats.org/drawingml/2006/main">
            <a:off x="381000" y="377190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Shared iPad</a:t>
            </a:r>
          </a:p>
        </p:txBody>
      </p:sp>
      <p:sp>
        <p:nvSpPr>
          <p:cNvPr id="14" name="SwiftUI, camera and mic">
            <a:extLst xmlns:a="http://schemas.openxmlformats.org/drawingml/2006/main">
              <a:ext uri="{FF2B5EF4-FFF2-40B4-BE49-F238E27FC236}">
                <a16:creationId xmlns:a16="http://schemas.microsoft.com/office/drawing/2014/main" id="{BF9C99A3-316E-4AC2-80B7-06509AC5C23E}"/>
              </a:ext>
            </a:extLst>
          </p:cNvPr>
          <p:cNvSpPr>
            <a:spLocks xmlns:a="http://schemas.openxmlformats.org/drawingml/2006/main" noGrp="1"/>
          </p:cNvSpPr>
          <p:nvPr/>
        </p:nvSpPr>
        <p:spPr>
          <a:xfrm xmlns:a="http://schemas.openxmlformats.org/drawingml/2006/main">
            <a:off x="285750" y="4191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defRPr sz="1800" b="0">
                <a:solidFill>
                  <a:srgbClr val="5E7168"/>
                </a:solidFill>
                <a:latin typeface="Nimbus Sans"/>
                <a:ea typeface="Nimbus Sans"/>
                <a:cs typeface="Nimbus Sans"/>
              </a:defRPr>
            </a:lvl1pPr>
            <a:lvl2pPr algn="ctr">
              <a:defRPr sz="1800" b="0">
                <a:solidFill>
                  <a:srgbClr val="5E7168"/>
                </a:solidFill>
                <a:latin typeface="Nimbus Sans"/>
                <a:ea typeface="Nimbus Sans"/>
                <a:cs typeface="Nimbus Sans"/>
              </a:defRPr>
            </a:lvl2pPr>
            <a:lvl3pPr algn="ctr">
              <a:defRPr sz="1800" b="0">
                <a:solidFill>
                  <a:srgbClr val="5E7168"/>
                </a:solidFill>
                <a:latin typeface="Nimbus Sans"/>
                <a:ea typeface="Nimbus Sans"/>
                <a:cs typeface="Nimbus Sans"/>
              </a:defRPr>
            </a:lvl3pPr>
            <a:lvl4pPr algn="ctr">
              <a:defRPr sz="1800" b="0">
                <a:solidFill>
                  <a:srgbClr val="5E7168"/>
                </a:solidFill>
                <a:latin typeface="Nimbus Sans"/>
                <a:ea typeface="Nimbus Sans"/>
                <a:cs typeface="Nimbus Sans"/>
              </a:defRPr>
            </a:lvl4pPr>
            <a:lvl5pPr algn="ctr">
              <a:defRPr sz="1800" b="0">
                <a:solidFill>
                  <a:srgbClr val="5E7168"/>
                </a:solidFill>
                <a:latin typeface="Nimbus Sans"/>
                <a:ea typeface="Nimbus Sans"/>
                <a:cs typeface="Nimbus Sans"/>
              </a:defRPr>
            </a:lvl5pPr>
            <a:lvl6pPr algn="ctr">
              <a:defRPr sz="1800" b="0">
                <a:solidFill>
                  <a:srgbClr val="5E7168"/>
                </a:solidFill>
                <a:latin typeface="Nimbus Sans"/>
                <a:ea typeface="Nimbus Sans"/>
                <a:cs typeface="Nimbus Sans"/>
              </a:defRPr>
            </a:lvl6pPr>
            <a:lvl7pPr algn="ctr">
              <a:defRPr sz="1800" b="0">
                <a:solidFill>
                  <a:srgbClr val="5E7168"/>
                </a:solidFill>
                <a:latin typeface="Nimbus Sans"/>
                <a:ea typeface="Nimbus Sans"/>
                <a:cs typeface="Nimbus Sans"/>
              </a:defRPr>
            </a:lvl7pPr>
            <a:lvl8pPr algn="ctr">
              <a:defRPr sz="1800" b="0">
                <a:solidFill>
                  <a:srgbClr val="5E7168"/>
                </a:solidFill>
                <a:latin typeface="Nimbus Sans"/>
                <a:ea typeface="Nimbus Sans"/>
                <a:cs typeface="Nimbus Sans"/>
              </a:defRPr>
            </a:lvl8pPr>
            <a:lvl9pPr algn="ctr">
              <a:defRPr sz="1800" b="0">
                <a:solidFill>
                  <a:srgbClr val="5E7168"/>
                </a:solidFill>
                <a:latin typeface="Nimbus Sans"/>
                <a:ea typeface="Nimbus Sans"/>
                <a:cs typeface="Nimbus Sans"/>
              </a:defRPr>
            </a:lvl9pPr>
          </a:lstStyle>
          <a:p xmlns:a="http://schemas.openxmlformats.org/drawingml/2006/main">
            <a:pPr algn="ctr">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SwiftUI, camera and mic</a:t>
            </a:r>
          </a:p>
        </p:txBody>
      </p:sp>
      <p:sp>
        <p:nvSpPr>
          <p:cNvPr id="15" name="Raspberry Pi 4B">
            <a:extLst xmlns:a="http://schemas.openxmlformats.org/drawingml/2006/main">
              <a:ext uri="{FF2B5EF4-FFF2-40B4-BE49-F238E27FC236}">
                <a16:creationId xmlns:a16="http://schemas.microsoft.com/office/drawing/2014/main" id="{A5DB4952-DB3F-4E0A-8D45-226359E3B11C}"/>
              </a:ext>
            </a:extLst>
          </p:cNvPr>
          <p:cNvSpPr>
            <a:spLocks xmlns:a="http://schemas.openxmlformats.org/drawingml/2006/main" noGrp="1"/>
          </p:cNvSpPr>
          <p:nvPr/>
        </p:nvSpPr>
        <p:spPr>
          <a:xfrm xmlns:a="http://schemas.openxmlformats.org/drawingml/2006/main">
            <a:off x="4591050" y="3771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Raspberry Pi 4B</a:t>
            </a:r>
          </a:p>
        </p:txBody>
      </p:sp>
      <p:sp>
        <p:nvSpPr>
          <p:cNvPr id="16" name="Python API + SQLite">
            <a:extLst xmlns:a="http://schemas.openxmlformats.org/drawingml/2006/main">
              <a:ext uri="{FF2B5EF4-FFF2-40B4-BE49-F238E27FC236}">
                <a16:creationId xmlns:a16="http://schemas.microsoft.com/office/drawing/2014/main" id="{BDD0EFA9-341A-4806-976C-9F7FC9023CD2}"/>
              </a:ext>
            </a:extLst>
          </p:cNvPr>
          <p:cNvSpPr>
            <a:spLocks xmlns:a="http://schemas.openxmlformats.org/drawingml/2006/main" noGrp="1"/>
          </p:cNvSpPr>
          <p:nvPr/>
        </p:nvSpPr>
        <p:spPr>
          <a:xfrm xmlns:a="http://schemas.openxmlformats.org/drawingml/2006/main">
            <a:off x="4572000" y="4191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defRPr sz="1800" b="0">
                <a:solidFill>
                  <a:srgbClr val="5E7168"/>
                </a:solidFill>
                <a:latin typeface="Nimbus Sans"/>
                <a:ea typeface="Nimbus Sans"/>
                <a:cs typeface="Nimbus Sans"/>
              </a:defRPr>
            </a:lvl1pPr>
            <a:lvl2pPr algn="ctr">
              <a:defRPr sz="1800" b="0">
                <a:solidFill>
                  <a:srgbClr val="5E7168"/>
                </a:solidFill>
                <a:latin typeface="Nimbus Sans"/>
                <a:ea typeface="Nimbus Sans"/>
                <a:cs typeface="Nimbus Sans"/>
              </a:defRPr>
            </a:lvl2pPr>
            <a:lvl3pPr algn="ctr">
              <a:defRPr sz="1800" b="0">
                <a:solidFill>
                  <a:srgbClr val="5E7168"/>
                </a:solidFill>
                <a:latin typeface="Nimbus Sans"/>
                <a:ea typeface="Nimbus Sans"/>
                <a:cs typeface="Nimbus Sans"/>
              </a:defRPr>
            </a:lvl3pPr>
            <a:lvl4pPr algn="ctr">
              <a:defRPr sz="1800" b="0">
                <a:solidFill>
                  <a:srgbClr val="5E7168"/>
                </a:solidFill>
                <a:latin typeface="Nimbus Sans"/>
                <a:ea typeface="Nimbus Sans"/>
                <a:cs typeface="Nimbus Sans"/>
              </a:defRPr>
            </a:lvl4pPr>
            <a:lvl5pPr algn="ctr">
              <a:defRPr sz="1800" b="0">
                <a:solidFill>
                  <a:srgbClr val="5E7168"/>
                </a:solidFill>
                <a:latin typeface="Nimbus Sans"/>
                <a:ea typeface="Nimbus Sans"/>
                <a:cs typeface="Nimbus Sans"/>
              </a:defRPr>
            </a:lvl5pPr>
            <a:lvl6pPr algn="ctr">
              <a:defRPr sz="1800" b="0">
                <a:solidFill>
                  <a:srgbClr val="5E7168"/>
                </a:solidFill>
                <a:latin typeface="Nimbus Sans"/>
                <a:ea typeface="Nimbus Sans"/>
                <a:cs typeface="Nimbus Sans"/>
              </a:defRPr>
            </a:lvl6pPr>
            <a:lvl7pPr algn="ctr">
              <a:defRPr sz="1800" b="0">
                <a:solidFill>
                  <a:srgbClr val="5E7168"/>
                </a:solidFill>
                <a:latin typeface="Nimbus Sans"/>
                <a:ea typeface="Nimbus Sans"/>
                <a:cs typeface="Nimbus Sans"/>
              </a:defRPr>
            </a:lvl7pPr>
            <a:lvl8pPr algn="ctr">
              <a:defRPr sz="1800" b="0">
                <a:solidFill>
                  <a:srgbClr val="5E7168"/>
                </a:solidFill>
                <a:latin typeface="Nimbus Sans"/>
                <a:ea typeface="Nimbus Sans"/>
                <a:cs typeface="Nimbus Sans"/>
              </a:defRPr>
            </a:lvl8pPr>
            <a:lvl9pPr algn="ctr">
              <a:defRPr sz="1800" b="0">
                <a:solidFill>
                  <a:srgbClr val="5E7168"/>
                </a:solidFill>
                <a:latin typeface="Nimbus Sans"/>
                <a:ea typeface="Nimbus Sans"/>
                <a:cs typeface="Nimbus Sans"/>
              </a:defRPr>
            </a:lvl9pPr>
          </a:lstStyle>
          <a:p xmlns:a="http://schemas.openxmlformats.org/drawingml/2006/main">
            <a:pPr algn="ctr">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Python API + SQLite</a:t>
            </a:r>
          </a:p>
        </p:txBody>
      </p:sp>
      <p:sp>
        <p:nvSpPr>
          <p:cNvPr id="17" name="Cloud AI">
            <a:extLst xmlns:a="http://schemas.openxmlformats.org/drawingml/2006/main">
              <a:ext uri="{FF2B5EF4-FFF2-40B4-BE49-F238E27FC236}">
                <a16:creationId xmlns:a16="http://schemas.microsoft.com/office/drawing/2014/main" id="{0186CA49-0C0E-4075-B811-EE905955ED80}"/>
              </a:ext>
            </a:extLst>
          </p:cNvPr>
          <p:cNvSpPr>
            <a:spLocks xmlns:a="http://schemas.openxmlformats.org/drawingml/2006/main" noGrp="1"/>
          </p:cNvSpPr>
          <p:nvPr/>
        </p:nvSpPr>
        <p:spPr>
          <a:xfrm xmlns:a="http://schemas.openxmlformats.org/drawingml/2006/main">
            <a:off x="8724900" y="37719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Cloud AI</a:t>
            </a:r>
          </a:p>
        </p:txBody>
      </p:sp>
      <p:sp>
        <p:nvSpPr>
          <p:cNvPr id="18" name="Vision, search and ASR">
            <a:extLst xmlns:a="http://schemas.openxmlformats.org/drawingml/2006/main">
              <a:ext uri="{FF2B5EF4-FFF2-40B4-BE49-F238E27FC236}">
                <a16:creationId xmlns:a16="http://schemas.microsoft.com/office/drawing/2014/main" id="{A737BE2A-5391-4C2E-A827-14BD0F71B28A}"/>
              </a:ext>
            </a:extLst>
          </p:cNvPr>
          <p:cNvSpPr>
            <a:spLocks xmlns:a="http://schemas.openxmlformats.org/drawingml/2006/main" noGrp="1"/>
          </p:cNvSpPr>
          <p:nvPr/>
        </p:nvSpPr>
        <p:spPr>
          <a:xfrm xmlns:a="http://schemas.openxmlformats.org/drawingml/2006/main">
            <a:off x="8610600" y="419100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defRPr sz="1800" b="0">
                <a:solidFill>
                  <a:srgbClr val="5E7168"/>
                </a:solidFill>
                <a:latin typeface="Nimbus Sans"/>
                <a:ea typeface="Nimbus Sans"/>
                <a:cs typeface="Nimbus Sans"/>
              </a:defRPr>
            </a:lvl1pPr>
            <a:lvl2pPr algn="ctr">
              <a:defRPr sz="1800" b="0">
                <a:solidFill>
                  <a:srgbClr val="5E7168"/>
                </a:solidFill>
                <a:latin typeface="Nimbus Sans"/>
                <a:ea typeface="Nimbus Sans"/>
                <a:cs typeface="Nimbus Sans"/>
              </a:defRPr>
            </a:lvl2pPr>
            <a:lvl3pPr algn="ctr">
              <a:defRPr sz="1800" b="0">
                <a:solidFill>
                  <a:srgbClr val="5E7168"/>
                </a:solidFill>
                <a:latin typeface="Nimbus Sans"/>
                <a:ea typeface="Nimbus Sans"/>
                <a:cs typeface="Nimbus Sans"/>
              </a:defRPr>
            </a:lvl3pPr>
            <a:lvl4pPr algn="ctr">
              <a:defRPr sz="1800" b="0">
                <a:solidFill>
                  <a:srgbClr val="5E7168"/>
                </a:solidFill>
                <a:latin typeface="Nimbus Sans"/>
                <a:ea typeface="Nimbus Sans"/>
                <a:cs typeface="Nimbus Sans"/>
              </a:defRPr>
            </a:lvl4pPr>
            <a:lvl5pPr algn="ctr">
              <a:defRPr sz="1800" b="0">
                <a:solidFill>
                  <a:srgbClr val="5E7168"/>
                </a:solidFill>
                <a:latin typeface="Nimbus Sans"/>
                <a:ea typeface="Nimbus Sans"/>
                <a:cs typeface="Nimbus Sans"/>
              </a:defRPr>
            </a:lvl5pPr>
            <a:lvl6pPr algn="ctr">
              <a:defRPr sz="1800" b="0">
                <a:solidFill>
                  <a:srgbClr val="5E7168"/>
                </a:solidFill>
                <a:latin typeface="Nimbus Sans"/>
                <a:ea typeface="Nimbus Sans"/>
                <a:cs typeface="Nimbus Sans"/>
              </a:defRPr>
            </a:lvl6pPr>
            <a:lvl7pPr algn="ctr">
              <a:defRPr sz="1800" b="0">
                <a:solidFill>
                  <a:srgbClr val="5E7168"/>
                </a:solidFill>
                <a:latin typeface="Nimbus Sans"/>
                <a:ea typeface="Nimbus Sans"/>
                <a:cs typeface="Nimbus Sans"/>
              </a:defRPr>
            </a:lvl7pPr>
            <a:lvl8pPr algn="ctr">
              <a:defRPr sz="1800" b="0">
                <a:solidFill>
                  <a:srgbClr val="5E7168"/>
                </a:solidFill>
                <a:latin typeface="Nimbus Sans"/>
                <a:ea typeface="Nimbus Sans"/>
                <a:cs typeface="Nimbus Sans"/>
              </a:defRPr>
            </a:lvl8pPr>
            <a:lvl9pPr algn="ctr">
              <a:defRPr sz="1800" b="0">
                <a:solidFill>
                  <a:srgbClr val="5E7168"/>
                </a:solidFill>
                <a:latin typeface="Nimbus Sans"/>
                <a:ea typeface="Nimbus Sans"/>
                <a:cs typeface="Nimbus Sans"/>
              </a:defRPr>
            </a:lvl9pPr>
          </a:lstStyle>
          <a:p xmlns:a="http://schemas.openxmlformats.org/drawingml/2006/main">
            <a:pPr algn="ctr">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Vision, search and ASR</a:t>
            </a:r>
          </a:p>
        </p:txBody>
      </p:sp>
      <p:cxnSp>
        <p:nvCxnSpPr>
          <p:cNvPr id="19" name="">
            <a:extLst xmlns:a="http://schemas.openxmlformats.org/drawingml/2006/main">
              <a:ext uri="{FF2B5EF4-FFF2-40B4-BE49-F238E27FC236}">
                <a16:creationId xmlns:a16="http://schemas.microsoft.com/office/drawing/2014/main" id="{9043F3A0-D59B-445A-98A0-FEFDD1DAE5A3}"/>
              </a:ext>
            </a:extLst>
          </p:cNvPr>
          <p:cNvCxnSpPr/>
          <p:nvPr/>
        </p:nvCxnSpPr>
        <p:spPr>
          <a:xfrm xmlns:a="http://schemas.openxmlformats.org/drawingml/2006/main">
            <a:off x="6000750" y="4591050"/>
            <a:ext cx="0" cy="22860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pic>
        <p:nvPicPr>
          <p:cNvPr id="20" name="">
            <a:extLst xmlns:a="http://schemas.openxmlformats.org/drawingml/2006/main">
              <a:ext uri="{FF2B5EF4-FFF2-40B4-BE49-F238E27FC236}">
                <a16:creationId xmlns:a16="http://schemas.microsoft.com/office/drawing/2014/main" id="{6DB66DE8-5792-46AF-83D5-A2CE11E26FB4}"/>
              </a:ext>
            </a:extLst>
          </p:cNvPr>
          <p:cNvPicPr>
            <a:picLocks xmlns:a="http://schemas.openxmlformats.org/drawingml/2006/main" noChangeAspect="1"/>
          </p:cNvPicPr>
          <p:nvPr/>
        </p:nvPicPr>
        <p:blipFill>
          <a:blip xmlns:r="http://schemas.openxmlformats.org/officeDocument/2006/relationships" xmlns:a="http://schemas.openxmlformats.org/drawingml/2006/main" r:embed="R224b16120fcc4c0d"/>
          <a:stretch xmlns:a="http://schemas.openxmlformats.org/drawingml/2006/main"/>
        </p:blipFill>
        <p:spPr>
          <a:xfrm xmlns:a="http://schemas.openxmlformats.org/drawingml/2006/main">
            <a:off x="5410200" y="4838700"/>
            <a:ext cx="1181100" cy="1181100"/>
          </a:xfrm>
          <a:prstGeom xmlns:a="http://schemas.openxmlformats.org/drawingml/2006/main" prst="rect">
            <a:avLst/>
          </a:prstGeom>
        </p:spPr>
      </p:pic>
      <p:sp>
        <p:nvSpPr>
          <p:cNvPr id="21" name="GPIO control">
            <a:extLst xmlns:a="http://schemas.openxmlformats.org/drawingml/2006/main">
              <a:ext uri="{FF2B5EF4-FFF2-40B4-BE49-F238E27FC236}">
                <a16:creationId xmlns:a16="http://schemas.microsoft.com/office/drawing/2014/main" id="{585A85CE-785C-44CD-8A0D-0C1E4CE243D4}"/>
              </a:ext>
            </a:extLst>
          </p:cNvPr>
          <p:cNvSpPr>
            <a:spLocks xmlns:a="http://schemas.openxmlformats.org/drawingml/2006/main" noGrp="1"/>
          </p:cNvSpPr>
          <p:nvPr/>
        </p:nvSpPr>
        <p:spPr>
          <a:xfrm xmlns:a="http://schemas.openxmlformats.org/drawingml/2006/main">
            <a:off x="2952750" y="49815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800" b="1">
                <a:solidFill>
                  <a:srgbClr val="24745B"/>
                </a:solidFill>
                <a:latin typeface="Nimbus Sans"/>
                <a:ea typeface="Nimbus Sans"/>
                <a:cs typeface="Nimbus Sans"/>
              </a:defRPr>
            </a:defPPr>
            <a:lvl1pPr algn="r">
              <a:defRPr sz="1800" b="1">
                <a:solidFill>
                  <a:srgbClr val="24745B"/>
                </a:solidFill>
                <a:latin typeface="Nimbus Sans"/>
                <a:ea typeface="Nimbus Sans"/>
                <a:cs typeface="Nimbus Sans"/>
              </a:defRPr>
            </a:lvl1pPr>
            <a:lvl2pPr algn="r">
              <a:defRPr sz="1800" b="1">
                <a:solidFill>
                  <a:srgbClr val="24745B"/>
                </a:solidFill>
                <a:latin typeface="Nimbus Sans"/>
                <a:ea typeface="Nimbus Sans"/>
                <a:cs typeface="Nimbus Sans"/>
              </a:defRPr>
            </a:lvl2pPr>
            <a:lvl3pPr algn="r">
              <a:defRPr sz="1800" b="1">
                <a:solidFill>
                  <a:srgbClr val="24745B"/>
                </a:solidFill>
                <a:latin typeface="Nimbus Sans"/>
                <a:ea typeface="Nimbus Sans"/>
                <a:cs typeface="Nimbus Sans"/>
              </a:defRPr>
            </a:lvl3pPr>
            <a:lvl4pPr algn="r">
              <a:defRPr sz="1800" b="1">
                <a:solidFill>
                  <a:srgbClr val="24745B"/>
                </a:solidFill>
                <a:latin typeface="Nimbus Sans"/>
                <a:ea typeface="Nimbus Sans"/>
                <a:cs typeface="Nimbus Sans"/>
              </a:defRPr>
            </a:lvl4pPr>
            <a:lvl5pPr algn="r">
              <a:defRPr sz="1800" b="1">
                <a:solidFill>
                  <a:srgbClr val="24745B"/>
                </a:solidFill>
                <a:latin typeface="Nimbus Sans"/>
                <a:ea typeface="Nimbus Sans"/>
                <a:cs typeface="Nimbus Sans"/>
              </a:defRPr>
            </a:lvl5pPr>
            <a:lvl6pPr algn="r">
              <a:defRPr sz="1800" b="1">
                <a:solidFill>
                  <a:srgbClr val="24745B"/>
                </a:solidFill>
                <a:latin typeface="Nimbus Sans"/>
                <a:ea typeface="Nimbus Sans"/>
                <a:cs typeface="Nimbus Sans"/>
              </a:defRPr>
            </a:lvl6pPr>
            <a:lvl7pPr algn="r">
              <a:defRPr sz="1800" b="1">
                <a:solidFill>
                  <a:srgbClr val="24745B"/>
                </a:solidFill>
                <a:latin typeface="Nimbus Sans"/>
                <a:ea typeface="Nimbus Sans"/>
                <a:cs typeface="Nimbus Sans"/>
              </a:defRPr>
            </a:lvl7pPr>
            <a:lvl8pPr algn="r">
              <a:defRPr sz="1800" b="1">
                <a:solidFill>
                  <a:srgbClr val="24745B"/>
                </a:solidFill>
                <a:latin typeface="Nimbus Sans"/>
                <a:ea typeface="Nimbus Sans"/>
                <a:cs typeface="Nimbus Sans"/>
              </a:defRPr>
            </a:lvl8pPr>
            <a:lvl9pPr algn="r">
              <a:defRPr sz="1800" b="1">
                <a:solidFill>
                  <a:srgbClr val="24745B"/>
                </a:solidFill>
                <a:latin typeface="Nimbus Sans"/>
                <a:ea typeface="Nimbus Sans"/>
                <a:cs typeface="Nimbus Sans"/>
              </a:defRPr>
            </a:lvl9pPr>
          </a:lstStyle>
          <a:p xmlns:a="http://schemas.openxmlformats.org/drawingml/2006/main">
            <a:pPr algn="r">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GPIO control</a:t>
            </a:r>
          </a:p>
        </p:txBody>
      </p:sp>
      <p:sp>
        <p:nvSpPr>
          <p:cNvPr id="22" name="0.5-second pulse">
            <a:extLst xmlns:a="http://schemas.openxmlformats.org/drawingml/2006/main">
              <a:ext uri="{FF2B5EF4-FFF2-40B4-BE49-F238E27FC236}">
                <a16:creationId xmlns:a16="http://schemas.microsoft.com/office/drawing/2014/main" id="{312BD15A-A498-4C5F-905E-E897294E4EF8}"/>
              </a:ext>
            </a:extLst>
          </p:cNvPr>
          <p:cNvSpPr>
            <a:spLocks xmlns:a="http://schemas.openxmlformats.org/drawingml/2006/main" noGrp="1"/>
          </p:cNvSpPr>
          <p:nvPr/>
        </p:nvSpPr>
        <p:spPr>
          <a:xfrm xmlns:a="http://schemas.openxmlformats.org/drawingml/2006/main">
            <a:off x="2952750" y="53244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725" b="0">
                <a:solidFill>
                  <a:srgbClr val="5E7168"/>
                </a:solidFill>
                <a:latin typeface="Nimbus Sans"/>
                <a:ea typeface="Nimbus Sans"/>
                <a:cs typeface="Nimbus Sans"/>
              </a:defRPr>
            </a:defPPr>
            <a:lvl1pPr algn="r">
              <a:defRPr sz="1725" b="0">
                <a:solidFill>
                  <a:srgbClr val="5E7168"/>
                </a:solidFill>
                <a:latin typeface="Nimbus Sans"/>
                <a:ea typeface="Nimbus Sans"/>
                <a:cs typeface="Nimbus Sans"/>
              </a:defRPr>
            </a:lvl1pPr>
            <a:lvl2pPr algn="r">
              <a:defRPr sz="1725" b="0">
                <a:solidFill>
                  <a:srgbClr val="5E7168"/>
                </a:solidFill>
                <a:latin typeface="Nimbus Sans"/>
                <a:ea typeface="Nimbus Sans"/>
                <a:cs typeface="Nimbus Sans"/>
              </a:defRPr>
            </a:lvl2pPr>
            <a:lvl3pPr algn="r">
              <a:defRPr sz="1725" b="0">
                <a:solidFill>
                  <a:srgbClr val="5E7168"/>
                </a:solidFill>
                <a:latin typeface="Nimbus Sans"/>
                <a:ea typeface="Nimbus Sans"/>
                <a:cs typeface="Nimbus Sans"/>
              </a:defRPr>
            </a:lvl3pPr>
            <a:lvl4pPr algn="r">
              <a:defRPr sz="1725" b="0">
                <a:solidFill>
                  <a:srgbClr val="5E7168"/>
                </a:solidFill>
                <a:latin typeface="Nimbus Sans"/>
                <a:ea typeface="Nimbus Sans"/>
                <a:cs typeface="Nimbus Sans"/>
              </a:defRPr>
            </a:lvl4pPr>
            <a:lvl5pPr algn="r">
              <a:defRPr sz="1725" b="0">
                <a:solidFill>
                  <a:srgbClr val="5E7168"/>
                </a:solidFill>
                <a:latin typeface="Nimbus Sans"/>
                <a:ea typeface="Nimbus Sans"/>
                <a:cs typeface="Nimbus Sans"/>
              </a:defRPr>
            </a:lvl5pPr>
            <a:lvl6pPr algn="r">
              <a:defRPr sz="1725" b="0">
                <a:solidFill>
                  <a:srgbClr val="5E7168"/>
                </a:solidFill>
                <a:latin typeface="Nimbus Sans"/>
                <a:ea typeface="Nimbus Sans"/>
                <a:cs typeface="Nimbus Sans"/>
              </a:defRPr>
            </a:lvl6pPr>
            <a:lvl7pPr algn="r">
              <a:defRPr sz="1725" b="0">
                <a:solidFill>
                  <a:srgbClr val="5E7168"/>
                </a:solidFill>
                <a:latin typeface="Nimbus Sans"/>
                <a:ea typeface="Nimbus Sans"/>
                <a:cs typeface="Nimbus Sans"/>
              </a:defRPr>
            </a:lvl7pPr>
            <a:lvl8pPr algn="r">
              <a:defRPr sz="1725" b="0">
                <a:solidFill>
                  <a:srgbClr val="5E7168"/>
                </a:solidFill>
                <a:latin typeface="Nimbus Sans"/>
                <a:ea typeface="Nimbus Sans"/>
                <a:cs typeface="Nimbus Sans"/>
              </a:defRPr>
            </a:lvl8pPr>
            <a:lvl9pPr algn="r">
              <a:defRPr sz="1725" b="0">
                <a:solidFill>
                  <a:srgbClr val="5E7168"/>
                </a:solidFill>
                <a:latin typeface="Nimbus Sans"/>
                <a:ea typeface="Nimbus Sans"/>
                <a:cs typeface="Nimbus Sans"/>
              </a:defRPr>
            </a:lvl9pPr>
          </a:lstStyle>
          <a:p xmlns:a="http://schemas.openxmlformats.org/drawingml/2006/main">
            <a:pPr algn="r">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0.5-second pulse</a:t>
            </a:r>
          </a:p>
        </p:txBody>
      </p:sp>
      <p:sp>
        <p:nvSpPr>
          <p:cNvPr id="23" name="Four compartments">
            <a:extLst xmlns:a="http://schemas.openxmlformats.org/drawingml/2006/main">
              <a:ext uri="{FF2B5EF4-FFF2-40B4-BE49-F238E27FC236}">
                <a16:creationId xmlns:a16="http://schemas.microsoft.com/office/drawing/2014/main" id="{13A12832-D160-47DF-9134-711E73B3BD32}"/>
              </a:ext>
            </a:extLst>
          </p:cNvPr>
          <p:cNvSpPr>
            <a:spLocks xmlns:a="http://schemas.openxmlformats.org/drawingml/2006/main" noGrp="1"/>
          </p:cNvSpPr>
          <p:nvPr/>
        </p:nvSpPr>
        <p:spPr>
          <a:xfrm xmlns:a="http://schemas.openxmlformats.org/drawingml/2006/main">
            <a:off x="6953250" y="49911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defRPr sz="2175" b="1">
                <a:solidFill>
                  <a:srgbClr val="153D33"/>
                </a:solidFill>
                <a:latin typeface="Nimbus Sans"/>
                <a:ea typeface="Nimbus Sans"/>
                <a:cs typeface="Nimbus Sans"/>
              </a:defRPr>
            </a:lvl1pPr>
            <a:lvl2pPr algn="l">
              <a:defRPr sz="2175" b="1">
                <a:solidFill>
                  <a:srgbClr val="153D33"/>
                </a:solidFill>
                <a:latin typeface="Nimbus Sans"/>
                <a:ea typeface="Nimbus Sans"/>
                <a:cs typeface="Nimbus Sans"/>
              </a:defRPr>
            </a:lvl2pPr>
            <a:lvl3pPr algn="l">
              <a:defRPr sz="2175" b="1">
                <a:solidFill>
                  <a:srgbClr val="153D33"/>
                </a:solidFill>
                <a:latin typeface="Nimbus Sans"/>
                <a:ea typeface="Nimbus Sans"/>
                <a:cs typeface="Nimbus Sans"/>
              </a:defRPr>
            </a:lvl3pPr>
            <a:lvl4pPr algn="l">
              <a:defRPr sz="2175" b="1">
                <a:solidFill>
                  <a:srgbClr val="153D33"/>
                </a:solidFill>
                <a:latin typeface="Nimbus Sans"/>
                <a:ea typeface="Nimbus Sans"/>
                <a:cs typeface="Nimbus Sans"/>
              </a:defRPr>
            </a:lvl4pPr>
            <a:lvl5pPr algn="l">
              <a:defRPr sz="2175" b="1">
                <a:solidFill>
                  <a:srgbClr val="153D33"/>
                </a:solidFill>
                <a:latin typeface="Nimbus Sans"/>
                <a:ea typeface="Nimbus Sans"/>
                <a:cs typeface="Nimbus Sans"/>
              </a:defRPr>
            </a:lvl5pPr>
            <a:lvl6pPr algn="l">
              <a:defRPr sz="2175" b="1">
                <a:solidFill>
                  <a:srgbClr val="153D33"/>
                </a:solidFill>
                <a:latin typeface="Nimbus Sans"/>
                <a:ea typeface="Nimbus Sans"/>
                <a:cs typeface="Nimbus Sans"/>
              </a:defRPr>
            </a:lvl6pPr>
            <a:lvl7pPr algn="l">
              <a:defRPr sz="2175" b="1">
                <a:solidFill>
                  <a:srgbClr val="153D33"/>
                </a:solidFill>
                <a:latin typeface="Nimbus Sans"/>
                <a:ea typeface="Nimbus Sans"/>
                <a:cs typeface="Nimbus Sans"/>
              </a:defRPr>
            </a:lvl7pPr>
            <a:lvl8pPr algn="l">
              <a:defRPr sz="2175" b="1">
                <a:solidFill>
                  <a:srgbClr val="153D33"/>
                </a:solidFill>
                <a:latin typeface="Nimbus Sans"/>
                <a:ea typeface="Nimbus Sans"/>
                <a:cs typeface="Nimbus Sans"/>
              </a:defRPr>
            </a:lvl8pPr>
            <a:lvl9pPr algn="l">
              <a:defRPr sz="2175" b="1">
                <a:solidFill>
                  <a:srgbClr val="153D33"/>
                </a:solidFill>
                <a:latin typeface="Nimbus Sans"/>
                <a:ea typeface="Nimbus Sans"/>
                <a:cs typeface="Nimbus Sans"/>
              </a:defRPr>
            </a:lvl9pPr>
          </a:lstStyle>
          <a:p xmlns:a="http://schemas.openxmlformats.org/drawingml/2006/main">
            <a:pPr algn="l">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Four compartments</a:t>
            </a:r>
          </a:p>
        </p:txBody>
      </p:sp>
      <p:sp>
        <p:nvSpPr>
          <p:cNvPr id="24" name="S8050 drivers, relays and locks">
            <a:extLst xmlns:a="http://schemas.openxmlformats.org/drawingml/2006/main">
              <a:ext uri="{FF2B5EF4-FFF2-40B4-BE49-F238E27FC236}">
                <a16:creationId xmlns:a16="http://schemas.microsoft.com/office/drawing/2014/main" id="{1338B886-DC0C-4463-BA9E-4C7112806DB2}"/>
              </a:ext>
            </a:extLst>
          </p:cNvPr>
          <p:cNvSpPr>
            <a:spLocks xmlns:a="http://schemas.openxmlformats.org/drawingml/2006/main" noGrp="1"/>
          </p:cNvSpPr>
          <p:nvPr/>
        </p:nvSpPr>
        <p:spPr>
          <a:xfrm xmlns:a="http://schemas.openxmlformats.org/drawingml/2006/main">
            <a:off x="6953250" y="53911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defRPr sz="1800" b="0">
                <a:solidFill>
                  <a:srgbClr val="5E7168"/>
                </a:solidFill>
                <a:latin typeface="Nimbus Sans"/>
                <a:ea typeface="Nimbus Sans"/>
                <a:cs typeface="Nimbus Sans"/>
              </a:defRPr>
            </a:lvl1pPr>
            <a:lvl2pPr algn="l">
              <a:defRPr sz="1800" b="0">
                <a:solidFill>
                  <a:srgbClr val="5E7168"/>
                </a:solidFill>
                <a:latin typeface="Nimbus Sans"/>
                <a:ea typeface="Nimbus Sans"/>
                <a:cs typeface="Nimbus Sans"/>
              </a:defRPr>
            </a:lvl2pPr>
            <a:lvl3pPr algn="l">
              <a:defRPr sz="1800" b="0">
                <a:solidFill>
                  <a:srgbClr val="5E7168"/>
                </a:solidFill>
                <a:latin typeface="Nimbus Sans"/>
                <a:ea typeface="Nimbus Sans"/>
                <a:cs typeface="Nimbus Sans"/>
              </a:defRPr>
            </a:lvl3pPr>
            <a:lvl4pPr algn="l">
              <a:defRPr sz="1800" b="0">
                <a:solidFill>
                  <a:srgbClr val="5E7168"/>
                </a:solidFill>
                <a:latin typeface="Nimbus Sans"/>
                <a:ea typeface="Nimbus Sans"/>
                <a:cs typeface="Nimbus Sans"/>
              </a:defRPr>
            </a:lvl4pPr>
            <a:lvl5pPr algn="l">
              <a:defRPr sz="1800" b="0">
                <a:solidFill>
                  <a:srgbClr val="5E7168"/>
                </a:solidFill>
                <a:latin typeface="Nimbus Sans"/>
                <a:ea typeface="Nimbus Sans"/>
                <a:cs typeface="Nimbus Sans"/>
              </a:defRPr>
            </a:lvl5pPr>
            <a:lvl6pPr algn="l">
              <a:defRPr sz="1800" b="0">
                <a:solidFill>
                  <a:srgbClr val="5E7168"/>
                </a:solidFill>
                <a:latin typeface="Nimbus Sans"/>
                <a:ea typeface="Nimbus Sans"/>
                <a:cs typeface="Nimbus Sans"/>
              </a:defRPr>
            </a:lvl6pPr>
            <a:lvl7pPr algn="l">
              <a:defRPr sz="1800" b="0">
                <a:solidFill>
                  <a:srgbClr val="5E7168"/>
                </a:solidFill>
                <a:latin typeface="Nimbus Sans"/>
                <a:ea typeface="Nimbus Sans"/>
                <a:cs typeface="Nimbus Sans"/>
              </a:defRPr>
            </a:lvl7pPr>
            <a:lvl8pPr algn="l">
              <a:defRPr sz="1800" b="0">
                <a:solidFill>
                  <a:srgbClr val="5E7168"/>
                </a:solidFill>
                <a:latin typeface="Nimbus Sans"/>
                <a:ea typeface="Nimbus Sans"/>
                <a:cs typeface="Nimbus Sans"/>
              </a:defRPr>
            </a:lvl8pPr>
            <a:lvl9pPr algn="l">
              <a:defRPr sz="1800" b="0">
                <a:solidFill>
                  <a:srgbClr val="5E7168"/>
                </a:solidFill>
                <a:latin typeface="Nimbus Sans"/>
                <a:ea typeface="Nimbus Sans"/>
                <a:cs typeface="Nimbus Sans"/>
              </a:defRPr>
            </a:lvl9pPr>
          </a:lstStyle>
          <a:p xmlns:a="http://schemas.openxmlformats.org/drawingml/2006/main">
            <a:pPr algn="l">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S8050 drivers, relays and locks</a:t>
            </a:r>
          </a:p>
        </p:txBody>
      </p:sp>
      <p:sp>
        <p:nvSpPr>
          <p:cNvPr id="25" name="Local storage keeps photos, tags, inventory a">
            <a:extLst xmlns:a="http://schemas.openxmlformats.org/drawingml/2006/main">
              <a:ext uri="{FF2B5EF4-FFF2-40B4-BE49-F238E27FC236}">
                <a16:creationId xmlns:a16="http://schemas.microsoft.com/office/drawing/2014/main" id="{E3A61938-E3E8-4A3A-AE1A-DF8842575B85}"/>
              </a:ext>
            </a:extLst>
          </p:cNvPr>
          <p:cNvSpPr>
            <a:spLocks xmlns:a="http://schemas.openxmlformats.org/drawingml/2006/main" noGrp="1"/>
          </p:cNvSpPr>
          <p:nvPr/>
        </p:nvSpPr>
        <p:spPr>
          <a:xfrm xmlns:a="http://schemas.openxmlformats.org/drawingml/2006/main">
            <a:off x="609600" y="60960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defRPr sz="1725" b="1">
                <a:solidFill>
                  <a:srgbClr val="24745B"/>
                </a:solidFill>
                <a:latin typeface="Nimbus Sans"/>
                <a:ea typeface="Nimbus Sans"/>
                <a:cs typeface="Nimbus Sans"/>
              </a:defRPr>
            </a:lvl1pPr>
            <a:lvl2pPr algn="l">
              <a:defRPr sz="1725" b="1">
                <a:solidFill>
                  <a:srgbClr val="24745B"/>
                </a:solidFill>
                <a:latin typeface="Nimbus Sans"/>
                <a:ea typeface="Nimbus Sans"/>
                <a:cs typeface="Nimbus Sans"/>
              </a:defRPr>
            </a:lvl2pPr>
            <a:lvl3pPr algn="l">
              <a:defRPr sz="1725" b="1">
                <a:solidFill>
                  <a:srgbClr val="24745B"/>
                </a:solidFill>
                <a:latin typeface="Nimbus Sans"/>
                <a:ea typeface="Nimbus Sans"/>
                <a:cs typeface="Nimbus Sans"/>
              </a:defRPr>
            </a:lvl3pPr>
            <a:lvl4pPr algn="l">
              <a:defRPr sz="1725" b="1">
                <a:solidFill>
                  <a:srgbClr val="24745B"/>
                </a:solidFill>
                <a:latin typeface="Nimbus Sans"/>
                <a:ea typeface="Nimbus Sans"/>
                <a:cs typeface="Nimbus Sans"/>
              </a:defRPr>
            </a:lvl4pPr>
            <a:lvl5pPr algn="l">
              <a:defRPr sz="1725" b="1">
                <a:solidFill>
                  <a:srgbClr val="24745B"/>
                </a:solidFill>
                <a:latin typeface="Nimbus Sans"/>
                <a:ea typeface="Nimbus Sans"/>
                <a:cs typeface="Nimbus Sans"/>
              </a:defRPr>
            </a:lvl5pPr>
            <a:lvl6pPr algn="l">
              <a:defRPr sz="1725" b="1">
                <a:solidFill>
                  <a:srgbClr val="24745B"/>
                </a:solidFill>
                <a:latin typeface="Nimbus Sans"/>
                <a:ea typeface="Nimbus Sans"/>
                <a:cs typeface="Nimbus Sans"/>
              </a:defRPr>
            </a:lvl6pPr>
            <a:lvl7pPr algn="l">
              <a:defRPr sz="1725" b="1">
                <a:solidFill>
                  <a:srgbClr val="24745B"/>
                </a:solidFill>
                <a:latin typeface="Nimbus Sans"/>
                <a:ea typeface="Nimbus Sans"/>
                <a:cs typeface="Nimbus Sans"/>
              </a:defRPr>
            </a:lvl7pPr>
            <a:lvl8pPr algn="l">
              <a:defRPr sz="1725" b="1">
                <a:solidFill>
                  <a:srgbClr val="24745B"/>
                </a:solidFill>
                <a:latin typeface="Nimbus Sans"/>
                <a:ea typeface="Nimbus Sans"/>
                <a:cs typeface="Nimbus Sans"/>
              </a:defRPr>
            </a:lvl8pPr>
            <a:lvl9pPr algn="l">
              <a:defRPr sz="1725" b="1">
                <a:solidFill>
                  <a:srgbClr val="24745B"/>
                </a:solidFill>
                <a:latin typeface="Nimbus Sans"/>
                <a:ea typeface="Nimbus Sans"/>
                <a:cs typeface="Nimbus Sans"/>
              </a:defRPr>
            </a:lvl9pPr>
          </a:lstStyle>
          <a:p xmlns:a="http://schemas.openxmlformats.org/drawingml/2006/main">
            <a:pPr algn="l">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Local storage keeps photos, tags, inventory and operation records together.</a:t>
            </a:r>
          </a:p>
        </p:txBody>
      </p:sp>
    </p:spTree>
    <p:extLst>
      <p:ext uri="{BB962C8B-B14F-4D97-AF65-F5344CB8AC3E}">
        <p14:creationId xmlns:p14="http://schemas.microsoft.com/office/powerpoint/2010/main" val="1109482042"/>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2" name="Hardware and software stack">
            <a:extLst xmlns:a="http://schemas.openxmlformats.org/drawingml/2006/main">
              <a:ext uri="{FF2B5EF4-FFF2-40B4-BE49-F238E27FC236}">
                <a16:creationId xmlns:a16="http://schemas.microsoft.com/office/drawing/2014/main" id="{965C6950-13B5-41A7-AD6D-419C64B6557A}"/>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Hardware and software stack</a:t>
            </a:r>
          </a:p>
        </p:txBody>
      </p:sp>
      <p:sp>
        <p:nvSpPr>
          <p:cNvPr id="2" name="Four components support the visitor interface">
            <a:extLst xmlns:a="http://schemas.openxmlformats.org/drawingml/2006/main">
              <a:ext uri="{FF2B5EF4-FFF2-40B4-BE49-F238E27FC236}">
                <a16:creationId xmlns:a16="http://schemas.microsoft.com/office/drawing/2014/main" id="{272FD058-1CDC-483F-9C90-A5E800CA9345}"/>
              </a:ext>
            </a:extLst>
          </p:cNvPr>
          <p:cNvSpPr>
            <a:spLocks xmlns:a="http://schemas.openxmlformats.org/drawingml/2006/main" noGrp="1"/>
          </p:cNvSpPr>
          <p:nvPr/>
        </p:nvSpPr>
        <p:spPr>
          <a:xfrm xmlns:a="http://schemas.openxmlformats.org/drawingml/2006/main">
            <a:off x="609600" y="12382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Four components support the visitor interface, local logic, AI and physical handover</a:t>
            </a:r>
          </a:p>
        </p:txBody>
      </p:sp>
      <p:sp>
        <p:nvSpPr>
          <p:cNvPr id="3" name="05">
            <a:extLst xmlns:a="http://schemas.openxmlformats.org/drawingml/2006/main">
              <a:ext uri="{FF2B5EF4-FFF2-40B4-BE49-F238E27FC236}">
                <a16:creationId xmlns:a16="http://schemas.microsoft.com/office/drawing/2014/main" id="{3BB808B8-1721-4AB0-B226-323AD5109A3E}"/>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05</a:t>
            </a:r>
          </a:p>
        </p:txBody>
      </p:sp>
      <p:pic>
        <p:nvPicPr>
          <p:cNvPr id="4" name="">
            <a:extLst xmlns:a="http://schemas.openxmlformats.org/drawingml/2006/main">
              <a:ext uri="{FF2B5EF4-FFF2-40B4-BE49-F238E27FC236}">
                <a16:creationId xmlns:a16="http://schemas.microsoft.com/office/drawing/2014/main" id="{F4CCFD0B-A691-460E-99BF-97BD0F9C281D}"/>
              </a:ext>
            </a:extLst>
          </p:cNvPr>
          <p:cNvPicPr>
            <a:picLocks xmlns:a="http://schemas.openxmlformats.org/drawingml/2006/main" noChangeAspect="1"/>
          </p:cNvPicPr>
          <p:nvPr/>
        </p:nvPicPr>
        <p:blipFill>
          <a:blip xmlns:r="http://schemas.openxmlformats.org/officeDocument/2006/relationships" xmlns:a="http://schemas.openxmlformats.org/drawingml/2006/main" r:embed="Ra0d762f06f4945d7"/>
          <a:stretch xmlns:a="http://schemas.openxmlformats.org/drawingml/2006/main"/>
        </p:blipFill>
        <p:spPr>
          <a:xfrm xmlns:a="http://schemas.openxmlformats.org/drawingml/2006/main">
            <a:off x="962025" y="1857375"/>
            <a:ext cx="1809750" cy="1809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3E2F89F-DEDD-445D-B86E-FEC7B5F3ACD9}"/>
              </a:ext>
            </a:extLst>
          </p:cNvPr>
          <p:cNvPicPr>
            <a:picLocks xmlns:a="http://schemas.openxmlformats.org/drawingml/2006/main" noChangeAspect="1"/>
          </p:cNvPicPr>
          <p:nvPr/>
        </p:nvPicPr>
        <p:blipFill>
          <a:blip xmlns:r="http://schemas.openxmlformats.org/officeDocument/2006/relationships" xmlns:a="http://schemas.openxmlformats.org/drawingml/2006/main" r:embed="R33d4cf5fb2d54cdf"/>
          <a:stretch xmlns:a="http://schemas.openxmlformats.org/drawingml/2006/main"/>
        </p:blipFill>
        <p:spPr>
          <a:xfrm xmlns:a="http://schemas.openxmlformats.org/drawingml/2006/main">
            <a:off x="3733800" y="1857375"/>
            <a:ext cx="1809750" cy="1809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C8E7D60-6AE8-4CE7-A7A9-257A0CC8B70B}"/>
              </a:ext>
            </a:extLst>
          </p:cNvPr>
          <p:cNvPicPr>
            <a:picLocks xmlns:a="http://schemas.openxmlformats.org/drawingml/2006/main" noChangeAspect="1"/>
          </p:cNvPicPr>
          <p:nvPr/>
        </p:nvPicPr>
        <p:blipFill>
          <a:blip xmlns:r="http://schemas.openxmlformats.org/officeDocument/2006/relationships" xmlns:a="http://schemas.openxmlformats.org/drawingml/2006/main" r:embed="R5f8dec77838e47d5"/>
          <a:stretch xmlns:a="http://schemas.openxmlformats.org/drawingml/2006/main"/>
        </p:blipFill>
        <p:spPr>
          <a:xfrm xmlns:a="http://schemas.openxmlformats.org/drawingml/2006/main">
            <a:off x="6505575" y="1857375"/>
            <a:ext cx="1809750" cy="1809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85A06B1-557F-473B-9C67-F3B7D58252F6}"/>
              </a:ext>
            </a:extLst>
          </p:cNvPr>
          <p:cNvPicPr>
            <a:picLocks xmlns:a="http://schemas.openxmlformats.org/drawingml/2006/main" noChangeAspect="1"/>
          </p:cNvPicPr>
          <p:nvPr/>
        </p:nvPicPr>
        <p:blipFill>
          <a:blip xmlns:r="http://schemas.openxmlformats.org/officeDocument/2006/relationships" xmlns:a="http://schemas.openxmlformats.org/drawingml/2006/main" r:embed="R1984fe49d2af40f0"/>
          <a:stretch xmlns:a="http://schemas.openxmlformats.org/drawingml/2006/main"/>
        </p:blipFill>
        <p:spPr>
          <a:xfrm xmlns:a="http://schemas.openxmlformats.org/drawingml/2006/main">
            <a:off x="9277350" y="1857375"/>
            <a:ext cx="1809750" cy="1809750"/>
          </a:xfrm>
          <a:prstGeom xmlns:a="http://schemas.openxmlformats.org/drawingml/2006/main" prst="rect">
            <a:avLst/>
          </a:prstGeom>
        </p:spPr>
      </p:pic>
      <p:sp>
        <p:nvSpPr>
          <p:cNvPr id="8" name="Visitor interface">
            <a:extLst xmlns:a="http://schemas.openxmlformats.org/drawingml/2006/main">
              <a:ext uri="{FF2B5EF4-FFF2-40B4-BE49-F238E27FC236}">
                <a16:creationId xmlns:a16="http://schemas.microsoft.com/office/drawing/2014/main" id="{DFCA3638-4BAC-4FDE-AD5A-3A147226E8A6}"/>
              </a:ext>
            </a:extLst>
          </p:cNvPr>
          <p:cNvSpPr>
            <a:spLocks xmlns:a="http://schemas.openxmlformats.org/drawingml/2006/main" noGrp="1"/>
          </p:cNvSpPr>
          <p:nvPr/>
        </p:nvSpPr>
        <p:spPr>
          <a:xfrm xmlns:a="http://schemas.openxmlformats.org/drawingml/2006/main">
            <a:off x="609600" y="3829050"/>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Visitor interface</a:t>
            </a:r>
          </a:p>
        </p:txBody>
      </p:sp>
      <p:sp>
        <p:nvSpPr>
          <p:cNvPr id="9" name="SwiftUI / iOS 17+">
            <a:extLst xmlns:a="http://schemas.openxmlformats.org/drawingml/2006/main">
              <a:ext uri="{FF2B5EF4-FFF2-40B4-BE49-F238E27FC236}">
                <a16:creationId xmlns:a16="http://schemas.microsoft.com/office/drawing/2014/main" id="{0A2F462A-2AE0-4EDF-9A64-454E947D1F47}"/>
              </a:ext>
            </a:extLst>
          </p:cNvPr>
          <p:cNvSpPr>
            <a:spLocks xmlns:a="http://schemas.openxmlformats.org/drawingml/2006/main" noGrp="1"/>
          </p:cNvSpPr>
          <p:nvPr/>
        </p:nvSpPr>
        <p:spPr>
          <a:xfrm xmlns:a="http://schemas.openxmlformats.org/drawingml/2006/main">
            <a:off x="609600" y="4371975"/>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950" b="1">
                <a:solidFill>
                  <a:srgbClr val="24745B"/>
                </a:solidFill>
                <a:latin typeface="Nimbus Sans"/>
                <a:ea typeface="Nimbus Sans"/>
                <a:cs typeface="Nimbus Sans"/>
              </a:defRPr>
            </a:defPPr>
            <a:lvl1pPr algn="ctr">
              <a:defRPr sz="1950" b="1">
                <a:solidFill>
                  <a:srgbClr val="24745B"/>
                </a:solidFill>
                <a:latin typeface="Nimbus Sans"/>
                <a:ea typeface="Nimbus Sans"/>
                <a:cs typeface="Nimbus Sans"/>
              </a:defRPr>
            </a:lvl1pPr>
            <a:lvl2pPr algn="ctr">
              <a:defRPr sz="1950" b="1">
                <a:solidFill>
                  <a:srgbClr val="24745B"/>
                </a:solidFill>
                <a:latin typeface="Nimbus Sans"/>
                <a:ea typeface="Nimbus Sans"/>
                <a:cs typeface="Nimbus Sans"/>
              </a:defRPr>
            </a:lvl2pPr>
            <a:lvl3pPr algn="ctr">
              <a:defRPr sz="1950" b="1">
                <a:solidFill>
                  <a:srgbClr val="24745B"/>
                </a:solidFill>
                <a:latin typeface="Nimbus Sans"/>
                <a:ea typeface="Nimbus Sans"/>
                <a:cs typeface="Nimbus Sans"/>
              </a:defRPr>
            </a:lvl3pPr>
            <a:lvl4pPr algn="ctr">
              <a:defRPr sz="1950" b="1">
                <a:solidFill>
                  <a:srgbClr val="24745B"/>
                </a:solidFill>
                <a:latin typeface="Nimbus Sans"/>
                <a:ea typeface="Nimbus Sans"/>
                <a:cs typeface="Nimbus Sans"/>
              </a:defRPr>
            </a:lvl4pPr>
            <a:lvl5pPr algn="ctr">
              <a:defRPr sz="1950" b="1">
                <a:solidFill>
                  <a:srgbClr val="24745B"/>
                </a:solidFill>
                <a:latin typeface="Nimbus Sans"/>
                <a:ea typeface="Nimbus Sans"/>
                <a:cs typeface="Nimbus Sans"/>
              </a:defRPr>
            </a:lvl5pPr>
            <a:lvl6pPr algn="ctr">
              <a:defRPr sz="1950" b="1">
                <a:solidFill>
                  <a:srgbClr val="24745B"/>
                </a:solidFill>
                <a:latin typeface="Nimbus Sans"/>
                <a:ea typeface="Nimbus Sans"/>
                <a:cs typeface="Nimbus Sans"/>
              </a:defRPr>
            </a:lvl6pPr>
            <a:lvl7pPr algn="ctr">
              <a:defRPr sz="1950" b="1">
                <a:solidFill>
                  <a:srgbClr val="24745B"/>
                </a:solidFill>
                <a:latin typeface="Nimbus Sans"/>
                <a:ea typeface="Nimbus Sans"/>
                <a:cs typeface="Nimbus Sans"/>
              </a:defRPr>
            </a:lvl7pPr>
            <a:lvl8pPr algn="ctr">
              <a:defRPr sz="1950" b="1">
                <a:solidFill>
                  <a:srgbClr val="24745B"/>
                </a:solidFill>
                <a:latin typeface="Nimbus Sans"/>
                <a:ea typeface="Nimbus Sans"/>
                <a:cs typeface="Nimbus Sans"/>
              </a:defRPr>
            </a:lvl8pPr>
            <a:lvl9pPr algn="ctr">
              <a:defRPr sz="1950" b="1">
                <a:solidFill>
                  <a:srgbClr val="24745B"/>
                </a:solidFill>
                <a:latin typeface="Nimbus Sans"/>
                <a:ea typeface="Nimbus Sans"/>
                <a:cs typeface="Nimbus Sans"/>
              </a:defRPr>
            </a:lvl9pPr>
          </a:lstStyle>
          <a:p xmlns:a="http://schemas.openxmlformats.org/drawingml/2006/main">
            <a:pPr algn="ctr">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SwiftUI / iOS 17+</a:t>
            </a:r>
          </a:p>
        </p:txBody>
      </p:sp>
      <p:sp>
        <p:nvSpPr>
          <p:cNvPr id="10" name="Camera and mic&#10;Native iPad station">
            <a:extLst xmlns:a="http://schemas.openxmlformats.org/drawingml/2006/main">
              <a:ext uri="{FF2B5EF4-FFF2-40B4-BE49-F238E27FC236}">
                <a16:creationId xmlns:a16="http://schemas.microsoft.com/office/drawing/2014/main" id="{A97CEB97-F800-40C1-82D5-CDC40D2ECA77}"/>
              </a:ext>
            </a:extLst>
          </p:cNvPr>
          <p:cNvSpPr>
            <a:spLocks xmlns:a="http://schemas.openxmlformats.org/drawingml/2006/main" noGrp="1"/>
          </p:cNvSpPr>
          <p:nvPr/>
        </p:nvSpPr>
        <p:spPr>
          <a:xfrm xmlns:a="http://schemas.openxmlformats.org/drawingml/2006/main">
            <a:off x="609600" y="4829175"/>
            <a:ext cx="2514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75" b="0">
                <a:solidFill>
                  <a:srgbClr val="5E7168"/>
                </a:solidFill>
                <a:latin typeface="Nimbus Sans"/>
                <a:ea typeface="Nimbus Sans"/>
                <a:cs typeface="Nimbus Sans"/>
              </a:defRPr>
            </a:defPPr>
            <a:lvl1pPr algn="ctr">
              <a:defRPr sz="1875" b="0">
                <a:solidFill>
                  <a:srgbClr val="5E7168"/>
                </a:solidFill>
                <a:latin typeface="Nimbus Sans"/>
                <a:ea typeface="Nimbus Sans"/>
                <a:cs typeface="Nimbus Sans"/>
              </a:defRPr>
            </a:lvl1pPr>
            <a:lvl2pPr algn="ctr">
              <a:defRPr sz="1875" b="0">
                <a:solidFill>
                  <a:srgbClr val="5E7168"/>
                </a:solidFill>
                <a:latin typeface="Nimbus Sans"/>
                <a:ea typeface="Nimbus Sans"/>
                <a:cs typeface="Nimbus Sans"/>
              </a:defRPr>
            </a:lvl2pPr>
            <a:lvl3pPr algn="ctr">
              <a:defRPr sz="1875" b="0">
                <a:solidFill>
                  <a:srgbClr val="5E7168"/>
                </a:solidFill>
                <a:latin typeface="Nimbus Sans"/>
                <a:ea typeface="Nimbus Sans"/>
                <a:cs typeface="Nimbus Sans"/>
              </a:defRPr>
            </a:lvl3pPr>
            <a:lvl4pPr algn="ctr">
              <a:defRPr sz="1875" b="0">
                <a:solidFill>
                  <a:srgbClr val="5E7168"/>
                </a:solidFill>
                <a:latin typeface="Nimbus Sans"/>
                <a:ea typeface="Nimbus Sans"/>
                <a:cs typeface="Nimbus Sans"/>
              </a:defRPr>
            </a:lvl4pPr>
            <a:lvl5pPr algn="ctr">
              <a:defRPr sz="1875" b="0">
                <a:solidFill>
                  <a:srgbClr val="5E7168"/>
                </a:solidFill>
                <a:latin typeface="Nimbus Sans"/>
                <a:ea typeface="Nimbus Sans"/>
                <a:cs typeface="Nimbus Sans"/>
              </a:defRPr>
            </a:lvl5pPr>
            <a:lvl6pPr algn="ctr">
              <a:defRPr sz="1875" b="0">
                <a:solidFill>
                  <a:srgbClr val="5E7168"/>
                </a:solidFill>
                <a:latin typeface="Nimbus Sans"/>
                <a:ea typeface="Nimbus Sans"/>
                <a:cs typeface="Nimbus Sans"/>
              </a:defRPr>
            </a:lvl6pPr>
            <a:lvl7pPr algn="ctr">
              <a:defRPr sz="1875" b="0">
                <a:solidFill>
                  <a:srgbClr val="5E7168"/>
                </a:solidFill>
                <a:latin typeface="Nimbus Sans"/>
                <a:ea typeface="Nimbus Sans"/>
                <a:cs typeface="Nimbus Sans"/>
              </a:defRPr>
            </a:lvl7pPr>
            <a:lvl8pPr algn="ctr">
              <a:defRPr sz="1875" b="0">
                <a:solidFill>
                  <a:srgbClr val="5E7168"/>
                </a:solidFill>
                <a:latin typeface="Nimbus Sans"/>
                <a:ea typeface="Nimbus Sans"/>
                <a:cs typeface="Nimbus Sans"/>
              </a:defRPr>
            </a:lvl8pPr>
            <a:lvl9pPr algn="ctr">
              <a:defRPr sz="1875" b="0">
                <a:solidFill>
                  <a:srgbClr val="5E7168"/>
                </a:solidFill>
                <a:latin typeface="Nimbus Sans"/>
                <a:ea typeface="Nimbus Sans"/>
                <a:cs typeface="Nimbus Sans"/>
              </a:defRPr>
            </a:lvl9pPr>
          </a:lstStyle>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Camera and mic</a:t>
            </a:r>
          </a:p>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Native iPad station</a:t>
            </a:r>
          </a:p>
        </p:txBody>
      </p:sp>
      <p:sp>
        <p:nvSpPr>
          <p:cNvPr id="11" name="Edge backend">
            <a:extLst xmlns:a="http://schemas.openxmlformats.org/drawingml/2006/main">
              <a:ext uri="{FF2B5EF4-FFF2-40B4-BE49-F238E27FC236}">
                <a16:creationId xmlns:a16="http://schemas.microsoft.com/office/drawing/2014/main" id="{43B52B8E-FB23-4838-8D7E-4F4A8A5F0653}"/>
              </a:ext>
            </a:extLst>
          </p:cNvPr>
          <p:cNvSpPr>
            <a:spLocks xmlns:a="http://schemas.openxmlformats.org/drawingml/2006/main" noGrp="1"/>
          </p:cNvSpPr>
          <p:nvPr/>
        </p:nvSpPr>
        <p:spPr>
          <a:xfrm xmlns:a="http://schemas.openxmlformats.org/drawingml/2006/main">
            <a:off x="3381375" y="3829050"/>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Edge backend</a:t>
            </a:r>
          </a:p>
        </p:txBody>
      </p:sp>
      <p:sp>
        <p:nvSpPr>
          <p:cNvPr id="12" name="Python API">
            <a:extLst xmlns:a="http://schemas.openxmlformats.org/drawingml/2006/main">
              <a:ext uri="{FF2B5EF4-FFF2-40B4-BE49-F238E27FC236}">
                <a16:creationId xmlns:a16="http://schemas.microsoft.com/office/drawing/2014/main" id="{53836FDE-DEEF-4AC4-BF89-51BF5666F911}"/>
              </a:ext>
            </a:extLst>
          </p:cNvPr>
          <p:cNvSpPr>
            <a:spLocks xmlns:a="http://schemas.openxmlformats.org/drawingml/2006/main" noGrp="1"/>
          </p:cNvSpPr>
          <p:nvPr/>
        </p:nvSpPr>
        <p:spPr>
          <a:xfrm xmlns:a="http://schemas.openxmlformats.org/drawingml/2006/main">
            <a:off x="3381375" y="4371975"/>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950" b="1">
                <a:solidFill>
                  <a:srgbClr val="24745B"/>
                </a:solidFill>
                <a:latin typeface="Nimbus Sans"/>
                <a:ea typeface="Nimbus Sans"/>
                <a:cs typeface="Nimbus Sans"/>
              </a:defRPr>
            </a:defPPr>
            <a:lvl1pPr algn="ctr">
              <a:defRPr sz="1950" b="1">
                <a:solidFill>
                  <a:srgbClr val="24745B"/>
                </a:solidFill>
                <a:latin typeface="Nimbus Sans"/>
                <a:ea typeface="Nimbus Sans"/>
                <a:cs typeface="Nimbus Sans"/>
              </a:defRPr>
            </a:lvl1pPr>
            <a:lvl2pPr algn="ctr">
              <a:defRPr sz="1950" b="1">
                <a:solidFill>
                  <a:srgbClr val="24745B"/>
                </a:solidFill>
                <a:latin typeface="Nimbus Sans"/>
                <a:ea typeface="Nimbus Sans"/>
                <a:cs typeface="Nimbus Sans"/>
              </a:defRPr>
            </a:lvl2pPr>
            <a:lvl3pPr algn="ctr">
              <a:defRPr sz="1950" b="1">
                <a:solidFill>
                  <a:srgbClr val="24745B"/>
                </a:solidFill>
                <a:latin typeface="Nimbus Sans"/>
                <a:ea typeface="Nimbus Sans"/>
                <a:cs typeface="Nimbus Sans"/>
              </a:defRPr>
            </a:lvl3pPr>
            <a:lvl4pPr algn="ctr">
              <a:defRPr sz="1950" b="1">
                <a:solidFill>
                  <a:srgbClr val="24745B"/>
                </a:solidFill>
                <a:latin typeface="Nimbus Sans"/>
                <a:ea typeface="Nimbus Sans"/>
                <a:cs typeface="Nimbus Sans"/>
              </a:defRPr>
            </a:lvl4pPr>
            <a:lvl5pPr algn="ctr">
              <a:defRPr sz="1950" b="1">
                <a:solidFill>
                  <a:srgbClr val="24745B"/>
                </a:solidFill>
                <a:latin typeface="Nimbus Sans"/>
                <a:ea typeface="Nimbus Sans"/>
                <a:cs typeface="Nimbus Sans"/>
              </a:defRPr>
            </a:lvl5pPr>
            <a:lvl6pPr algn="ctr">
              <a:defRPr sz="1950" b="1">
                <a:solidFill>
                  <a:srgbClr val="24745B"/>
                </a:solidFill>
                <a:latin typeface="Nimbus Sans"/>
                <a:ea typeface="Nimbus Sans"/>
                <a:cs typeface="Nimbus Sans"/>
              </a:defRPr>
            </a:lvl6pPr>
            <a:lvl7pPr algn="ctr">
              <a:defRPr sz="1950" b="1">
                <a:solidFill>
                  <a:srgbClr val="24745B"/>
                </a:solidFill>
                <a:latin typeface="Nimbus Sans"/>
                <a:ea typeface="Nimbus Sans"/>
                <a:cs typeface="Nimbus Sans"/>
              </a:defRPr>
            </a:lvl7pPr>
            <a:lvl8pPr algn="ctr">
              <a:defRPr sz="1950" b="1">
                <a:solidFill>
                  <a:srgbClr val="24745B"/>
                </a:solidFill>
                <a:latin typeface="Nimbus Sans"/>
                <a:ea typeface="Nimbus Sans"/>
                <a:cs typeface="Nimbus Sans"/>
              </a:defRPr>
            </a:lvl8pPr>
            <a:lvl9pPr algn="ctr">
              <a:defRPr sz="1950" b="1">
                <a:solidFill>
                  <a:srgbClr val="24745B"/>
                </a:solidFill>
                <a:latin typeface="Nimbus Sans"/>
                <a:ea typeface="Nimbus Sans"/>
                <a:cs typeface="Nimbus Sans"/>
              </a:defRPr>
            </a:lvl9pPr>
          </a:lstStyle>
          <a:p xmlns:a="http://schemas.openxmlformats.org/drawingml/2006/main">
            <a:pPr algn="ctr">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Python API</a:t>
            </a:r>
          </a:p>
        </p:txBody>
      </p:sp>
      <p:sp>
        <p:nvSpPr>
          <p:cNvPr id="13" name="SQLite storage&#10;lgpio control">
            <a:extLst xmlns:a="http://schemas.openxmlformats.org/drawingml/2006/main">
              <a:ext uri="{FF2B5EF4-FFF2-40B4-BE49-F238E27FC236}">
                <a16:creationId xmlns:a16="http://schemas.microsoft.com/office/drawing/2014/main" id="{3692531B-4BE4-4477-AED7-F0A041ED1AFA}"/>
              </a:ext>
            </a:extLst>
          </p:cNvPr>
          <p:cNvSpPr>
            <a:spLocks xmlns:a="http://schemas.openxmlformats.org/drawingml/2006/main" noGrp="1"/>
          </p:cNvSpPr>
          <p:nvPr/>
        </p:nvSpPr>
        <p:spPr>
          <a:xfrm xmlns:a="http://schemas.openxmlformats.org/drawingml/2006/main">
            <a:off x="3381375" y="4829175"/>
            <a:ext cx="2514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75" b="0">
                <a:solidFill>
                  <a:srgbClr val="5E7168"/>
                </a:solidFill>
                <a:latin typeface="Nimbus Sans"/>
                <a:ea typeface="Nimbus Sans"/>
                <a:cs typeface="Nimbus Sans"/>
              </a:defRPr>
            </a:defPPr>
            <a:lvl1pPr algn="ctr">
              <a:defRPr sz="1875" b="0">
                <a:solidFill>
                  <a:srgbClr val="5E7168"/>
                </a:solidFill>
                <a:latin typeface="Nimbus Sans"/>
                <a:ea typeface="Nimbus Sans"/>
                <a:cs typeface="Nimbus Sans"/>
              </a:defRPr>
            </a:lvl1pPr>
            <a:lvl2pPr algn="ctr">
              <a:defRPr sz="1875" b="0">
                <a:solidFill>
                  <a:srgbClr val="5E7168"/>
                </a:solidFill>
                <a:latin typeface="Nimbus Sans"/>
                <a:ea typeface="Nimbus Sans"/>
                <a:cs typeface="Nimbus Sans"/>
              </a:defRPr>
            </a:lvl2pPr>
            <a:lvl3pPr algn="ctr">
              <a:defRPr sz="1875" b="0">
                <a:solidFill>
                  <a:srgbClr val="5E7168"/>
                </a:solidFill>
                <a:latin typeface="Nimbus Sans"/>
                <a:ea typeface="Nimbus Sans"/>
                <a:cs typeface="Nimbus Sans"/>
              </a:defRPr>
            </a:lvl3pPr>
            <a:lvl4pPr algn="ctr">
              <a:defRPr sz="1875" b="0">
                <a:solidFill>
                  <a:srgbClr val="5E7168"/>
                </a:solidFill>
                <a:latin typeface="Nimbus Sans"/>
                <a:ea typeface="Nimbus Sans"/>
                <a:cs typeface="Nimbus Sans"/>
              </a:defRPr>
            </a:lvl4pPr>
            <a:lvl5pPr algn="ctr">
              <a:defRPr sz="1875" b="0">
                <a:solidFill>
                  <a:srgbClr val="5E7168"/>
                </a:solidFill>
                <a:latin typeface="Nimbus Sans"/>
                <a:ea typeface="Nimbus Sans"/>
                <a:cs typeface="Nimbus Sans"/>
              </a:defRPr>
            </a:lvl5pPr>
            <a:lvl6pPr algn="ctr">
              <a:defRPr sz="1875" b="0">
                <a:solidFill>
                  <a:srgbClr val="5E7168"/>
                </a:solidFill>
                <a:latin typeface="Nimbus Sans"/>
                <a:ea typeface="Nimbus Sans"/>
                <a:cs typeface="Nimbus Sans"/>
              </a:defRPr>
            </a:lvl6pPr>
            <a:lvl7pPr algn="ctr">
              <a:defRPr sz="1875" b="0">
                <a:solidFill>
                  <a:srgbClr val="5E7168"/>
                </a:solidFill>
                <a:latin typeface="Nimbus Sans"/>
                <a:ea typeface="Nimbus Sans"/>
                <a:cs typeface="Nimbus Sans"/>
              </a:defRPr>
            </a:lvl7pPr>
            <a:lvl8pPr algn="ctr">
              <a:defRPr sz="1875" b="0">
                <a:solidFill>
                  <a:srgbClr val="5E7168"/>
                </a:solidFill>
                <a:latin typeface="Nimbus Sans"/>
                <a:ea typeface="Nimbus Sans"/>
                <a:cs typeface="Nimbus Sans"/>
              </a:defRPr>
            </a:lvl8pPr>
            <a:lvl9pPr algn="ctr">
              <a:defRPr sz="1875" b="0">
                <a:solidFill>
                  <a:srgbClr val="5E7168"/>
                </a:solidFill>
                <a:latin typeface="Nimbus Sans"/>
                <a:ea typeface="Nimbus Sans"/>
                <a:cs typeface="Nimbus Sans"/>
              </a:defRPr>
            </a:lvl9pPr>
          </a:lstStyle>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SQLite storage</a:t>
            </a:r>
          </a:p>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lgpio control</a:t>
            </a:r>
          </a:p>
        </p:txBody>
      </p:sp>
      <p:sp>
        <p:nvSpPr>
          <p:cNvPr id="14" name="AI services">
            <a:extLst xmlns:a="http://schemas.openxmlformats.org/drawingml/2006/main">
              <a:ext uri="{FF2B5EF4-FFF2-40B4-BE49-F238E27FC236}">
                <a16:creationId xmlns:a16="http://schemas.microsoft.com/office/drawing/2014/main" id="{C43E53C3-AF45-4057-9B29-16B1ACE82F7F}"/>
              </a:ext>
            </a:extLst>
          </p:cNvPr>
          <p:cNvSpPr>
            <a:spLocks xmlns:a="http://schemas.openxmlformats.org/drawingml/2006/main" noGrp="1"/>
          </p:cNvSpPr>
          <p:nvPr/>
        </p:nvSpPr>
        <p:spPr>
          <a:xfrm xmlns:a="http://schemas.openxmlformats.org/drawingml/2006/main">
            <a:off x="6153150" y="3829050"/>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AI services</a:t>
            </a:r>
          </a:p>
        </p:txBody>
      </p:sp>
      <p:sp>
        <p:nvSpPr>
          <p:cNvPr id="15" name="Qwen3-VL-Plus">
            <a:extLst xmlns:a="http://schemas.openxmlformats.org/drawingml/2006/main">
              <a:ext uri="{FF2B5EF4-FFF2-40B4-BE49-F238E27FC236}">
                <a16:creationId xmlns:a16="http://schemas.microsoft.com/office/drawing/2014/main" id="{372BFEDE-C4B7-4062-80E6-C1ABE73EB281}"/>
              </a:ext>
            </a:extLst>
          </p:cNvPr>
          <p:cNvSpPr>
            <a:spLocks xmlns:a="http://schemas.openxmlformats.org/drawingml/2006/main" noGrp="1"/>
          </p:cNvSpPr>
          <p:nvPr/>
        </p:nvSpPr>
        <p:spPr>
          <a:xfrm xmlns:a="http://schemas.openxmlformats.org/drawingml/2006/main">
            <a:off x="6153150" y="4371975"/>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950" b="1">
                <a:solidFill>
                  <a:srgbClr val="24745B"/>
                </a:solidFill>
                <a:latin typeface="Nimbus Sans"/>
                <a:ea typeface="Nimbus Sans"/>
                <a:cs typeface="Nimbus Sans"/>
              </a:defRPr>
            </a:defPPr>
            <a:lvl1pPr algn="ctr">
              <a:defRPr sz="1950" b="1">
                <a:solidFill>
                  <a:srgbClr val="24745B"/>
                </a:solidFill>
                <a:latin typeface="Nimbus Sans"/>
                <a:ea typeface="Nimbus Sans"/>
                <a:cs typeface="Nimbus Sans"/>
              </a:defRPr>
            </a:lvl1pPr>
            <a:lvl2pPr algn="ctr">
              <a:defRPr sz="1950" b="1">
                <a:solidFill>
                  <a:srgbClr val="24745B"/>
                </a:solidFill>
                <a:latin typeface="Nimbus Sans"/>
                <a:ea typeface="Nimbus Sans"/>
                <a:cs typeface="Nimbus Sans"/>
              </a:defRPr>
            </a:lvl2pPr>
            <a:lvl3pPr algn="ctr">
              <a:defRPr sz="1950" b="1">
                <a:solidFill>
                  <a:srgbClr val="24745B"/>
                </a:solidFill>
                <a:latin typeface="Nimbus Sans"/>
                <a:ea typeface="Nimbus Sans"/>
                <a:cs typeface="Nimbus Sans"/>
              </a:defRPr>
            </a:lvl3pPr>
            <a:lvl4pPr algn="ctr">
              <a:defRPr sz="1950" b="1">
                <a:solidFill>
                  <a:srgbClr val="24745B"/>
                </a:solidFill>
                <a:latin typeface="Nimbus Sans"/>
                <a:ea typeface="Nimbus Sans"/>
                <a:cs typeface="Nimbus Sans"/>
              </a:defRPr>
            </a:lvl4pPr>
            <a:lvl5pPr algn="ctr">
              <a:defRPr sz="1950" b="1">
                <a:solidFill>
                  <a:srgbClr val="24745B"/>
                </a:solidFill>
                <a:latin typeface="Nimbus Sans"/>
                <a:ea typeface="Nimbus Sans"/>
                <a:cs typeface="Nimbus Sans"/>
              </a:defRPr>
            </a:lvl5pPr>
            <a:lvl6pPr algn="ctr">
              <a:defRPr sz="1950" b="1">
                <a:solidFill>
                  <a:srgbClr val="24745B"/>
                </a:solidFill>
                <a:latin typeface="Nimbus Sans"/>
                <a:ea typeface="Nimbus Sans"/>
                <a:cs typeface="Nimbus Sans"/>
              </a:defRPr>
            </a:lvl6pPr>
            <a:lvl7pPr algn="ctr">
              <a:defRPr sz="1950" b="1">
                <a:solidFill>
                  <a:srgbClr val="24745B"/>
                </a:solidFill>
                <a:latin typeface="Nimbus Sans"/>
                <a:ea typeface="Nimbus Sans"/>
                <a:cs typeface="Nimbus Sans"/>
              </a:defRPr>
            </a:lvl7pPr>
            <a:lvl8pPr algn="ctr">
              <a:defRPr sz="1950" b="1">
                <a:solidFill>
                  <a:srgbClr val="24745B"/>
                </a:solidFill>
                <a:latin typeface="Nimbus Sans"/>
                <a:ea typeface="Nimbus Sans"/>
                <a:cs typeface="Nimbus Sans"/>
              </a:defRPr>
            </a:lvl8pPr>
            <a:lvl9pPr algn="ctr">
              <a:defRPr sz="1950" b="1">
                <a:solidFill>
                  <a:srgbClr val="24745B"/>
                </a:solidFill>
                <a:latin typeface="Nimbus Sans"/>
                <a:ea typeface="Nimbus Sans"/>
                <a:cs typeface="Nimbus Sans"/>
              </a:defRPr>
            </a:lvl9pPr>
          </a:lstStyle>
          <a:p xmlns:a="http://schemas.openxmlformats.org/drawingml/2006/main">
            <a:pPr algn="ctr">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Qwen3-VL-Plus</a:t>
            </a:r>
          </a:p>
        </p:txBody>
      </p:sp>
      <p:sp>
        <p:nvSpPr>
          <p:cNvPr id="16" name="Vision and search&#10;Qwen3-ASR-Flash">
            <a:extLst xmlns:a="http://schemas.openxmlformats.org/drawingml/2006/main">
              <a:ext uri="{FF2B5EF4-FFF2-40B4-BE49-F238E27FC236}">
                <a16:creationId xmlns:a16="http://schemas.microsoft.com/office/drawing/2014/main" id="{3CB50D94-D46C-4DBD-9347-D40768F11134}"/>
              </a:ext>
            </a:extLst>
          </p:cNvPr>
          <p:cNvSpPr>
            <a:spLocks xmlns:a="http://schemas.openxmlformats.org/drawingml/2006/main" noGrp="1"/>
          </p:cNvSpPr>
          <p:nvPr/>
        </p:nvSpPr>
        <p:spPr>
          <a:xfrm xmlns:a="http://schemas.openxmlformats.org/drawingml/2006/main">
            <a:off x="6153150" y="4829175"/>
            <a:ext cx="2514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75" b="0">
                <a:solidFill>
                  <a:srgbClr val="5E7168"/>
                </a:solidFill>
                <a:latin typeface="Nimbus Sans"/>
                <a:ea typeface="Nimbus Sans"/>
                <a:cs typeface="Nimbus Sans"/>
              </a:defRPr>
            </a:defPPr>
            <a:lvl1pPr algn="ctr">
              <a:defRPr sz="1875" b="0">
                <a:solidFill>
                  <a:srgbClr val="5E7168"/>
                </a:solidFill>
                <a:latin typeface="Nimbus Sans"/>
                <a:ea typeface="Nimbus Sans"/>
                <a:cs typeface="Nimbus Sans"/>
              </a:defRPr>
            </a:lvl1pPr>
            <a:lvl2pPr algn="ctr">
              <a:defRPr sz="1875" b="0">
                <a:solidFill>
                  <a:srgbClr val="5E7168"/>
                </a:solidFill>
                <a:latin typeface="Nimbus Sans"/>
                <a:ea typeface="Nimbus Sans"/>
                <a:cs typeface="Nimbus Sans"/>
              </a:defRPr>
            </a:lvl2pPr>
            <a:lvl3pPr algn="ctr">
              <a:defRPr sz="1875" b="0">
                <a:solidFill>
                  <a:srgbClr val="5E7168"/>
                </a:solidFill>
                <a:latin typeface="Nimbus Sans"/>
                <a:ea typeface="Nimbus Sans"/>
                <a:cs typeface="Nimbus Sans"/>
              </a:defRPr>
            </a:lvl3pPr>
            <a:lvl4pPr algn="ctr">
              <a:defRPr sz="1875" b="0">
                <a:solidFill>
                  <a:srgbClr val="5E7168"/>
                </a:solidFill>
                <a:latin typeface="Nimbus Sans"/>
                <a:ea typeface="Nimbus Sans"/>
                <a:cs typeface="Nimbus Sans"/>
              </a:defRPr>
            </a:lvl4pPr>
            <a:lvl5pPr algn="ctr">
              <a:defRPr sz="1875" b="0">
                <a:solidFill>
                  <a:srgbClr val="5E7168"/>
                </a:solidFill>
                <a:latin typeface="Nimbus Sans"/>
                <a:ea typeface="Nimbus Sans"/>
                <a:cs typeface="Nimbus Sans"/>
              </a:defRPr>
            </a:lvl5pPr>
            <a:lvl6pPr algn="ctr">
              <a:defRPr sz="1875" b="0">
                <a:solidFill>
                  <a:srgbClr val="5E7168"/>
                </a:solidFill>
                <a:latin typeface="Nimbus Sans"/>
                <a:ea typeface="Nimbus Sans"/>
                <a:cs typeface="Nimbus Sans"/>
              </a:defRPr>
            </a:lvl6pPr>
            <a:lvl7pPr algn="ctr">
              <a:defRPr sz="1875" b="0">
                <a:solidFill>
                  <a:srgbClr val="5E7168"/>
                </a:solidFill>
                <a:latin typeface="Nimbus Sans"/>
                <a:ea typeface="Nimbus Sans"/>
                <a:cs typeface="Nimbus Sans"/>
              </a:defRPr>
            </a:lvl7pPr>
            <a:lvl8pPr algn="ctr">
              <a:defRPr sz="1875" b="0">
                <a:solidFill>
                  <a:srgbClr val="5E7168"/>
                </a:solidFill>
                <a:latin typeface="Nimbus Sans"/>
                <a:ea typeface="Nimbus Sans"/>
                <a:cs typeface="Nimbus Sans"/>
              </a:defRPr>
            </a:lvl8pPr>
            <a:lvl9pPr algn="ctr">
              <a:defRPr sz="1875" b="0">
                <a:solidFill>
                  <a:srgbClr val="5E7168"/>
                </a:solidFill>
                <a:latin typeface="Nimbus Sans"/>
                <a:ea typeface="Nimbus Sans"/>
                <a:cs typeface="Nimbus Sans"/>
              </a:defRPr>
            </a:lvl9pPr>
          </a:lstStyle>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Vision and search</a:t>
            </a:r>
          </a:p>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Qwen3-ASR-Flash</a:t>
            </a:r>
          </a:p>
        </p:txBody>
      </p:sp>
      <p:sp>
        <p:nvSpPr>
          <p:cNvPr id="17" name="Locker control">
            <a:extLst xmlns:a="http://schemas.openxmlformats.org/drawingml/2006/main">
              <a:ext uri="{FF2B5EF4-FFF2-40B4-BE49-F238E27FC236}">
                <a16:creationId xmlns:a16="http://schemas.microsoft.com/office/drawing/2014/main" id="{B2E8E257-0C94-4546-B0D7-333086108C4F}"/>
              </a:ext>
            </a:extLst>
          </p:cNvPr>
          <p:cNvSpPr>
            <a:spLocks xmlns:a="http://schemas.openxmlformats.org/drawingml/2006/main" noGrp="1"/>
          </p:cNvSpPr>
          <p:nvPr/>
        </p:nvSpPr>
        <p:spPr>
          <a:xfrm xmlns:a="http://schemas.openxmlformats.org/drawingml/2006/main">
            <a:off x="8924925" y="3829050"/>
            <a:ext cx="251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defRPr sz="2175" b="1">
                <a:solidFill>
                  <a:srgbClr val="153D33"/>
                </a:solidFill>
                <a:latin typeface="Nimbus Sans"/>
                <a:ea typeface="Nimbus Sans"/>
                <a:cs typeface="Nimbus Sans"/>
              </a:defRPr>
            </a:lvl1pPr>
            <a:lvl2pPr algn="ctr">
              <a:defRPr sz="2175" b="1">
                <a:solidFill>
                  <a:srgbClr val="153D33"/>
                </a:solidFill>
                <a:latin typeface="Nimbus Sans"/>
                <a:ea typeface="Nimbus Sans"/>
                <a:cs typeface="Nimbus Sans"/>
              </a:defRPr>
            </a:lvl2pPr>
            <a:lvl3pPr algn="ctr">
              <a:defRPr sz="2175" b="1">
                <a:solidFill>
                  <a:srgbClr val="153D33"/>
                </a:solidFill>
                <a:latin typeface="Nimbus Sans"/>
                <a:ea typeface="Nimbus Sans"/>
                <a:cs typeface="Nimbus Sans"/>
              </a:defRPr>
            </a:lvl3pPr>
            <a:lvl4pPr algn="ctr">
              <a:defRPr sz="2175" b="1">
                <a:solidFill>
                  <a:srgbClr val="153D33"/>
                </a:solidFill>
                <a:latin typeface="Nimbus Sans"/>
                <a:ea typeface="Nimbus Sans"/>
                <a:cs typeface="Nimbus Sans"/>
              </a:defRPr>
            </a:lvl4pPr>
            <a:lvl5pPr algn="ctr">
              <a:defRPr sz="2175" b="1">
                <a:solidFill>
                  <a:srgbClr val="153D33"/>
                </a:solidFill>
                <a:latin typeface="Nimbus Sans"/>
                <a:ea typeface="Nimbus Sans"/>
                <a:cs typeface="Nimbus Sans"/>
              </a:defRPr>
            </a:lvl5pPr>
            <a:lvl6pPr algn="ctr">
              <a:defRPr sz="2175" b="1">
                <a:solidFill>
                  <a:srgbClr val="153D33"/>
                </a:solidFill>
                <a:latin typeface="Nimbus Sans"/>
                <a:ea typeface="Nimbus Sans"/>
                <a:cs typeface="Nimbus Sans"/>
              </a:defRPr>
            </a:lvl6pPr>
            <a:lvl7pPr algn="ctr">
              <a:defRPr sz="2175" b="1">
                <a:solidFill>
                  <a:srgbClr val="153D33"/>
                </a:solidFill>
                <a:latin typeface="Nimbus Sans"/>
                <a:ea typeface="Nimbus Sans"/>
                <a:cs typeface="Nimbus Sans"/>
              </a:defRPr>
            </a:lvl7pPr>
            <a:lvl8pPr algn="ctr">
              <a:defRPr sz="2175" b="1">
                <a:solidFill>
                  <a:srgbClr val="153D33"/>
                </a:solidFill>
                <a:latin typeface="Nimbus Sans"/>
                <a:ea typeface="Nimbus Sans"/>
                <a:cs typeface="Nimbus Sans"/>
              </a:defRPr>
            </a:lvl8pPr>
            <a:lvl9pPr algn="ctr">
              <a:defRPr sz="2175" b="1">
                <a:solidFill>
                  <a:srgbClr val="153D33"/>
                </a:solidFill>
                <a:latin typeface="Nimbus Sans"/>
                <a:ea typeface="Nimbus Sans"/>
                <a:cs typeface="Nimbus Sans"/>
              </a:defRPr>
            </a:lvl9pPr>
          </a:lstStyle>
          <a:p xmlns:a="http://schemas.openxmlformats.org/drawingml/2006/main">
            <a:pPr algn="ctr">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Locker control</a:t>
            </a:r>
          </a:p>
        </p:txBody>
      </p:sp>
      <p:sp>
        <p:nvSpPr>
          <p:cNvPr id="18" name="S8050 drivers">
            <a:extLst xmlns:a="http://schemas.openxmlformats.org/drawingml/2006/main">
              <a:ext uri="{FF2B5EF4-FFF2-40B4-BE49-F238E27FC236}">
                <a16:creationId xmlns:a16="http://schemas.microsoft.com/office/drawing/2014/main" id="{75F031AA-21E8-47D2-BBE2-70677E8FDAF4}"/>
              </a:ext>
            </a:extLst>
          </p:cNvPr>
          <p:cNvSpPr>
            <a:spLocks xmlns:a="http://schemas.openxmlformats.org/drawingml/2006/main" noGrp="1"/>
          </p:cNvSpPr>
          <p:nvPr/>
        </p:nvSpPr>
        <p:spPr>
          <a:xfrm xmlns:a="http://schemas.openxmlformats.org/drawingml/2006/main">
            <a:off x="8924925" y="4371975"/>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950" b="1">
                <a:solidFill>
                  <a:srgbClr val="24745B"/>
                </a:solidFill>
                <a:latin typeface="Nimbus Sans"/>
                <a:ea typeface="Nimbus Sans"/>
                <a:cs typeface="Nimbus Sans"/>
              </a:defRPr>
            </a:defPPr>
            <a:lvl1pPr algn="ctr">
              <a:defRPr sz="1950" b="1">
                <a:solidFill>
                  <a:srgbClr val="24745B"/>
                </a:solidFill>
                <a:latin typeface="Nimbus Sans"/>
                <a:ea typeface="Nimbus Sans"/>
                <a:cs typeface="Nimbus Sans"/>
              </a:defRPr>
            </a:lvl1pPr>
            <a:lvl2pPr algn="ctr">
              <a:defRPr sz="1950" b="1">
                <a:solidFill>
                  <a:srgbClr val="24745B"/>
                </a:solidFill>
                <a:latin typeface="Nimbus Sans"/>
                <a:ea typeface="Nimbus Sans"/>
                <a:cs typeface="Nimbus Sans"/>
              </a:defRPr>
            </a:lvl2pPr>
            <a:lvl3pPr algn="ctr">
              <a:defRPr sz="1950" b="1">
                <a:solidFill>
                  <a:srgbClr val="24745B"/>
                </a:solidFill>
                <a:latin typeface="Nimbus Sans"/>
                <a:ea typeface="Nimbus Sans"/>
                <a:cs typeface="Nimbus Sans"/>
              </a:defRPr>
            </a:lvl3pPr>
            <a:lvl4pPr algn="ctr">
              <a:defRPr sz="1950" b="1">
                <a:solidFill>
                  <a:srgbClr val="24745B"/>
                </a:solidFill>
                <a:latin typeface="Nimbus Sans"/>
                <a:ea typeface="Nimbus Sans"/>
                <a:cs typeface="Nimbus Sans"/>
              </a:defRPr>
            </a:lvl4pPr>
            <a:lvl5pPr algn="ctr">
              <a:defRPr sz="1950" b="1">
                <a:solidFill>
                  <a:srgbClr val="24745B"/>
                </a:solidFill>
                <a:latin typeface="Nimbus Sans"/>
                <a:ea typeface="Nimbus Sans"/>
                <a:cs typeface="Nimbus Sans"/>
              </a:defRPr>
            </a:lvl5pPr>
            <a:lvl6pPr algn="ctr">
              <a:defRPr sz="1950" b="1">
                <a:solidFill>
                  <a:srgbClr val="24745B"/>
                </a:solidFill>
                <a:latin typeface="Nimbus Sans"/>
                <a:ea typeface="Nimbus Sans"/>
                <a:cs typeface="Nimbus Sans"/>
              </a:defRPr>
            </a:lvl6pPr>
            <a:lvl7pPr algn="ctr">
              <a:defRPr sz="1950" b="1">
                <a:solidFill>
                  <a:srgbClr val="24745B"/>
                </a:solidFill>
                <a:latin typeface="Nimbus Sans"/>
                <a:ea typeface="Nimbus Sans"/>
                <a:cs typeface="Nimbus Sans"/>
              </a:defRPr>
            </a:lvl7pPr>
            <a:lvl8pPr algn="ctr">
              <a:defRPr sz="1950" b="1">
                <a:solidFill>
                  <a:srgbClr val="24745B"/>
                </a:solidFill>
                <a:latin typeface="Nimbus Sans"/>
                <a:ea typeface="Nimbus Sans"/>
                <a:cs typeface="Nimbus Sans"/>
              </a:defRPr>
            </a:lvl8pPr>
            <a:lvl9pPr algn="ctr">
              <a:defRPr sz="1950" b="1">
                <a:solidFill>
                  <a:srgbClr val="24745B"/>
                </a:solidFill>
                <a:latin typeface="Nimbus Sans"/>
                <a:ea typeface="Nimbus Sans"/>
                <a:cs typeface="Nimbus Sans"/>
              </a:defRPr>
            </a:lvl9pPr>
          </a:lstStyle>
          <a:p xmlns:a="http://schemas.openxmlformats.org/drawingml/2006/main">
            <a:pPr algn="ctr">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S8050 drivers</a:t>
            </a:r>
          </a:p>
        </p:txBody>
      </p:sp>
      <p:sp>
        <p:nvSpPr>
          <p:cNvPr id="19" name="4-channel relay&#10;Four electric locks">
            <a:extLst xmlns:a="http://schemas.openxmlformats.org/drawingml/2006/main">
              <a:ext uri="{FF2B5EF4-FFF2-40B4-BE49-F238E27FC236}">
                <a16:creationId xmlns:a16="http://schemas.microsoft.com/office/drawing/2014/main" id="{E0DA3360-0489-4547-9CBD-7B5C033530A5}"/>
              </a:ext>
            </a:extLst>
          </p:cNvPr>
          <p:cNvSpPr>
            <a:spLocks xmlns:a="http://schemas.openxmlformats.org/drawingml/2006/main" noGrp="1"/>
          </p:cNvSpPr>
          <p:nvPr/>
        </p:nvSpPr>
        <p:spPr>
          <a:xfrm xmlns:a="http://schemas.openxmlformats.org/drawingml/2006/main">
            <a:off x="8924925" y="4829175"/>
            <a:ext cx="2514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75" b="0">
                <a:solidFill>
                  <a:srgbClr val="5E7168"/>
                </a:solidFill>
                <a:latin typeface="Nimbus Sans"/>
                <a:ea typeface="Nimbus Sans"/>
                <a:cs typeface="Nimbus Sans"/>
              </a:defRPr>
            </a:defPPr>
            <a:lvl1pPr algn="ctr">
              <a:defRPr sz="1875" b="0">
                <a:solidFill>
                  <a:srgbClr val="5E7168"/>
                </a:solidFill>
                <a:latin typeface="Nimbus Sans"/>
                <a:ea typeface="Nimbus Sans"/>
                <a:cs typeface="Nimbus Sans"/>
              </a:defRPr>
            </a:lvl1pPr>
            <a:lvl2pPr algn="ctr">
              <a:defRPr sz="1875" b="0">
                <a:solidFill>
                  <a:srgbClr val="5E7168"/>
                </a:solidFill>
                <a:latin typeface="Nimbus Sans"/>
                <a:ea typeface="Nimbus Sans"/>
                <a:cs typeface="Nimbus Sans"/>
              </a:defRPr>
            </a:lvl2pPr>
            <a:lvl3pPr algn="ctr">
              <a:defRPr sz="1875" b="0">
                <a:solidFill>
                  <a:srgbClr val="5E7168"/>
                </a:solidFill>
                <a:latin typeface="Nimbus Sans"/>
                <a:ea typeface="Nimbus Sans"/>
                <a:cs typeface="Nimbus Sans"/>
              </a:defRPr>
            </a:lvl3pPr>
            <a:lvl4pPr algn="ctr">
              <a:defRPr sz="1875" b="0">
                <a:solidFill>
                  <a:srgbClr val="5E7168"/>
                </a:solidFill>
                <a:latin typeface="Nimbus Sans"/>
                <a:ea typeface="Nimbus Sans"/>
                <a:cs typeface="Nimbus Sans"/>
              </a:defRPr>
            </a:lvl4pPr>
            <a:lvl5pPr algn="ctr">
              <a:defRPr sz="1875" b="0">
                <a:solidFill>
                  <a:srgbClr val="5E7168"/>
                </a:solidFill>
                <a:latin typeface="Nimbus Sans"/>
                <a:ea typeface="Nimbus Sans"/>
                <a:cs typeface="Nimbus Sans"/>
              </a:defRPr>
            </a:lvl5pPr>
            <a:lvl6pPr algn="ctr">
              <a:defRPr sz="1875" b="0">
                <a:solidFill>
                  <a:srgbClr val="5E7168"/>
                </a:solidFill>
                <a:latin typeface="Nimbus Sans"/>
                <a:ea typeface="Nimbus Sans"/>
                <a:cs typeface="Nimbus Sans"/>
              </a:defRPr>
            </a:lvl6pPr>
            <a:lvl7pPr algn="ctr">
              <a:defRPr sz="1875" b="0">
                <a:solidFill>
                  <a:srgbClr val="5E7168"/>
                </a:solidFill>
                <a:latin typeface="Nimbus Sans"/>
                <a:ea typeface="Nimbus Sans"/>
                <a:cs typeface="Nimbus Sans"/>
              </a:defRPr>
            </a:lvl7pPr>
            <a:lvl8pPr algn="ctr">
              <a:defRPr sz="1875" b="0">
                <a:solidFill>
                  <a:srgbClr val="5E7168"/>
                </a:solidFill>
                <a:latin typeface="Nimbus Sans"/>
                <a:ea typeface="Nimbus Sans"/>
                <a:cs typeface="Nimbus Sans"/>
              </a:defRPr>
            </a:lvl8pPr>
            <a:lvl9pPr algn="ctr">
              <a:defRPr sz="1875" b="0">
                <a:solidFill>
                  <a:srgbClr val="5E7168"/>
                </a:solidFill>
                <a:latin typeface="Nimbus Sans"/>
                <a:ea typeface="Nimbus Sans"/>
                <a:cs typeface="Nimbus Sans"/>
              </a:defRPr>
            </a:lvl9pPr>
          </a:lstStyle>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4-channel relay</a:t>
            </a:r>
          </a:p>
          <a:p xmlns:a="http://schemas.openxmlformats.org/drawingml/2006/main">
            <a:pPr algn="ctr">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Four electric locks</a:t>
            </a:r>
          </a:p>
        </p:txBody>
      </p:sp>
      <p:sp>
        <p:nvSpPr>
          <p:cNvPr id="20" name="GPIO map:   01 / BCM17     02 / BCM26     03 ">
            <a:extLst xmlns:a="http://schemas.openxmlformats.org/drawingml/2006/main">
              <a:ext uri="{FF2B5EF4-FFF2-40B4-BE49-F238E27FC236}">
                <a16:creationId xmlns:a16="http://schemas.microsoft.com/office/drawing/2014/main" id="{D75568F6-1501-476E-A8E8-DDA772D619AE}"/>
              </a:ext>
            </a:extLst>
          </p:cNvPr>
          <p:cNvSpPr>
            <a:spLocks xmlns:a="http://schemas.openxmlformats.org/drawingml/2006/main" noGrp="1"/>
          </p:cNvSpPr>
          <p:nvPr/>
        </p:nvSpPr>
        <p:spPr>
          <a:xfrm xmlns:a="http://schemas.openxmlformats.org/drawingml/2006/main">
            <a:off x="609600" y="57912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24745B"/>
                </a:solidFill>
                <a:latin typeface="Nimbus Sans"/>
                <a:ea typeface="Nimbus Sans"/>
                <a:cs typeface="Nimbus Sans"/>
              </a:defRPr>
            </a:defPPr>
            <a:lvl1pPr algn="l">
              <a:defRPr sz="1875" b="1">
                <a:solidFill>
                  <a:srgbClr val="24745B"/>
                </a:solidFill>
                <a:latin typeface="Nimbus Sans"/>
                <a:ea typeface="Nimbus Sans"/>
                <a:cs typeface="Nimbus Sans"/>
              </a:defRPr>
            </a:lvl1pPr>
            <a:lvl2pPr algn="l">
              <a:defRPr sz="1875" b="1">
                <a:solidFill>
                  <a:srgbClr val="24745B"/>
                </a:solidFill>
                <a:latin typeface="Nimbus Sans"/>
                <a:ea typeface="Nimbus Sans"/>
                <a:cs typeface="Nimbus Sans"/>
              </a:defRPr>
            </a:lvl2pPr>
            <a:lvl3pPr algn="l">
              <a:defRPr sz="1875" b="1">
                <a:solidFill>
                  <a:srgbClr val="24745B"/>
                </a:solidFill>
                <a:latin typeface="Nimbus Sans"/>
                <a:ea typeface="Nimbus Sans"/>
                <a:cs typeface="Nimbus Sans"/>
              </a:defRPr>
            </a:lvl3pPr>
            <a:lvl4pPr algn="l">
              <a:defRPr sz="1875" b="1">
                <a:solidFill>
                  <a:srgbClr val="24745B"/>
                </a:solidFill>
                <a:latin typeface="Nimbus Sans"/>
                <a:ea typeface="Nimbus Sans"/>
                <a:cs typeface="Nimbus Sans"/>
              </a:defRPr>
            </a:lvl4pPr>
            <a:lvl5pPr algn="l">
              <a:defRPr sz="1875" b="1">
                <a:solidFill>
                  <a:srgbClr val="24745B"/>
                </a:solidFill>
                <a:latin typeface="Nimbus Sans"/>
                <a:ea typeface="Nimbus Sans"/>
                <a:cs typeface="Nimbus Sans"/>
              </a:defRPr>
            </a:lvl5pPr>
            <a:lvl6pPr algn="l">
              <a:defRPr sz="1875" b="1">
                <a:solidFill>
                  <a:srgbClr val="24745B"/>
                </a:solidFill>
                <a:latin typeface="Nimbus Sans"/>
                <a:ea typeface="Nimbus Sans"/>
                <a:cs typeface="Nimbus Sans"/>
              </a:defRPr>
            </a:lvl6pPr>
            <a:lvl7pPr algn="l">
              <a:defRPr sz="1875" b="1">
                <a:solidFill>
                  <a:srgbClr val="24745B"/>
                </a:solidFill>
                <a:latin typeface="Nimbus Sans"/>
                <a:ea typeface="Nimbus Sans"/>
                <a:cs typeface="Nimbus Sans"/>
              </a:defRPr>
            </a:lvl7pPr>
            <a:lvl8pPr algn="l">
              <a:defRPr sz="1875" b="1">
                <a:solidFill>
                  <a:srgbClr val="24745B"/>
                </a:solidFill>
                <a:latin typeface="Nimbus Sans"/>
                <a:ea typeface="Nimbus Sans"/>
                <a:cs typeface="Nimbus Sans"/>
              </a:defRPr>
            </a:lvl8pPr>
            <a:lvl9pPr algn="l">
              <a:defRPr sz="1875" b="1">
                <a:solidFill>
                  <a:srgbClr val="24745B"/>
                </a:solidFill>
                <a:latin typeface="Nimbus Sans"/>
                <a:ea typeface="Nimbus Sans"/>
                <a:cs typeface="Nimbus Sans"/>
              </a:defRPr>
            </a:lvl9pPr>
          </a:lstStyle>
          <a:p xmlns:a="http://schemas.openxmlformats.org/drawingml/2006/main">
            <a:pPr algn="l">
              <a:defRPr sz="1875" b="1">
                <a:solidFill>
                  <a:srgbClr val="24745B"/>
                </a:solidFill>
                <a:latin typeface="Nimbus Sans"/>
                <a:ea typeface="Nimbus Sans"/>
                <a:cs typeface="Nimbus Sans"/>
              </a:defRPr>
            </a:pPr>
            <a:r>
              <a:rPr sz="1875" b="1">
                <a:solidFill>
                  <a:srgbClr val="24745B"/>
                </a:solidFill>
                <a:latin typeface="Nimbus Sans"/>
                <a:ea typeface="Nimbus Sans"/>
                <a:cs typeface="Nimbus Sans"/>
              </a:rPr>
              <a:t>GPIO map:   01 / BCM17     02 / BCM26     03 / BCM13     04 / BCM5</a:t>
            </a:r>
          </a:p>
        </p:txBody>
      </p:sp>
      <p:sp>
        <p:nvSpPr>
          <p:cNvPr id="21" name="No door sensor: visitors confirm placement, c">
            <a:extLst xmlns:a="http://schemas.openxmlformats.org/drawingml/2006/main">
              <a:ext uri="{FF2B5EF4-FFF2-40B4-BE49-F238E27FC236}">
                <a16:creationId xmlns:a16="http://schemas.microsoft.com/office/drawing/2014/main" id="{56FB5FFD-29BE-4465-8599-FF6AEB4FAFC7}"/>
              </a:ext>
            </a:extLst>
          </p:cNvPr>
          <p:cNvSpPr>
            <a:spLocks xmlns:a="http://schemas.openxmlformats.org/drawingml/2006/main" noGrp="1"/>
          </p:cNvSpPr>
          <p:nvPr/>
        </p:nvSpPr>
        <p:spPr>
          <a:xfrm xmlns:a="http://schemas.openxmlformats.org/drawingml/2006/main">
            <a:off x="609600" y="62007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935B21"/>
                </a:solidFill>
                <a:latin typeface="Nimbus Sans"/>
                <a:ea typeface="Nimbus Sans"/>
                <a:cs typeface="Nimbus Sans"/>
              </a:defRPr>
            </a:defPPr>
            <a:lvl1pPr algn="l">
              <a:defRPr sz="1725" b="1">
                <a:solidFill>
                  <a:srgbClr val="935B21"/>
                </a:solidFill>
                <a:latin typeface="Nimbus Sans"/>
                <a:ea typeface="Nimbus Sans"/>
                <a:cs typeface="Nimbus Sans"/>
              </a:defRPr>
            </a:lvl1pPr>
            <a:lvl2pPr algn="l">
              <a:defRPr sz="1725" b="1">
                <a:solidFill>
                  <a:srgbClr val="935B21"/>
                </a:solidFill>
                <a:latin typeface="Nimbus Sans"/>
                <a:ea typeface="Nimbus Sans"/>
                <a:cs typeface="Nimbus Sans"/>
              </a:defRPr>
            </a:lvl2pPr>
            <a:lvl3pPr algn="l">
              <a:defRPr sz="1725" b="1">
                <a:solidFill>
                  <a:srgbClr val="935B21"/>
                </a:solidFill>
                <a:latin typeface="Nimbus Sans"/>
                <a:ea typeface="Nimbus Sans"/>
                <a:cs typeface="Nimbus Sans"/>
              </a:defRPr>
            </a:lvl3pPr>
            <a:lvl4pPr algn="l">
              <a:defRPr sz="1725" b="1">
                <a:solidFill>
                  <a:srgbClr val="935B21"/>
                </a:solidFill>
                <a:latin typeface="Nimbus Sans"/>
                <a:ea typeface="Nimbus Sans"/>
                <a:cs typeface="Nimbus Sans"/>
              </a:defRPr>
            </a:lvl4pPr>
            <a:lvl5pPr algn="l">
              <a:defRPr sz="1725" b="1">
                <a:solidFill>
                  <a:srgbClr val="935B21"/>
                </a:solidFill>
                <a:latin typeface="Nimbus Sans"/>
                <a:ea typeface="Nimbus Sans"/>
                <a:cs typeface="Nimbus Sans"/>
              </a:defRPr>
            </a:lvl5pPr>
            <a:lvl6pPr algn="l">
              <a:defRPr sz="1725" b="1">
                <a:solidFill>
                  <a:srgbClr val="935B21"/>
                </a:solidFill>
                <a:latin typeface="Nimbus Sans"/>
                <a:ea typeface="Nimbus Sans"/>
                <a:cs typeface="Nimbus Sans"/>
              </a:defRPr>
            </a:lvl6pPr>
            <a:lvl7pPr algn="l">
              <a:defRPr sz="1725" b="1">
                <a:solidFill>
                  <a:srgbClr val="935B21"/>
                </a:solidFill>
                <a:latin typeface="Nimbus Sans"/>
                <a:ea typeface="Nimbus Sans"/>
                <a:cs typeface="Nimbus Sans"/>
              </a:defRPr>
            </a:lvl7pPr>
            <a:lvl8pPr algn="l">
              <a:defRPr sz="1725" b="1">
                <a:solidFill>
                  <a:srgbClr val="935B21"/>
                </a:solidFill>
                <a:latin typeface="Nimbus Sans"/>
                <a:ea typeface="Nimbus Sans"/>
                <a:cs typeface="Nimbus Sans"/>
              </a:defRPr>
            </a:lvl8pPr>
            <a:lvl9pPr algn="l">
              <a:defRPr sz="1725" b="1">
                <a:solidFill>
                  <a:srgbClr val="935B21"/>
                </a:solidFill>
                <a:latin typeface="Nimbus Sans"/>
                <a:ea typeface="Nimbus Sans"/>
                <a:cs typeface="Nimbus Sans"/>
              </a:defRPr>
            </a:lvl9pPr>
          </a:lstStyle>
          <a:p xmlns:a="http://schemas.openxmlformats.org/drawingml/2006/main">
            <a:pPr algn="l">
              <a:defRPr sz="1725" b="1">
                <a:solidFill>
                  <a:srgbClr val="935B21"/>
                </a:solidFill>
                <a:latin typeface="Nimbus Sans"/>
                <a:ea typeface="Nimbus Sans"/>
                <a:cs typeface="Nimbus Sans"/>
              </a:defRPr>
            </a:pPr>
            <a:r>
              <a:rPr sz="1725" b="1">
                <a:solidFill>
                  <a:srgbClr val="935B21"/>
                </a:solidFill>
                <a:latin typeface="Nimbus Sans"/>
                <a:ea typeface="Nimbus Sans"/>
                <a:cs typeface="Nimbus Sans"/>
              </a:rPr>
              <a:t>No door sensor: visitors confirm placement, collection and closure.</a:t>
            </a:r>
          </a:p>
        </p:txBody>
      </p:sp>
    </p:spTree>
    <p:extLst>
      <p:ext uri="{BB962C8B-B14F-4D97-AF65-F5344CB8AC3E}">
        <p14:creationId xmlns:p14="http://schemas.microsoft.com/office/powerpoint/2010/main" val="78447342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rototype iterations">
            <a:extLst xmlns:a="http://schemas.openxmlformats.org/drawingml/2006/main">
              <a:ext uri="{FF2B5EF4-FFF2-40B4-BE49-F238E27FC236}">
                <a16:creationId xmlns:a16="http://schemas.microsoft.com/office/drawing/2014/main" id="{86D9C7D8-E66A-4191-BF9E-B3467E9FD085}"/>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Prototype iterations</a:t>
            </a:r>
          </a:p>
        </p:txBody>
      </p:sp>
      <p:sp>
        <p:nvSpPr>
          <p:cNvPr id="2" name="Each stage added a capability and exposed a ne">
            <a:extLst xmlns:a="http://schemas.openxmlformats.org/drawingml/2006/main">
              <a:ext uri="{FF2B5EF4-FFF2-40B4-BE49-F238E27FC236}">
                <a16:creationId xmlns:a16="http://schemas.microsoft.com/office/drawing/2014/main" id="{9A2593DB-389D-4EF2-BBC0-AD9284ADCFDB}"/>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Each stage added a capability and exposed a new design requirement</a:t>
            </a:r>
          </a:p>
        </p:txBody>
      </p:sp>
      <p:sp>
        <p:nvSpPr>
          <p:cNvPr id="3" name="06">
            <a:extLst xmlns:a="http://schemas.openxmlformats.org/drawingml/2006/main">
              <a:ext uri="{FF2B5EF4-FFF2-40B4-BE49-F238E27FC236}">
                <a16:creationId xmlns:a16="http://schemas.microsoft.com/office/drawing/2014/main" id="{01486FC0-B0FD-45F4-8F9F-9A3F7852AC2A}"/>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06</a:t>
            </a:r>
          </a:p>
        </p:txBody>
      </p:sp>
      <p:sp>
        <p:nvSpPr>
          <p:cNvPr id="4" name="01">
            <a:extLst xmlns:a="http://schemas.openxmlformats.org/drawingml/2006/main">
              <a:ext uri="{FF2B5EF4-FFF2-40B4-BE49-F238E27FC236}">
                <a16:creationId xmlns:a16="http://schemas.microsoft.com/office/drawing/2014/main" id="{824A14B4-322E-4864-AB11-0D6B273CA358}"/>
              </a:ext>
            </a:extLst>
          </p:cNvPr>
          <p:cNvSpPr>
            <a:spLocks xmlns:a="http://schemas.openxmlformats.org/drawingml/2006/main" noGrp="1"/>
          </p:cNvSpPr>
          <p:nvPr/>
        </p:nvSpPr>
        <p:spPr>
          <a:xfrm xmlns:a="http://schemas.openxmlformats.org/drawingml/2006/main">
            <a:off x="609600" y="1857375"/>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buNone/>
              <a:defRPr sz="3150" b="1">
                <a:solidFill>
                  <a:srgbClr val="24745B"/>
                </a:solidFill>
                <a:latin typeface="Nimbus Sans"/>
                <a:ea typeface="Nimbus Sans"/>
                <a:cs typeface="Nimbus Sans"/>
              </a:defRPr>
            </a:lvl1pPr>
            <a:lvl2pPr algn="l">
              <a:buNone/>
              <a:defRPr sz="3150" b="1">
                <a:solidFill>
                  <a:srgbClr val="24745B"/>
                </a:solidFill>
                <a:latin typeface="Nimbus Sans"/>
                <a:ea typeface="Nimbus Sans"/>
                <a:cs typeface="Nimbus Sans"/>
              </a:defRPr>
            </a:lvl2pPr>
            <a:lvl3pPr algn="l">
              <a:buNone/>
              <a:defRPr sz="3150" b="1">
                <a:solidFill>
                  <a:srgbClr val="24745B"/>
                </a:solidFill>
                <a:latin typeface="Nimbus Sans"/>
                <a:ea typeface="Nimbus Sans"/>
                <a:cs typeface="Nimbus Sans"/>
              </a:defRPr>
            </a:lvl3pPr>
            <a:lvl4pPr algn="l">
              <a:buNone/>
              <a:defRPr sz="3150" b="1">
                <a:solidFill>
                  <a:srgbClr val="24745B"/>
                </a:solidFill>
                <a:latin typeface="Nimbus Sans"/>
                <a:ea typeface="Nimbus Sans"/>
                <a:cs typeface="Nimbus Sans"/>
              </a:defRPr>
            </a:lvl4pPr>
            <a:lvl5pPr algn="l">
              <a:buNone/>
              <a:defRPr sz="3150" b="1">
                <a:solidFill>
                  <a:srgbClr val="24745B"/>
                </a:solidFill>
                <a:latin typeface="Nimbus Sans"/>
                <a:ea typeface="Nimbus Sans"/>
                <a:cs typeface="Nimbus Sans"/>
              </a:defRPr>
            </a:lvl5pPr>
            <a:lvl6pPr algn="l">
              <a:buNone/>
              <a:defRPr sz="3150" b="1">
                <a:solidFill>
                  <a:srgbClr val="24745B"/>
                </a:solidFill>
                <a:latin typeface="Nimbus Sans"/>
                <a:ea typeface="Nimbus Sans"/>
                <a:cs typeface="Nimbus Sans"/>
              </a:defRPr>
            </a:lvl6pPr>
            <a:lvl7pPr algn="l">
              <a:buNone/>
              <a:defRPr sz="3150" b="1">
                <a:solidFill>
                  <a:srgbClr val="24745B"/>
                </a:solidFill>
                <a:latin typeface="Nimbus Sans"/>
                <a:ea typeface="Nimbus Sans"/>
                <a:cs typeface="Nimbus Sans"/>
              </a:defRPr>
            </a:lvl7pPr>
            <a:lvl8pPr algn="l">
              <a:buNone/>
              <a:defRPr sz="3150" b="1">
                <a:solidFill>
                  <a:srgbClr val="24745B"/>
                </a:solidFill>
                <a:latin typeface="Nimbus Sans"/>
                <a:ea typeface="Nimbus Sans"/>
                <a:cs typeface="Nimbus Sans"/>
              </a:defRPr>
            </a:lvl8pPr>
            <a:lvl9pPr algn="l">
              <a:buNone/>
              <a:defRPr sz="3150" b="1">
                <a:solidFill>
                  <a:srgbClr val="24745B"/>
                </a:solidFill>
                <a:latin typeface="Nimbus Sans"/>
                <a:ea typeface="Nimbus Sans"/>
                <a:cs typeface="Nimbus Sans"/>
              </a:defRPr>
            </a:lvl9pPr>
          </a:lstStyle>
          <a:p xmlns:a="http://schemas.openxmlformats.org/drawingml/2006/main">
            <a:pPr algn="l">
              <a:buNone/>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01</a:t>
            </a:r>
          </a:p>
        </p:txBody>
      </p:sp>
      <p:sp>
        <p:nvSpPr>
          <p:cNvPr id="5" name="Photo registration">
            <a:extLst xmlns:a="http://schemas.openxmlformats.org/drawingml/2006/main">
              <a:ext uri="{FF2B5EF4-FFF2-40B4-BE49-F238E27FC236}">
                <a16:creationId xmlns:a16="http://schemas.microsoft.com/office/drawing/2014/main" id="{F6DFFD3D-458B-4DB0-9C58-893A309F318A}"/>
              </a:ext>
            </a:extLst>
          </p:cNvPr>
          <p:cNvSpPr>
            <a:spLocks xmlns:a="http://schemas.openxmlformats.org/drawingml/2006/main" noGrp="1"/>
          </p:cNvSpPr>
          <p:nvPr/>
        </p:nvSpPr>
        <p:spPr>
          <a:xfrm xmlns:a="http://schemas.openxmlformats.org/drawingml/2006/main">
            <a:off x="1666875" y="185737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Photo registration</a:t>
            </a:r>
          </a:p>
        </p:txBody>
      </p:sp>
      <p:sp>
        <p:nvSpPr>
          <p:cNvPr id="6" name="Save photos reliably&#10;and retry without duplica">
            <a:extLst xmlns:a="http://schemas.openxmlformats.org/drawingml/2006/main">
              <a:ext uri="{FF2B5EF4-FFF2-40B4-BE49-F238E27FC236}">
                <a16:creationId xmlns:a16="http://schemas.microsoft.com/office/drawing/2014/main" id="{D4A5B121-4246-418F-8243-B0CCC70CFBFE}"/>
              </a:ext>
            </a:extLst>
          </p:cNvPr>
          <p:cNvSpPr>
            <a:spLocks xmlns:a="http://schemas.openxmlformats.org/drawingml/2006/main" noGrp="1"/>
          </p:cNvSpPr>
          <p:nvPr/>
        </p:nvSpPr>
        <p:spPr>
          <a:xfrm xmlns:a="http://schemas.openxmlformats.org/drawingml/2006/main">
            <a:off x="6191250" y="1857375"/>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buNone/>
              <a:defRPr sz="1875" b="0">
                <a:solidFill>
                  <a:srgbClr val="5E7168"/>
                </a:solidFill>
                <a:latin typeface="Nimbus Sans"/>
                <a:ea typeface="Nimbus Sans"/>
                <a:cs typeface="Nimbus Sans"/>
              </a:defRPr>
            </a:lvl1pPr>
            <a:lvl2pPr algn="l">
              <a:buNone/>
              <a:defRPr sz="1875" b="0">
                <a:solidFill>
                  <a:srgbClr val="5E7168"/>
                </a:solidFill>
                <a:latin typeface="Nimbus Sans"/>
                <a:ea typeface="Nimbus Sans"/>
                <a:cs typeface="Nimbus Sans"/>
              </a:defRPr>
            </a:lvl2pPr>
            <a:lvl3pPr algn="l">
              <a:buNone/>
              <a:defRPr sz="1875" b="0">
                <a:solidFill>
                  <a:srgbClr val="5E7168"/>
                </a:solidFill>
                <a:latin typeface="Nimbus Sans"/>
                <a:ea typeface="Nimbus Sans"/>
                <a:cs typeface="Nimbus Sans"/>
              </a:defRPr>
            </a:lvl3pPr>
            <a:lvl4pPr algn="l">
              <a:buNone/>
              <a:defRPr sz="1875" b="0">
                <a:solidFill>
                  <a:srgbClr val="5E7168"/>
                </a:solidFill>
                <a:latin typeface="Nimbus Sans"/>
                <a:ea typeface="Nimbus Sans"/>
                <a:cs typeface="Nimbus Sans"/>
              </a:defRPr>
            </a:lvl4pPr>
            <a:lvl5pPr algn="l">
              <a:buNone/>
              <a:defRPr sz="1875" b="0">
                <a:solidFill>
                  <a:srgbClr val="5E7168"/>
                </a:solidFill>
                <a:latin typeface="Nimbus Sans"/>
                <a:ea typeface="Nimbus Sans"/>
                <a:cs typeface="Nimbus Sans"/>
              </a:defRPr>
            </a:lvl5pPr>
            <a:lvl6pPr algn="l">
              <a:buNone/>
              <a:defRPr sz="1875" b="0">
                <a:solidFill>
                  <a:srgbClr val="5E7168"/>
                </a:solidFill>
                <a:latin typeface="Nimbus Sans"/>
                <a:ea typeface="Nimbus Sans"/>
                <a:cs typeface="Nimbus Sans"/>
              </a:defRPr>
            </a:lvl6pPr>
            <a:lvl7pPr algn="l">
              <a:buNone/>
              <a:defRPr sz="1875" b="0">
                <a:solidFill>
                  <a:srgbClr val="5E7168"/>
                </a:solidFill>
                <a:latin typeface="Nimbus Sans"/>
                <a:ea typeface="Nimbus Sans"/>
                <a:cs typeface="Nimbus Sans"/>
              </a:defRPr>
            </a:lvl7pPr>
            <a:lvl8pPr algn="l">
              <a:buNone/>
              <a:defRPr sz="1875" b="0">
                <a:solidFill>
                  <a:srgbClr val="5E7168"/>
                </a:solidFill>
                <a:latin typeface="Nimbus Sans"/>
                <a:ea typeface="Nimbus Sans"/>
                <a:cs typeface="Nimbus Sans"/>
              </a:defRPr>
            </a:lvl8pPr>
            <a:lvl9pPr algn="l">
              <a:buNone/>
              <a:defRPr sz="1875" b="0">
                <a:solidFill>
                  <a:srgbClr val="5E7168"/>
                </a:solidFill>
                <a:latin typeface="Nimbus Sans"/>
                <a:ea typeface="Nimbus Sans"/>
                <a:cs typeface="Nimbus Sans"/>
              </a:defRPr>
            </a:lvl9pPr>
          </a:lstStyle>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Save photos reliably</a:t>
            </a:r>
          </a:p>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retry without duplicates</a:t>
            </a:r>
          </a:p>
        </p:txBody>
      </p:sp>
      <p:sp>
        <p:nvSpPr>
          <p:cNvPr id="7" name="">
            <a:extLst xmlns:a="http://schemas.openxmlformats.org/drawingml/2006/main">
              <a:ext uri="{FF2B5EF4-FFF2-40B4-BE49-F238E27FC236}">
                <a16:creationId xmlns:a16="http://schemas.microsoft.com/office/drawing/2014/main" id="{70FD8B14-9A97-484A-978E-114779DB4215}"/>
              </a:ext>
            </a:extLst>
          </p:cNvPr>
          <p:cNvSpPr>
            <a:spLocks xmlns:a="http://schemas.openxmlformats.org/drawingml/2006/main" noGrp="1"/>
          </p:cNvSpPr>
          <p:nvPr/>
        </p:nvSpPr>
        <p:spPr>
          <a:xfrm xmlns:a="http://schemas.openxmlformats.org/drawingml/2006/main">
            <a:off x="1666875" y="2733675"/>
            <a:ext cx="9915525" cy="0"/>
          </a:xfrm>
          <a:prstGeom xmlns:a="http://schemas.openxmlformats.org/drawingml/2006/main" prst="line">
            <a:avLst/>
          </a:prstGeom>
          <a:ln xmlns:a="http://schemas.openxmlformats.org/drawingml/2006/main" w="9525">
            <a:solidFill>
              <a:srgbClr val="CDD8CE"/>
            </a:solidFill>
            <a:prstDash val="solid"/>
          </a:ln>
        </p:spPr>
      </p:sp>
      <p:sp>
        <p:nvSpPr>
          <p:cNvPr id="8" name="02">
            <a:extLst xmlns:a="http://schemas.openxmlformats.org/drawingml/2006/main">
              <a:ext uri="{FF2B5EF4-FFF2-40B4-BE49-F238E27FC236}">
                <a16:creationId xmlns:a16="http://schemas.microsoft.com/office/drawing/2014/main" id="{D134B3BD-E220-43CD-8EC2-9DB380AB8427}"/>
              </a:ext>
            </a:extLst>
          </p:cNvPr>
          <p:cNvSpPr>
            <a:spLocks xmlns:a="http://schemas.openxmlformats.org/drawingml/2006/main" noGrp="1"/>
          </p:cNvSpPr>
          <p:nvPr/>
        </p:nvSpPr>
        <p:spPr>
          <a:xfrm xmlns:a="http://schemas.openxmlformats.org/drawingml/2006/main">
            <a:off x="609600" y="29146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buNone/>
              <a:defRPr sz="3150" b="1">
                <a:solidFill>
                  <a:srgbClr val="24745B"/>
                </a:solidFill>
                <a:latin typeface="Nimbus Sans"/>
                <a:ea typeface="Nimbus Sans"/>
                <a:cs typeface="Nimbus Sans"/>
              </a:defRPr>
            </a:lvl1pPr>
            <a:lvl2pPr algn="l">
              <a:buNone/>
              <a:defRPr sz="3150" b="1">
                <a:solidFill>
                  <a:srgbClr val="24745B"/>
                </a:solidFill>
                <a:latin typeface="Nimbus Sans"/>
                <a:ea typeface="Nimbus Sans"/>
                <a:cs typeface="Nimbus Sans"/>
              </a:defRPr>
            </a:lvl2pPr>
            <a:lvl3pPr algn="l">
              <a:buNone/>
              <a:defRPr sz="3150" b="1">
                <a:solidFill>
                  <a:srgbClr val="24745B"/>
                </a:solidFill>
                <a:latin typeface="Nimbus Sans"/>
                <a:ea typeface="Nimbus Sans"/>
                <a:cs typeface="Nimbus Sans"/>
              </a:defRPr>
            </a:lvl3pPr>
            <a:lvl4pPr algn="l">
              <a:buNone/>
              <a:defRPr sz="3150" b="1">
                <a:solidFill>
                  <a:srgbClr val="24745B"/>
                </a:solidFill>
                <a:latin typeface="Nimbus Sans"/>
                <a:ea typeface="Nimbus Sans"/>
                <a:cs typeface="Nimbus Sans"/>
              </a:defRPr>
            </a:lvl4pPr>
            <a:lvl5pPr algn="l">
              <a:buNone/>
              <a:defRPr sz="3150" b="1">
                <a:solidFill>
                  <a:srgbClr val="24745B"/>
                </a:solidFill>
                <a:latin typeface="Nimbus Sans"/>
                <a:ea typeface="Nimbus Sans"/>
                <a:cs typeface="Nimbus Sans"/>
              </a:defRPr>
            </a:lvl5pPr>
            <a:lvl6pPr algn="l">
              <a:buNone/>
              <a:defRPr sz="3150" b="1">
                <a:solidFill>
                  <a:srgbClr val="24745B"/>
                </a:solidFill>
                <a:latin typeface="Nimbus Sans"/>
                <a:ea typeface="Nimbus Sans"/>
                <a:cs typeface="Nimbus Sans"/>
              </a:defRPr>
            </a:lvl6pPr>
            <a:lvl7pPr algn="l">
              <a:buNone/>
              <a:defRPr sz="3150" b="1">
                <a:solidFill>
                  <a:srgbClr val="24745B"/>
                </a:solidFill>
                <a:latin typeface="Nimbus Sans"/>
                <a:ea typeface="Nimbus Sans"/>
                <a:cs typeface="Nimbus Sans"/>
              </a:defRPr>
            </a:lvl7pPr>
            <a:lvl8pPr algn="l">
              <a:buNone/>
              <a:defRPr sz="3150" b="1">
                <a:solidFill>
                  <a:srgbClr val="24745B"/>
                </a:solidFill>
                <a:latin typeface="Nimbus Sans"/>
                <a:ea typeface="Nimbus Sans"/>
                <a:cs typeface="Nimbus Sans"/>
              </a:defRPr>
            </a:lvl8pPr>
            <a:lvl9pPr algn="l">
              <a:buNone/>
              <a:defRPr sz="3150" b="1">
                <a:solidFill>
                  <a:srgbClr val="24745B"/>
                </a:solidFill>
                <a:latin typeface="Nimbus Sans"/>
                <a:ea typeface="Nimbus Sans"/>
                <a:cs typeface="Nimbus Sans"/>
              </a:defRPr>
            </a:lvl9pPr>
          </a:lstStyle>
          <a:p xmlns:a="http://schemas.openxmlformats.org/drawingml/2006/main">
            <a:pPr algn="l">
              <a:buNone/>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02</a:t>
            </a:r>
          </a:p>
        </p:txBody>
      </p:sp>
      <p:sp>
        <p:nvSpPr>
          <p:cNvPr id="9" name="AI tagging and search">
            <a:extLst xmlns:a="http://schemas.openxmlformats.org/drawingml/2006/main">
              <a:ext uri="{FF2B5EF4-FFF2-40B4-BE49-F238E27FC236}">
                <a16:creationId xmlns:a16="http://schemas.microsoft.com/office/drawing/2014/main" id="{43D680A0-3BAC-46A0-88DA-7201973BF29A}"/>
              </a:ext>
            </a:extLst>
          </p:cNvPr>
          <p:cNvSpPr>
            <a:spLocks xmlns:a="http://schemas.openxmlformats.org/drawingml/2006/main" noGrp="1"/>
          </p:cNvSpPr>
          <p:nvPr/>
        </p:nvSpPr>
        <p:spPr>
          <a:xfrm xmlns:a="http://schemas.openxmlformats.org/drawingml/2006/main">
            <a:off x="1666875" y="29146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AI tagging and search</a:t>
            </a:r>
          </a:p>
        </p:txBody>
      </p:sp>
      <p:sp>
        <p:nvSpPr>
          <p:cNvPr id="10" name="Use short visual features&#10;and validate candida">
            <a:extLst xmlns:a="http://schemas.openxmlformats.org/drawingml/2006/main">
              <a:ext uri="{FF2B5EF4-FFF2-40B4-BE49-F238E27FC236}">
                <a16:creationId xmlns:a16="http://schemas.microsoft.com/office/drawing/2014/main" id="{4A91DF99-2D8A-429D-BDEF-0732FB659520}"/>
              </a:ext>
            </a:extLst>
          </p:cNvPr>
          <p:cNvSpPr>
            <a:spLocks xmlns:a="http://schemas.openxmlformats.org/drawingml/2006/main" noGrp="1"/>
          </p:cNvSpPr>
          <p:nvPr/>
        </p:nvSpPr>
        <p:spPr>
          <a:xfrm xmlns:a="http://schemas.openxmlformats.org/drawingml/2006/main">
            <a:off x="6191250" y="291465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buNone/>
              <a:defRPr sz="1875" b="0">
                <a:solidFill>
                  <a:srgbClr val="5E7168"/>
                </a:solidFill>
                <a:latin typeface="Nimbus Sans"/>
                <a:ea typeface="Nimbus Sans"/>
                <a:cs typeface="Nimbus Sans"/>
              </a:defRPr>
            </a:lvl1pPr>
            <a:lvl2pPr algn="l">
              <a:buNone/>
              <a:defRPr sz="1875" b="0">
                <a:solidFill>
                  <a:srgbClr val="5E7168"/>
                </a:solidFill>
                <a:latin typeface="Nimbus Sans"/>
                <a:ea typeface="Nimbus Sans"/>
                <a:cs typeface="Nimbus Sans"/>
              </a:defRPr>
            </a:lvl2pPr>
            <a:lvl3pPr algn="l">
              <a:buNone/>
              <a:defRPr sz="1875" b="0">
                <a:solidFill>
                  <a:srgbClr val="5E7168"/>
                </a:solidFill>
                <a:latin typeface="Nimbus Sans"/>
                <a:ea typeface="Nimbus Sans"/>
                <a:cs typeface="Nimbus Sans"/>
              </a:defRPr>
            </a:lvl3pPr>
            <a:lvl4pPr algn="l">
              <a:buNone/>
              <a:defRPr sz="1875" b="0">
                <a:solidFill>
                  <a:srgbClr val="5E7168"/>
                </a:solidFill>
                <a:latin typeface="Nimbus Sans"/>
                <a:ea typeface="Nimbus Sans"/>
                <a:cs typeface="Nimbus Sans"/>
              </a:defRPr>
            </a:lvl4pPr>
            <a:lvl5pPr algn="l">
              <a:buNone/>
              <a:defRPr sz="1875" b="0">
                <a:solidFill>
                  <a:srgbClr val="5E7168"/>
                </a:solidFill>
                <a:latin typeface="Nimbus Sans"/>
                <a:ea typeface="Nimbus Sans"/>
                <a:cs typeface="Nimbus Sans"/>
              </a:defRPr>
            </a:lvl5pPr>
            <a:lvl6pPr algn="l">
              <a:buNone/>
              <a:defRPr sz="1875" b="0">
                <a:solidFill>
                  <a:srgbClr val="5E7168"/>
                </a:solidFill>
                <a:latin typeface="Nimbus Sans"/>
                <a:ea typeface="Nimbus Sans"/>
                <a:cs typeface="Nimbus Sans"/>
              </a:defRPr>
            </a:lvl6pPr>
            <a:lvl7pPr algn="l">
              <a:buNone/>
              <a:defRPr sz="1875" b="0">
                <a:solidFill>
                  <a:srgbClr val="5E7168"/>
                </a:solidFill>
                <a:latin typeface="Nimbus Sans"/>
                <a:ea typeface="Nimbus Sans"/>
                <a:cs typeface="Nimbus Sans"/>
              </a:defRPr>
            </a:lvl7pPr>
            <a:lvl8pPr algn="l">
              <a:buNone/>
              <a:defRPr sz="1875" b="0">
                <a:solidFill>
                  <a:srgbClr val="5E7168"/>
                </a:solidFill>
                <a:latin typeface="Nimbus Sans"/>
                <a:ea typeface="Nimbus Sans"/>
                <a:cs typeface="Nimbus Sans"/>
              </a:defRPr>
            </a:lvl8pPr>
            <a:lvl9pPr algn="l">
              <a:buNone/>
              <a:defRPr sz="1875" b="0">
                <a:solidFill>
                  <a:srgbClr val="5E7168"/>
                </a:solidFill>
                <a:latin typeface="Nimbus Sans"/>
                <a:ea typeface="Nimbus Sans"/>
                <a:cs typeface="Nimbus Sans"/>
              </a:defRPr>
            </a:lvl9pPr>
          </a:lstStyle>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Use short visual features</a:t>
            </a:r>
          </a:p>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validate candidate IDs</a:t>
            </a:r>
          </a:p>
        </p:txBody>
      </p:sp>
      <p:sp>
        <p:nvSpPr>
          <p:cNvPr id="11" name="">
            <a:extLst xmlns:a="http://schemas.openxmlformats.org/drawingml/2006/main">
              <a:ext uri="{FF2B5EF4-FFF2-40B4-BE49-F238E27FC236}">
                <a16:creationId xmlns:a16="http://schemas.microsoft.com/office/drawing/2014/main" id="{F4E6160C-56DA-4010-88F3-6E6513EF4BDA}"/>
              </a:ext>
            </a:extLst>
          </p:cNvPr>
          <p:cNvSpPr>
            <a:spLocks xmlns:a="http://schemas.openxmlformats.org/drawingml/2006/main" noGrp="1"/>
          </p:cNvSpPr>
          <p:nvPr/>
        </p:nvSpPr>
        <p:spPr>
          <a:xfrm xmlns:a="http://schemas.openxmlformats.org/drawingml/2006/main">
            <a:off x="1666875" y="3790950"/>
            <a:ext cx="9915525" cy="0"/>
          </a:xfrm>
          <a:prstGeom xmlns:a="http://schemas.openxmlformats.org/drawingml/2006/main" prst="line">
            <a:avLst/>
          </a:prstGeom>
          <a:ln xmlns:a="http://schemas.openxmlformats.org/drawingml/2006/main" w="9525">
            <a:solidFill>
              <a:srgbClr val="CDD8CE"/>
            </a:solidFill>
            <a:prstDash val="solid"/>
          </a:ln>
        </p:spPr>
      </p:sp>
      <p:sp>
        <p:nvSpPr>
          <p:cNvPr id="12" name="03">
            <a:extLst xmlns:a="http://schemas.openxmlformats.org/drawingml/2006/main">
              <a:ext uri="{FF2B5EF4-FFF2-40B4-BE49-F238E27FC236}">
                <a16:creationId xmlns:a16="http://schemas.microsoft.com/office/drawing/2014/main" id="{8AB2D812-A356-43FB-A910-D7E778BEFCFF}"/>
              </a:ext>
            </a:extLst>
          </p:cNvPr>
          <p:cNvSpPr>
            <a:spLocks xmlns:a="http://schemas.openxmlformats.org/drawingml/2006/main" noGrp="1"/>
          </p:cNvSpPr>
          <p:nvPr/>
        </p:nvSpPr>
        <p:spPr>
          <a:xfrm xmlns:a="http://schemas.openxmlformats.org/drawingml/2006/main">
            <a:off x="609600" y="3971925"/>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buNone/>
              <a:defRPr sz="3150" b="1">
                <a:solidFill>
                  <a:srgbClr val="24745B"/>
                </a:solidFill>
                <a:latin typeface="Nimbus Sans"/>
                <a:ea typeface="Nimbus Sans"/>
                <a:cs typeface="Nimbus Sans"/>
              </a:defRPr>
            </a:lvl1pPr>
            <a:lvl2pPr algn="l">
              <a:buNone/>
              <a:defRPr sz="3150" b="1">
                <a:solidFill>
                  <a:srgbClr val="24745B"/>
                </a:solidFill>
                <a:latin typeface="Nimbus Sans"/>
                <a:ea typeface="Nimbus Sans"/>
                <a:cs typeface="Nimbus Sans"/>
              </a:defRPr>
            </a:lvl2pPr>
            <a:lvl3pPr algn="l">
              <a:buNone/>
              <a:defRPr sz="3150" b="1">
                <a:solidFill>
                  <a:srgbClr val="24745B"/>
                </a:solidFill>
                <a:latin typeface="Nimbus Sans"/>
                <a:ea typeface="Nimbus Sans"/>
                <a:cs typeface="Nimbus Sans"/>
              </a:defRPr>
            </a:lvl3pPr>
            <a:lvl4pPr algn="l">
              <a:buNone/>
              <a:defRPr sz="3150" b="1">
                <a:solidFill>
                  <a:srgbClr val="24745B"/>
                </a:solidFill>
                <a:latin typeface="Nimbus Sans"/>
                <a:ea typeface="Nimbus Sans"/>
                <a:cs typeface="Nimbus Sans"/>
              </a:defRPr>
            </a:lvl4pPr>
            <a:lvl5pPr algn="l">
              <a:buNone/>
              <a:defRPr sz="3150" b="1">
                <a:solidFill>
                  <a:srgbClr val="24745B"/>
                </a:solidFill>
                <a:latin typeface="Nimbus Sans"/>
                <a:ea typeface="Nimbus Sans"/>
                <a:cs typeface="Nimbus Sans"/>
              </a:defRPr>
            </a:lvl5pPr>
            <a:lvl6pPr algn="l">
              <a:buNone/>
              <a:defRPr sz="3150" b="1">
                <a:solidFill>
                  <a:srgbClr val="24745B"/>
                </a:solidFill>
                <a:latin typeface="Nimbus Sans"/>
                <a:ea typeface="Nimbus Sans"/>
                <a:cs typeface="Nimbus Sans"/>
              </a:defRPr>
            </a:lvl6pPr>
            <a:lvl7pPr algn="l">
              <a:buNone/>
              <a:defRPr sz="3150" b="1">
                <a:solidFill>
                  <a:srgbClr val="24745B"/>
                </a:solidFill>
                <a:latin typeface="Nimbus Sans"/>
                <a:ea typeface="Nimbus Sans"/>
                <a:cs typeface="Nimbus Sans"/>
              </a:defRPr>
            </a:lvl7pPr>
            <a:lvl8pPr algn="l">
              <a:buNone/>
              <a:defRPr sz="3150" b="1">
                <a:solidFill>
                  <a:srgbClr val="24745B"/>
                </a:solidFill>
                <a:latin typeface="Nimbus Sans"/>
                <a:ea typeface="Nimbus Sans"/>
                <a:cs typeface="Nimbus Sans"/>
              </a:defRPr>
            </a:lvl8pPr>
            <a:lvl9pPr algn="l">
              <a:buNone/>
              <a:defRPr sz="3150" b="1">
                <a:solidFill>
                  <a:srgbClr val="24745B"/>
                </a:solidFill>
                <a:latin typeface="Nimbus Sans"/>
                <a:ea typeface="Nimbus Sans"/>
                <a:cs typeface="Nimbus Sans"/>
              </a:defRPr>
            </a:lvl9pPr>
          </a:lstStyle>
          <a:p xmlns:a="http://schemas.openxmlformats.org/drawingml/2006/main">
            <a:pPr algn="l">
              <a:buNone/>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03</a:t>
            </a:r>
          </a:p>
        </p:txBody>
      </p:sp>
      <p:sp>
        <p:nvSpPr>
          <p:cNvPr id="13" name="Native iPad station">
            <a:extLst xmlns:a="http://schemas.openxmlformats.org/drawingml/2006/main">
              <a:ext uri="{FF2B5EF4-FFF2-40B4-BE49-F238E27FC236}">
                <a16:creationId xmlns:a16="http://schemas.microsoft.com/office/drawing/2014/main" id="{B1B85C29-8AF0-4AB0-9DAC-A81159DD5F82}"/>
              </a:ext>
            </a:extLst>
          </p:cNvPr>
          <p:cNvSpPr>
            <a:spLocks xmlns:a="http://schemas.openxmlformats.org/drawingml/2006/main" noGrp="1"/>
          </p:cNvSpPr>
          <p:nvPr/>
        </p:nvSpPr>
        <p:spPr>
          <a:xfrm xmlns:a="http://schemas.openxmlformats.org/drawingml/2006/main">
            <a:off x="1666875" y="39719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Native iPad station</a:t>
            </a:r>
          </a:p>
        </p:txBody>
      </p:sp>
      <p:sp>
        <p:nvSpPr>
          <p:cNvPr id="14" name="Separate visitor sessions&#10;and restrict staff t">
            <a:extLst xmlns:a="http://schemas.openxmlformats.org/drawingml/2006/main">
              <a:ext uri="{FF2B5EF4-FFF2-40B4-BE49-F238E27FC236}">
                <a16:creationId xmlns:a16="http://schemas.microsoft.com/office/drawing/2014/main" id="{501F2F86-E621-4FC3-BA21-768EDC5C62B4}"/>
              </a:ext>
            </a:extLst>
          </p:cNvPr>
          <p:cNvSpPr>
            <a:spLocks xmlns:a="http://schemas.openxmlformats.org/drawingml/2006/main" noGrp="1"/>
          </p:cNvSpPr>
          <p:nvPr/>
        </p:nvSpPr>
        <p:spPr>
          <a:xfrm xmlns:a="http://schemas.openxmlformats.org/drawingml/2006/main">
            <a:off x="6191250" y="3971925"/>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buNone/>
              <a:defRPr sz="1875" b="0">
                <a:solidFill>
                  <a:srgbClr val="5E7168"/>
                </a:solidFill>
                <a:latin typeface="Nimbus Sans"/>
                <a:ea typeface="Nimbus Sans"/>
                <a:cs typeface="Nimbus Sans"/>
              </a:defRPr>
            </a:lvl1pPr>
            <a:lvl2pPr algn="l">
              <a:buNone/>
              <a:defRPr sz="1875" b="0">
                <a:solidFill>
                  <a:srgbClr val="5E7168"/>
                </a:solidFill>
                <a:latin typeface="Nimbus Sans"/>
                <a:ea typeface="Nimbus Sans"/>
                <a:cs typeface="Nimbus Sans"/>
              </a:defRPr>
            </a:lvl2pPr>
            <a:lvl3pPr algn="l">
              <a:buNone/>
              <a:defRPr sz="1875" b="0">
                <a:solidFill>
                  <a:srgbClr val="5E7168"/>
                </a:solidFill>
                <a:latin typeface="Nimbus Sans"/>
                <a:ea typeface="Nimbus Sans"/>
                <a:cs typeface="Nimbus Sans"/>
              </a:defRPr>
            </a:lvl3pPr>
            <a:lvl4pPr algn="l">
              <a:buNone/>
              <a:defRPr sz="1875" b="0">
                <a:solidFill>
                  <a:srgbClr val="5E7168"/>
                </a:solidFill>
                <a:latin typeface="Nimbus Sans"/>
                <a:ea typeface="Nimbus Sans"/>
                <a:cs typeface="Nimbus Sans"/>
              </a:defRPr>
            </a:lvl4pPr>
            <a:lvl5pPr algn="l">
              <a:buNone/>
              <a:defRPr sz="1875" b="0">
                <a:solidFill>
                  <a:srgbClr val="5E7168"/>
                </a:solidFill>
                <a:latin typeface="Nimbus Sans"/>
                <a:ea typeface="Nimbus Sans"/>
                <a:cs typeface="Nimbus Sans"/>
              </a:defRPr>
            </a:lvl5pPr>
            <a:lvl6pPr algn="l">
              <a:buNone/>
              <a:defRPr sz="1875" b="0">
                <a:solidFill>
                  <a:srgbClr val="5E7168"/>
                </a:solidFill>
                <a:latin typeface="Nimbus Sans"/>
                <a:ea typeface="Nimbus Sans"/>
                <a:cs typeface="Nimbus Sans"/>
              </a:defRPr>
            </a:lvl6pPr>
            <a:lvl7pPr algn="l">
              <a:buNone/>
              <a:defRPr sz="1875" b="0">
                <a:solidFill>
                  <a:srgbClr val="5E7168"/>
                </a:solidFill>
                <a:latin typeface="Nimbus Sans"/>
                <a:ea typeface="Nimbus Sans"/>
                <a:cs typeface="Nimbus Sans"/>
              </a:defRPr>
            </a:lvl7pPr>
            <a:lvl8pPr algn="l">
              <a:buNone/>
              <a:defRPr sz="1875" b="0">
                <a:solidFill>
                  <a:srgbClr val="5E7168"/>
                </a:solidFill>
                <a:latin typeface="Nimbus Sans"/>
                <a:ea typeface="Nimbus Sans"/>
                <a:cs typeface="Nimbus Sans"/>
              </a:defRPr>
            </a:lvl8pPr>
            <a:lvl9pPr algn="l">
              <a:buNone/>
              <a:defRPr sz="1875" b="0">
                <a:solidFill>
                  <a:srgbClr val="5E7168"/>
                </a:solidFill>
                <a:latin typeface="Nimbus Sans"/>
                <a:ea typeface="Nimbus Sans"/>
                <a:cs typeface="Nimbus Sans"/>
              </a:defRPr>
            </a:lvl9pPr>
          </a:lstStyle>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Separate visitor sessions</a:t>
            </a:r>
          </a:p>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and restrict staff tools</a:t>
            </a:r>
          </a:p>
        </p:txBody>
      </p:sp>
      <p:sp>
        <p:nvSpPr>
          <p:cNvPr id="15" name="">
            <a:extLst xmlns:a="http://schemas.openxmlformats.org/drawingml/2006/main">
              <a:ext uri="{FF2B5EF4-FFF2-40B4-BE49-F238E27FC236}">
                <a16:creationId xmlns:a16="http://schemas.microsoft.com/office/drawing/2014/main" id="{ABA834B2-88B3-4CB7-8AF2-C7BBC6BD0F3D}"/>
              </a:ext>
            </a:extLst>
          </p:cNvPr>
          <p:cNvSpPr>
            <a:spLocks xmlns:a="http://schemas.openxmlformats.org/drawingml/2006/main" noGrp="1"/>
          </p:cNvSpPr>
          <p:nvPr/>
        </p:nvSpPr>
        <p:spPr>
          <a:xfrm xmlns:a="http://schemas.openxmlformats.org/drawingml/2006/main">
            <a:off x="1666875" y="4848225"/>
            <a:ext cx="9915525" cy="0"/>
          </a:xfrm>
          <a:prstGeom xmlns:a="http://schemas.openxmlformats.org/drawingml/2006/main" prst="line">
            <a:avLst/>
          </a:prstGeom>
          <a:ln xmlns:a="http://schemas.openxmlformats.org/drawingml/2006/main" w="9525">
            <a:solidFill>
              <a:srgbClr val="CDD8CE"/>
            </a:solidFill>
            <a:prstDash val="solid"/>
          </a:ln>
        </p:spPr>
      </p:sp>
      <p:sp>
        <p:nvSpPr>
          <p:cNvPr id="16" name="04">
            <a:extLst xmlns:a="http://schemas.openxmlformats.org/drawingml/2006/main">
              <a:ext uri="{FF2B5EF4-FFF2-40B4-BE49-F238E27FC236}">
                <a16:creationId xmlns:a16="http://schemas.microsoft.com/office/drawing/2014/main" id="{93DADB84-76DE-42DF-B60A-2E9BCF040EA4}"/>
              </a:ext>
            </a:extLst>
          </p:cNvPr>
          <p:cNvSpPr>
            <a:spLocks xmlns:a="http://schemas.openxmlformats.org/drawingml/2006/main" noGrp="1"/>
          </p:cNvSpPr>
          <p:nvPr/>
        </p:nvSpPr>
        <p:spPr>
          <a:xfrm xmlns:a="http://schemas.openxmlformats.org/drawingml/2006/main">
            <a:off x="609600" y="502920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1">
                <a:solidFill>
                  <a:srgbClr val="24745B"/>
                </a:solidFill>
                <a:latin typeface="Nimbus Sans"/>
                <a:ea typeface="Nimbus Sans"/>
                <a:cs typeface="Nimbus Sans"/>
              </a:defRPr>
            </a:defPPr>
            <a:lvl1pPr algn="l">
              <a:buNone/>
              <a:defRPr sz="3150" b="1">
                <a:solidFill>
                  <a:srgbClr val="24745B"/>
                </a:solidFill>
                <a:latin typeface="Nimbus Sans"/>
                <a:ea typeface="Nimbus Sans"/>
                <a:cs typeface="Nimbus Sans"/>
              </a:defRPr>
            </a:lvl1pPr>
            <a:lvl2pPr algn="l">
              <a:buNone/>
              <a:defRPr sz="3150" b="1">
                <a:solidFill>
                  <a:srgbClr val="24745B"/>
                </a:solidFill>
                <a:latin typeface="Nimbus Sans"/>
                <a:ea typeface="Nimbus Sans"/>
                <a:cs typeface="Nimbus Sans"/>
              </a:defRPr>
            </a:lvl2pPr>
            <a:lvl3pPr algn="l">
              <a:buNone/>
              <a:defRPr sz="3150" b="1">
                <a:solidFill>
                  <a:srgbClr val="24745B"/>
                </a:solidFill>
                <a:latin typeface="Nimbus Sans"/>
                <a:ea typeface="Nimbus Sans"/>
                <a:cs typeface="Nimbus Sans"/>
              </a:defRPr>
            </a:lvl3pPr>
            <a:lvl4pPr algn="l">
              <a:buNone/>
              <a:defRPr sz="3150" b="1">
                <a:solidFill>
                  <a:srgbClr val="24745B"/>
                </a:solidFill>
                <a:latin typeface="Nimbus Sans"/>
                <a:ea typeface="Nimbus Sans"/>
                <a:cs typeface="Nimbus Sans"/>
              </a:defRPr>
            </a:lvl4pPr>
            <a:lvl5pPr algn="l">
              <a:buNone/>
              <a:defRPr sz="3150" b="1">
                <a:solidFill>
                  <a:srgbClr val="24745B"/>
                </a:solidFill>
                <a:latin typeface="Nimbus Sans"/>
                <a:ea typeface="Nimbus Sans"/>
                <a:cs typeface="Nimbus Sans"/>
              </a:defRPr>
            </a:lvl5pPr>
            <a:lvl6pPr algn="l">
              <a:buNone/>
              <a:defRPr sz="3150" b="1">
                <a:solidFill>
                  <a:srgbClr val="24745B"/>
                </a:solidFill>
                <a:latin typeface="Nimbus Sans"/>
                <a:ea typeface="Nimbus Sans"/>
                <a:cs typeface="Nimbus Sans"/>
              </a:defRPr>
            </a:lvl6pPr>
            <a:lvl7pPr algn="l">
              <a:buNone/>
              <a:defRPr sz="3150" b="1">
                <a:solidFill>
                  <a:srgbClr val="24745B"/>
                </a:solidFill>
                <a:latin typeface="Nimbus Sans"/>
                <a:ea typeface="Nimbus Sans"/>
                <a:cs typeface="Nimbus Sans"/>
              </a:defRPr>
            </a:lvl7pPr>
            <a:lvl8pPr algn="l">
              <a:buNone/>
              <a:defRPr sz="3150" b="1">
                <a:solidFill>
                  <a:srgbClr val="24745B"/>
                </a:solidFill>
                <a:latin typeface="Nimbus Sans"/>
                <a:ea typeface="Nimbus Sans"/>
                <a:cs typeface="Nimbus Sans"/>
              </a:defRPr>
            </a:lvl8pPr>
            <a:lvl9pPr algn="l">
              <a:buNone/>
              <a:defRPr sz="3150" b="1">
                <a:solidFill>
                  <a:srgbClr val="24745B"/>
                </a:solidFill>
                <a:latin typeface="Nimbus Sans"/>
                <a:ea typeface="Nimbus Sans"/>
                <a:cs typeface="Nimbus Sans"/>
              </a:defRPr>
            </a:lvl9pPr>
          </a:lstStyle>
          <a:p xmlns:a="http://schemas.openxmlformats.org/drawingml/2006/main">
            <a:pPr algn="l">
              <a:buNone/>
              <a:defRPr sz="3150" b="1">
                <a:solidFill>
                  <a:srgbClr val="24745B"/>
                </a:solidFill>
                <a:latin typeface="Nimbus Sans"/>
                <a:ea typeface="Nimbus Sans"/>
                <a:cs typeface="Nimbus Sans"/>
              </a:defRPr>
            </a:pPr>
            <a:r>
              <a:rPr sz="3150" b="1">
                <a:solidFill>
                  <a:srgbClr val="24745B"/>
                </a:solidFill>
                <a:latin typeface="Nimbus Sans"/>
                <a:ea typeface="Nimbus Sans"/>
                <a:cs typeface="Nimbus Sans"/>
              </a:rPr>
              <a:t>04</a:t>
            </a:r>
          </a:p>
        </p:txBody>
      </p:sp>
      <p:sp>
        <p:nvSpPr>
          <p:cNvPr id="17" name="Four-compartment flow">
            <a:extLst xmlns:a="http://schemas.openxmlformats.org/drawingml/2006/main">
              <a:ext uri="{FF2B5EF4-FFF2-40B4-BE49-F238E27FC236}">
                <a16:creationId xmlns:a16="http://schemas.microsoft.com/office/drawing/2014/main" id="{2DDFB88B-4FD6-4121-80D3-F0C56BD0A740}"/>
              </a:ext>
            </a:extLst>
          </p:cNvPr>
          <p:cNvSpPr>
            <a:spLocks xmlns:a="http://schemas.openxmlformats.org/drawingml/2006/main" noGrp="1"/>
          </p:cNvSpPr>
          <p:nvPr/>
        </p:nvSpPr>
        <p:spPr>
          <a:xfrm xmlns:a="http://schemas.openxmlformats.org/drawingml/2006/main">
            <a:off x="1666875" y="50292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Four-compartment flow</a:t>
            </a:r>
          </a:p>
        </p:txBody>
      </p:sp>
      <p:sp>
        <p:nvSpPr>
          <p:cNvPr id="18" name="Persist operations before&#10;unlocking and confir">
            <a:extLst xmlns:a="http://schemas.openxmlformats.org/drawingml/2006/main">
              <a:ext uri="{FF2B5EF4-FFF2-40B4-BE49-F238E27FC236}">
                <a16:creationId xmlns:a16="http://schemas.microsoft.com/office/drawing/2014/main" id="{3A635A0B-FF5C-4E1A-BAD4-97F1858C0E33}"/>
              </a:ext>
            </a:extLst>
          </p:cNvPr>
          <p:cNvSpPr>
            <a:spLocks xmlns:a="http://schemas.openxmlformats.org/drawingml/2006/main" noGrp="1"/>
          </p:cNvSpPr>
          <p:nvPr/>
        </p:nvSpPr>
        <p:spPr>
          <a:xfrm xmlns:a="http://schemas.openxmlformats.org/drawingml/2006/main">
            <a:off x="6191250" y="502920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buNone/>
              <a:defRPr sz="1875" b="0">
                <a:solidFill>
                  <a:srgbClr val="5E7168"/>
                </a:solidFill>
                <a:latin typeface="Nimbus Sans"/>
                <a:ea typeface="Nimbus Sans"/>
                <a:cs typeface="Nimbus Sans"/>
              </a:defRPr>
            </a:lvl1pPr>
            <a:lvl2pPr algn="l">
              <a:buNone/>
              <a:defRPr sz="1875" b="0">
                <a:solidFill>
                  <a:srgbClr val="5E7168"/>
                </a:solidFill>
                <a:latin typeface="Nimbus Sans"/>
                <a:ea typeface="Nimbus Sans"/>
                <a:cs typeface="Nimbus Sans"/>
              </a:defRPr>
            </a:lvl2pPr>
            <a:lvl3pPr algn="l">
              <a:buNone/>
              <a:defRPr sz="1875" b="0">
                <a:solidFill>
                  <a:srgbClr val="5E7168"/>
                </a:solidFill>
                <a:latin typeface="Nimbus Sans"/>
                <a:ea typeface="Nimbus Sans"/>
                <a:cs typeface="Nimbus Sans"/>
              </a:defRPr>
            </a:lvl3pPr>
            <a:lvl4pPr algn="l">
              <a:buNone/>
              <a:defRPr sz="1875" b="0">
                <a:solidFill>
                  <a:srgbClr val="5E7168"/>
                </a:solidFill>
                <a:latin typeface="Nimbus Sans"/>
                <a:ea typeface="Nimbus Sans"/>
                <a:cs typeface="Nimbus Sans"/>
              </a:defRPr>
            </a:lvl4pPr>
            <a:lvl5pPr algn="l">
              <a:buNone/>
              <a:defRPr sz="1875" b="0">
                <a:solidFill>
                  <a:srgbClr val="5E7168"/>
                </a:solidFill>
                <a:latin typeface="Nimbus Sans"/>
                <a:ea typeface="Nimbus Sans"/>
                <a:cs typeface="Nimbus Sans"/>
              </a:defRPr>
            </a:lvl5pPr>
            <a:lvl6pPr algn="l">
              <a:buNone/>
              <a:defRPr sz="1875" b="0">
                <a:solidFill>
                  <a:srgbClr val="5E7168"/>
                </a:solidFill>
                <a:latin typeface="Nimbus Sans"/>
                <a:ea typeface="Nimbus Sans"/>
                <a:cs typeface="Nimbus Sans"/>
              </a:defRPr>
            </a:lvl6pPr>
            <a:lvl7pPr algn="l">
              <a:buNone/>
              <a:defRPr sz="1875" b="0">
                <a:solidFill>
                  <a:srgbClr val="5E7168"/>
                </a:solidFill>
                <a:latin typeface="Nimbus Sans"/>
                <a:ea typeface="Nimbus Sans"/>
                <a:cs typeface="Nimbus Sans"/>
              </a:defRPr>
            </a:lvl7pPr>
            <a:lvl8pPr algn="l">
              <a:buNone/>
              <a:defRPr sz="1875" b="0">
                <a:solidFill>
                  <a:srgbClr val="5E7168"/>
                </a:solidFill>
                <a:latin typeface="Nimbus Sans"/>
                <a:ea typeface="Nimbus Sans"/>
                <a:cs typeface="Nimbus Sans"/>
              </a:defRPr>
            </a:lvl8pPr>
            <a:lvl9pPr algn="l">
              <a:buNone/>
              <a:defRPr sz="1875" b="0">
                <a:solidFill>
                  <a:srgbClr val="5E7168"/>
                </a:solidFill>
                <a:latin typeface="Nimbus Sans"/>
                <a:ea typeface="Nimbus Sans"/>
                <a:cs typeface="Nimbus Sans"/>
              </a:defRPr>
            </a:lvl9pPr>
          </a:lstStyle>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Persist operations before</a:t>
            </a:r>
          </a:p>
          <a:p xmlns:a="http://schemas.openxmlformats.org/drawingml/2006/main">
            <a:pPr algn="l">
              <a:buNone/>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unlocking and confirm completion</a:t>
            </a:r>
          </a:p>
        </p:txBody>
      </p:sp>
    </p:spTree>
    <p:extLst>
      <p:ext uri="{BB962C8B-B14F-4D97-AF65-F5344CB8AC3E}">
        <p14:creationId xmlns:p14="http://schemas.microsoft.com/office/powerpoint/2010/main" val="1106767961"/>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Validation evidence collected so far">
            <a:extLst xmlns:a="http://schemas.openxmlformats.org/drawingml/2006/main">
              <a:ext uri="{FF2B5EF4-FFF2-40B4-BE49-F238E27FC236}">
                <a16:creationId xmlns:a16="http://schemas.microsoft.com/office/drawing/2014/main" id="{45460229-1B0D-434B-98B6-A161A51C9EE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Validation evidence collected so far</a:t>
            </a:r>
          </a:p>
        </p:txBody>
      </p:sp>
      <p:sp>
        <p:nvSpPr>
          <p:cNvPr id="2" name="Repository verification records, updated 22 Oc">
            <a:extLst xmlns:a="http://schemas.openxmlformats.org/drawingml/2006/main">
              <a:ext uri="{FF2B5EF4-FFF2-40B4-BE49-F238E27FC236}">
                <a16:creationId xmlns:a16="http://schemas.microsoft.com/office/drawing/2014/main" id="{DF7184D8-A162-4117-8081-DC3C416180F8}"/>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Repository verification records, updated 22 October 2026</a:t>
            </a:r>
          </a:p>
        </p:txBody>
      </p:sp>
      <p:sp>
        <p:nvSpPr>
          <p:cNvPr id="3" name="07">
            <a:extLst xmlns:a="http://schemas.openxmlformats.org/drawingml/2006/main">
              <a:ext uri="{FF2B5EF4-FFF2-40B4-BE49-F238E27FC236}">
                <a16:creationId xmlns:a16="http://schemas.microsoft.com/office/drawing/2014/main" id="{1D571884-76F6-4D37-904A-09131284864C}"/>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07</a:t>
            </a:r>
          </a:p>
        </p:txBody>
      </p:sp>
      <p:graphicFrame>
        <p:nvGraphicFramePr>
          <p:cNvPr id="4" name="">
            <a:extLst xmlns:a="http://schemas.openxmlformats.org/drawingml/2006/main">
              <a:ext uri="{FF2B5EF4-FFF2-40B4-BE49-F238E27FC236}">
                <a16:creationId xmlns:a16="http://schemas.microsoft.com/office/drawing/2014/main" id="{9F84CED6-4531-4352-BA85-4684D3BC95F1}"/>
              </a:ext>
            </a:extLst>
          </p:cNvPr>
          <p:cNvGraphicFramePr/>
          <p:nvPr/>
        </p:nvGraphicFramePr>
        <p:xfrm>
          <a:off xmlns:a="http://schemas.openxmlformats.org/drawingml/2006/main" x="609600" y="1885950"/>
          <a:ext xmlns:a="http://schemas.openxmlformats.org/drawingml/2006/main" cx="10972800" cy="3219450"/>
        </p:xfrm>
        <a:graphic xmlns:a="http://schemas.openxmlformats.org/drawingml/2006/main">
          <a:graphicData uri="http://schemas.openxmlformats.org/drawingml/2006/table">
            <a:tbl>
              <a:tblPr/>
              <a:tblGrid>
                <a:gridCol w="3810000"/>
                <a:gridCol w="2381250"/>
                <a:gridCol w="4781550"/>
              </a:tblGrid>
              <a:tr h="643890">
                <a:tc>
                  <a:txBody>
                    <a:bodyPr lIns="114300" tIns="114300" rIns="114300" bIns="114300"/>
                    <a:lstStyle/>
                    <a:p>
                      <a:r>
                        <a:rPr sz="1725" b="1">
                          <a:solidFill>
                            <a:srgbClr val="FFFFFF"/>
                          </a:solidFill>
                          <a:latin typeface="Nimbus Sans"/>
                          <a:ea typeface="Nimbus Sans"/>
                          <a:cs typeface="Nimbus Sans"/>
                        </a:rPr>
                        <a:t>Evidence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Recorded result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What it covers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43890">
                <a:tc>
                  <a:txBody>
                    <a:bodyPr lIns="114300" tIns="114300" rIns="114300" bIns="114300"/>
                    <a:lstStyle/>
                    <a:p>
                      <a:r>
                        <a:rPr sz="1725" b="0">
                          <a:solidFill>
                            <a:srgbClr val="153D33"/>
                          </a:solidFill>
                          <a:latin typeface="Nimbus Sans"/>
                          <a:ea typeface="Nimbus Sans"/>
                          <a:cs typeface="Nimbus Sans"/>
                        </a:rPr>
                        <a:t>Python backend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99 tests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HTTP, persistence and locker logic</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3890">
                <a:tc>
                  <a:txBody>
                    <a:bodyPr lIns="114300" tIns="114300" rIns="114300" bIns="114300"/>
                    <a:lstStyle/>
                    <a:p>
                      <a:r>
                        <a:rPr sz="1725" b="0">
                          <a:solidFill>
                            <a:srgbClr val="153D33"/>
                          </a:solidFill>
                          <a:latin typeface="Nimbus Sans"/>
                          <a:ea typeface="Nimbus Sans"/>
                          <a:cs typeface="Nimbus Sans"/>
                        </a:rPr>
                        <a:t>Swift core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42 tests passed</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Data contracts and request handling</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43890">
                <a:tc>
                  <a:txBody>
                    <a:bodyPr lIns="114300" tIns="114300" rIns="114300" bIns="114300"/>
                    <a:lstStyle/>
                    <a:p>
                      <a:r>
                        <a:rPr sz="1725" b="0">
                          <a:solidFill>
                            <a:srgbClr val="153D33"/>
                          </a:solidFill>
                          <a:latin typeface="Nimbus Sans"/>
                          <a:ea typeface="Nimbus Sans"/>
                          <a:cs typeface="Nimbus Sans"/>
                        </a:rPr>
                        <a:t>Native iOS suite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51 tests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Session state, retries and recovery</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3890">
                <a:tc>
                  <a:txBody>
                    <a:bodyPr lIns="114300" tIns="114300" rIns="114300" bIns="114300"/>
                    <a:lstStyle/>
                    <a:p>
                      <a:r>
                        <a:rPr sz="1725" b="0">
                          <a:solidFill>
                            <a:srgbClr val="153D33"/>
                          </a:solidFill>
                          <a:latin typeface="Nimbus Sans"/>
                          <a:ea typeface="Nimbus Sans"/>
                          <a:cs typeface="Nimbus Sans"/>
                        </a:rPr>
                        <a:t>Swift–Python locker integration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10 checks passed</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Capacity, replay, collection and reuse</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GPIO tests used simulated drivers. These count">
            <a:extLst xmlns:a="http://schemas.openxmlformats.org/drawingml/2006/main">
              <a:ext uri="{FF2B5EF4-FFF2-40B4-BE49-F238E27FC236}">
                <a16:creationId xmlns:a16="http://schemas.microsoft.com/office/drawing/2014/main" id="{C3BF0BAA-3219-4E21-8048-860CC4C6A803}"/>
              </a:ext>
            </a:extLst>
          </p:cNvPr>
          <p:cNvSpPr>
            <a:spLocks xmlns:a="http://schemas.openxmlformats.org/drawingml/2006/main" noGrp="1"/>
          </p:cNvSpPr>
          <p:nvPr/>
        </p:nvSpPr>
        <p:spPr>
          <a:xfrm xmlns:a="http://schemas.openxmlformats.org/drawingml/2006/main">
            <a:off x="609600" y="546735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935B21"/>
                </a:solidFill>
                <a:latin typeface="Nimbus Sans"/>
                <a:ea typeface="Nimbus Sans"/>
                <a:cs typeface="Nimbus Sans"/>
              </a:defRPr>
            </a:defPPr>
            <a:lvl1pPr algn="l">
              <a:buNone/>
              <a:defRPr sz="1950" b="1">
                <a:solidFill>
                  <a:srgbClr val="935B21"/>
                </a:solidFill>
                <a:latin typeface="Nimbus Sans"/>
                <a:ea typeface="Nimbus Sans"/>
                <a:cs typeface="Nimbus Sans"/>
              </a:defRPr>
            </a:lvl1pPr>
            <a:lvl2pPr algn="l">
              <a:buNone/>
              <a:defRPr sz="1950" b="1">
                <a:solidFill>
                  <a:srgbClr val="935B21"/>
                </a:solidFill>
                <a:latin typeface="Nimbus Sans"/>
                <a:ea typeface="Nimbus Sans"/>
                <a:cs typeface="Nimbus Sans"/>
              </a:defRPr>
            </a:lvl2pPr>
            <a:lvl3pPr algn="l">
              <a:buNone/>
              <a:defRPr sz="1950" b="1">
                <a:solidFill>
                  <a:srgbClr val="935B21"/>
                </a:solidFill>
                <a:latin typeface="Nimbus Sans"/>
                <a:ea typeface="Nimbus Sans"/>
                <a:cs typeface="Nimbus Sans"/>
              </a:defRPr>
            </a:lvl3pPr>
            <a:lvl4pPr algn="l">
              <a:buNone/>
              <a:defRPr sz="1950" b="1">
                <a:solidFill>
                  <a:srgbClr val="935B21"/>
                </a:solidFill>
                <a:latin typeface="Nimbus Sans"/>
                <a:ea typeface="Nimbus Sans"/>
                <a:cs typeface="Nimbus Sans"/>
              </a:defRPr>
            </a:lvl4pPr>
            <a:lvl5pPr algn="l">
              <a:buNone/>
              <a:defRPr sz="1950" b="1">
                <a:solidFill>
                  <a:srgbClr val="935B21"/>
                </a:solidFill>
                <a:latin typeface="Nimbus Sans"/>
                <a:ea typeface="Nimbus Sans"/>
                <a:cs typeface="Nimbus Sans"/>
              </a:defRPr>
            </a:lvl5pPr>
            <a:lvl6pPr algn="l">
              <a:buNone/>
              <a:defRPr sz="1950" b="1">
                <a:solidFill>
                  <a:srgbClr val="935B21"/>
                </a:solidFill>
                <a:latin typeface="Nimbus Sans"/>
                <a:ea typeface="Nimbus Sans"/>
                <a:cs typeface="Nimbus Sans"/>
              </a:defRPr>
            </a:lvl6pPr>
            <a:lvl7pPr algn="l">
              <a:buNone/>
              <a:defRPr sz="1950" b="1">
                <a:solidFill>
                  <a:srgbClr val="935B21"/>
                </a:solidFill>
                <a:latin typeface="Nimbus Sans"/>
                <a:ea typeface="Nimbus Sans"/>
                <a:cs typeface="Nimbus Sans"/>
              </a:defRPr>
            </a:lvl7pPr>
            <a:lvl8pPr algn="l">
              <a:buNone/>
              <a:defRPr sz="1950" b="1">
                <a:solidFill>
                  <a:srgbClr val="935B21"/>
                </a:solidFill>
                <a:latin typeface="Nimbus Sans"/>
                <a:ea typeface="Nimbus Sans"/>
                <a:cs typeface="Nimbus Sans"/>
              </a:defRPr>
            </a:lvl8pPr>
            <a:lvl9pPr algn="l">
              <a:buNone/>
              <a:defRPr sz="1950" b="1">
                <a:solidFill>
                  <a:srgbClr val="935B21"/>
                </a:solidFill>
                <a:latin typeface="Nimbus Sans"/>
                <a:ea typeface="Nimbus Sans"/>
                <a:cs typeface="Nimbus Sans"/>
              </a:defRPr>
            </a:lvl9pPr>
          </a:lstStyle>
          <a:p xmlns:a="http://schemas.openxmlformats.org/drawingml/2006/main">
            <a:pPr algn="l">
              <a:buNone/>
              <a:defRPr sz="1950" b="1">
                <a:solidFill>
                  <a:srgbClr val="935B21"/>
                </a:solidFill>
                <a:latin typeface="Nimbus Sans"/>
                <a:ea typeface="Nimbus Sans"/>
                <a:cs typeface="Nimbus Sans"/>
              </a:defRPr>
            </a:pPr>
            <a:r>
              <a:rPr sz="1950" b="1">
                <a:solidFill>
                  <a:srgbClr val="935B21"/>
                </a:solidFill>
                <a:latin typeface="Nimbus Sans"/>
                <a:ea typeface="Nimbus Sans"/>
                <a:cs typeface="Nimbus Sans"/>
              </a:rPr>
              <a:t>GPIO tests used simulated drivers. These counts do not measure search accuracy.</a:t>
            </a:r>
          </a:p>
        </p:txBody>
      </p:sp>
    </p:spTree>
    <p:extLst>
      <p:ext uri="{BB962C8B-B14F-4D97-AF65-F5344CB8AC3E}">
        <p14:creationId xmlns:p14="http://schemas.microsoft.com/office/powerpoint/2010/main" val="341525494"/>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Early search observations and data insights">
            <a:extLst xmlns:a="http://schemas.openxmlformats.org/drawingml/2006/main">
              <a:ext uri="{FF2B5EF4-FFF2-40B4-BE49-F238E27FC236}">
                <a16:creationId xmlns:a16="http://schemas.microsoft.com/office/drawing/2014/main" id="{BDC16A15-FD05-4535-A728-724D09A2A342}"/>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Early search observations and data insights</a:t>
            </a:r>
          </a:p>
        </p:txBody>
      </p:sp>
      <p:sp>
        <p:nvSpPr>
          <p:cNvPr id="2" name="Documented live cloud searches on 14 October u">
            <a:extLst xmlns:a="http://schemas.openxmlformats.org/drawingml/2006/main">
              <a:ext uri="{FF2B5EF4-FFF2-40B4-BE49-F238E27FC236}">
                <a16:creationId xmlns:a16="http://schemas.microsoft.com/office/drawing/2014/main" id="{D2CA5E64-D938-4E80-B2DB-34E80DDCC27C}"/>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Documented live cloud searches on 14 October used an inventory of four records</a:t>
            </a:r>
          </a:p>
        </p:txBody>
      </p:sp>
      <p:sp>
        <p:nvSpPr>
          <p:cNvPr id="3" name="08">
            <a:extLst xmlns:a="http://schemas.openxmlformats.org/drawingml/2006/main">
              <a:ext uri="{FF2B5EF4-FFF2-40B4-BE49-F238E27FC236}">
                <a16:creationId xmlns:a16="http://schemas.microsoft.com/office/drawing/2014/main" id="{9074A2A3-F0EE-4528-B130-82DFC50684E2}"/>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08</a:t>
            </a:r>
          </a:p>
        </p:txBody>
      </p:sp>
      <p:graphicFrame>
        <p:nvGraphicFramePr>
          <p:cNvPr id="4" name="">
            <a:extLst xmlns:a="http://schemas.openxmlformats.org/drawingml/2006/main">
              <a:ext uri="{FF2B5EF4-FFF2-40B4-BE49-F238E27FC236}">
                <a16:creationId xmlns:a16="http://schemas.microsoft.com/office/drawing/2014/main" id="{CEC62852-0B61-4C33-8371-1D557605E39E}"/>
              </a:ext>
            </a:extLst>
          </p:cNvPr>
          <p:cNvGraphicFramePr/>
          <p:nvPr/>
        </p:nvGraphicFramePr>
        <p:xfrm>
          <a:off xmlns:a="http://schemas.openxmlformats.org/drawingml/2006/main" x="609600" y="1952625"/>
          <a:ext xmlns:a="http://schemas.openxmlformats.org/drawingml/2006/main" cx="10972800" cy="2552700"/>
        </p:xfrm>
        <a:graphic xmlns:a="http://schemas.openxmlformats.org/drawingml/2006/main">
          <a:graphicData uri="http://schemas.openxmlformats.org/drawingml/2006/table">
            <a:tbl>
              <a:tblPr/>
              <a:tblGrid>
                <a:gridCol w="7239000"/>
                <a:gridCol w="3733800"/>
              </a:tblGrid>
              <a:tr h="638175">
                <a:tc>
                  <a:txBody>
                    <a:bodyPr lIns="114300" tIns="114300" rIns="114300" bIns="114300"/>
                    <a:lstStyle/>
                    <a:p>
                      <a:r>
                        <a:rPr sz="1875" b="1">
                          <a:solidFill>
                            <a:srgbClr val="FFFFFF"/>
                          </a:solidFill>
                          <a:latin typeface="Nimbus Sans"/>
                          <a:ea typeface="Nimbus Sans"/>
                          <a:cs typeface="Nimbus Sans"/>
                        </a:rPr>
                        <a:t>Search description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875" b="1">
                          <a:solidFill>
                            <a:srgbClr val="FFFFFF"/>
                          </a:solidFill>
                          <a:latin typeface="Nimbus Sans"/>
                          <a:ea typeface="Nimbus Sans"/>
                          <a:cs typeface="Nimbus Sans"/>
                        </a:rPr>
                        <a:t>Documented response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38175">
                <a:tc>
                  <a:txBody>
                    <a:bodyPr lIns="114300" tIns="114300" rIns="114300" bIns="114300"/>
                    <a:lstStyle/>
                    <a:p>
                      <a:r>
                        <a:rPr sz="1875" b="0">
                          <a:solidFill>
                            <a:srgbClr val="153D33"/>
                          </a:solidFill>
                          <a:latin typeface="Nimbus Sans"/>
                          <a:ea typeface="Nimbus Sans"/>
                          <a:cs typeface="Nimbus Sans"/>
                        </a:rPr>
                        <a:t>Grey cup with a folding handle, Chinese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Returned the cup</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8175">
                <a:tc>
                  <a:txBody>
                    <a:bodyPr lIns="114300" tIns="114300" rIns="114300" bIns="114300"/>
                    <a:lstStyle/>
                    <a:p>
                      <a:r>
                        <a:rPr sz="1875" b="0">
                          <a:solidFill>
                            <a:srgbClr val="153D33"/>
                          </a:solidFill>
                          <a:latin typeface="Nimbus Sans"/>
                          <a:ea typeface="Nimbus Sans"/>
                          <a:cs typeface="Nimbus Sans"/>
                        </a:rPr>
                        <a:t>Beige toy with a red scarf, English</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Returned the toy</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8175">
                <a:tc>
                  <a:txBody>
                    <a:bodyPr lIns="114300" tIns="114300" rIns="114300" bIns="114300"/>
                    <a:lstStyle/>
                    <a:p>
                      <a:r>
                        <a:rPr sz="1875" b="0">
                          <a:solidFill>
                            <a:srgbClr val="153D33"/>
                          </a:solidFill>
                          <a:latin typeface="Nimbus Sans"/>
                          <a:ea typeface="Nimbus Sans"/>
                          <a:cs typeface="Nimbus Sans"/>
                        </a:rPr>
                        <a:t>Black phone absent from the inventory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Returned no candidate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Insight">
            <a:extLst xmlns:a="http://schemas.openxmlformats.org/drawingml/2006/main">
              <a:ext uri="{FF2B5EF4-FFF2-40B4-BE49-F238E27FC236}">
                <a16:creationId xmlns:a16="http://schemas.microsoft.com/office/drawing/2014/main" id="{6E43B1EC-4BBA-4E21-BA60-62B966519A0C}"/>
              </a:ext>
            </a:extLst>
          </p:cNvPr>
          <p:cNvSpPr>
            <a:spLocks xmlns:a="http://schemas.openxmlformats.org/drawingml/2006/main" noGrp="1"/>
          </p:cNvSpPr>
          <p:nvPr/>
        </p:nvSpPr>
        <p:spPr>
          <a:xfrm xmlns:a="http://schemas.openxmlformats.org/drawingml/2006/main">
            <a:off x="609600" y="48958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buNone/>
              <a:defRPr sz="2250" b="1">
                <a:solidFill>
                  <a:srgbClr val="24745B"/>
                </a:solidFill>
                <a:latin typeface="Nimbus Sans"/>
                <a:ea typeface="Nimbus Sans"/>
                <a:cs typeface="Nimbus Sans"/>
              </a:defRPr>
            </a:lvl1pPr>
            <a:lvl2pPr algn="l">
              <a:buNone/>
              <a:defRPr sz="2250" b="1">
                <a:solidFill>
                  <a:srgbClr val="24745B"/>
                </a:solidFill>
                <a:latin typeface="Nimbus Sans"/>
                <a:ea typeface="Nimbus Sans"/>
                <a:cs typeface="Nimbus Sans"/>
              </a:defRPr>
            </a:lvl2pPr>
            <a:lvl3pPr algn="l">
              <a:buNone/>
              <a:defRPr sz="2250" b="1">
                <a:solidFill>
                  <a:srgbClr val="24745B"/>
                </a:solidFill>
                <a:latin typeface="Nimbus Sans"/>
                <a:ea typeface="Nimbus Sans"/>
                <a:cs typeface="Nimbus Sans"/>
              </a:defRPr>
            </a:lvl3pPr>
            <a:lvl4pPr algn="l">
              <a:buNone/>
              <a:defRPr sz="2250" b="1">
                <a:solidFill>
                  <a:srgbClr val="24745B"/>
                </a:solidFill>
                <a:latin typeface="Nimbus Sans"/>
                <a:ea typeface="Nimbus Sans"/>
                <a:cs typeface="Nimbus Sans"/>
              </a:defRPr>
            </a:lvl4pPr>
            <a:lvl5pPr algn="l">
              <a:buNone/>
              <a:defRPr sz="2250" b="1">
                <a:solidFill>
                  <a:srgbClr val="24745B"/>
                </a:solidFill>
                <a:latin typeface="Nimbus Sans"/>
                <a:ea typeface="Nimbus Sans"/>
                <a:cs typeface="Nimbus Sans"/>
              </a:defRPr>
            </a:lvl5pPr>
            <a:lvl6pPr algn="l">
              <a:buNone/>
              <a:defRPr sz="2250" b="1">
                <a:solidFill>
                  <a:srgbClr val="24745B"/>
                </a:solidFill>
                <a:latin typeface="Nimbus Sans"/>
                <a:ea typeface="Nimbus Sans"/>
                <a:cs typeface="Nimbus Sans"/>
              </a:defRPr>
            </a:lvl6pPr>
            <a:lvl7pPr algn="l">
              <a:buNone/>
              <a:defRPr sz="2250" b="1">
                <a:solidFill>
                  <a:srgbClr val="24745B"/>
                </a:solidFill>
                <a:latin typeface="Nimbus Sans"/>
                <a:ea typeface="Nimbus Sans"/>
                <a:cs typeface="Nimbus Sans"/>
              </a:defRPr>
            </a:lvl7pPr>
            <a:lvl8pPr algn="l">
              <a:buNone/>
              <a:defRPr sz="2250" b="1">
                <a:solidFill>
                  <a:srgbClr val="24745B"/>
                </a:solidFill>
                <a:latin typeface="Nimbus Sans"/>
                <a:ea typeface="Nimbus Sans"/>
                <a:cs typeface="Nimbus Sans"/>
              </a:defRPr>
            </a:lvl8pPr>
            <a:lvl9pPr algn="l">
              <a:buNone/>
              <a:defRPr sz="2250" b="1">
                <a:solidFill>
                  <a:srgbClr val="24745B"/>
                </a:solidFill>
                <a:latin typeface="Nimbus Sans"/>
                <a:ea typeface="Nimbus Sans"/>
                <a:cs typeface="Nimbus Sans"/>
              </a:defRPr>
            </a:lvl9pPr>
          </a:lstStyle>
          <a:p xmlns:a="http://schemas.openxmlformats.org/drawingml/2006/main">
            <a:pPr algn="l">
              <a:buNone/>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Insight</a:t>
            </a:r>
          </a:p>
        </p:txBody>
      </p:sp>
      <p:sp>
        <p:nvSpPr>
          <p:cNvPr id="6" name="Useful tags support descriptive lookup. Missin">
            <a:extLst xmlns:a="http://schemas.openxmlformats.org/drawingml/2006/main">
              <a:ext uri="{FF2B5EF4-FFF2-40B4-BE49-F238E27FC236}">
                <a16:creationId xmlns:a16="http://schemas.microsoft.com/office/drawing/2014/main" id="{714C4EBB-26E2-47DC-AB73-8C044C166510}"/>
              </a:ext>
            </a:extLst>
          </p:cNvPr>
          <p:cNvSpPr>
            <a:spLocks xmlns:a="http://schemas.openxmlformats.org/drawingml/2006/main" noGrp="1"/>
          </p:cNvSpPr>
          <p:nvPr/>
        </p:nvSpPr>
        <p:spPr>
          <a:xfrm xmlns:a="http://schemas.openxmlformats.org/drawingml/2006/main">
            <a:off x="2857500" y="4895850"/>
            <a:ext cx="857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153D33"/>
                </a:solidFill>
                <a:latin typeface="Nimbus Sans"/>
                <a:ea typeface="Nimbus Sans"/>
                <a:cs typeface="Nimbus Sans"/>
              </a:defRPr>
            </a:defPPr>
            <a:lvl1pPr algn="l">
              <a:buNone/>
              <a:defRPr sz="2100" b="0">
                <a:solidFill>
                  <a:srgbClr val="153D33"/>
                </a:solidFill>
                <a:latin typeface="Nimbus Sans"/>
                <a:ea typeface="Nimbus Sans"/>
                <a:cs typeface="Nimbus Sans"/>
              </a:defRPr>
            </a:lvl1pPr>
            <a:lvl2pPr algn="l">
              <a:buNone/>
              <a:defRPr sz="2100" b="0">
                <a:solidFill>
                  <a:srgbClr val="153D33"/>
                </a:solidFill>
                <a:latin typeface="Nimbus Sans"/>
                <a:ea typeface="Nimbus Sans"/>
                <a:cs typeface="Nimbus Sans"/>
              </a:defRPr>
            </a:lvl2pPr>
            <a:lvl3pPr algn="l">
              <a:buNone/>
              <a:defRPr sz="2100" b="0">
                <a:solidFill>
                  <a:srgbClr val="153D33"/>
                </a:solidFill>
                <a:latin typeface="Nimbus Sans"/>
                <a:ea typeface="Nimbus Sans"/>
                <a:cs typeface="Nimbus Sans"/>
              </a:defRPr>
            </a:lvl3pPr>
            <a:lvl4pPr algn="l">
              <a:buNone/>
              <a:defRPr sz="2100" b="0">
                <a:solidFill>
                  <a:srgbClr val="153D33"/>
                </a:solidFill>
                <a:latin typeface="Nimbus Sans"/>
                <a:ea typeface="Nimbus Sans"/>
                <a:cs typeface="Nimbus Sans"/>
              </a:defRPr>
            </a:lvl4pPr>
            <a:lvl5pPr algn="l">
              <a:buNone/>
              <a:defRPr sz="2100" b="0">
                <a:solidFill>
                  <a:srgbClr val="153D33"/>
                </a:solidFill>
                <a:latin typeface="Nimbus Sans"/>
                <a:ea typeface="Nimbus Sans"/>
                <a:cs typeface="Nimbus Sans"/>
              </a:defRPr>
            </a:lvl5pPr>
            <a:lvl6pPr algn="l">
              <a:buNone/>
              <a:defRPr sz="2100" b="0">
                <a:solidFill>
                  <a:srgbClr val="153D33"/>
                </a:solidFill>
                <a:latin typeface="Nimbus Sans"/>
                <a:ea typeface="Nimbus Sans"/>
                <a:cs typeface="Nimbus Sans"/>
              </a:defRPr>
            </a:lvl6pPr>
            <a:lvl7pPr algn="l">
              <a:buNone/>
              <a:defRPr sz="2100" b="0">
                <a:solidFill>
                  <a:srgbClr val="153D33"/>
                </a:solidFill>
                <a:latin typeface="Nimbus Sans"/>
                <a:ea typeface="Nimbus Sans"/>
                <a:cs typeface="Nimbus Sans"/>
              </a:defRPr>
            </a:lvl7pPr>
            <a:lvl8pPr algn="l">
              <a:buNone/>
              <a:defRPr sz="2100" b="0">
                <a:solidFill>
                  <a:srgbClr val="153D33"/>
                </a:solidFill>
                <a:latin typeface="Nimbus Sans"/>
                <a:ea typeface="Nimbus Sans"/>
                <a:cs typeface="Nimbus Sans"/>
              </a:defRPr>
            </a:lvl8pPr>
            <a:lvl9pPr algn="l">
              <a:buNone/>
              <a:defRPr sz="2100" b="0">
                <a:solidFill>
                  <a:srgbClr val="153D33"/>
                </a:solidFill>
                <a:latin typeface="Nimbus Sans"/>
                <a:ea typeface="Nimbus Sans"/>
                <a:cs typeface="Nimbus Sans"/>
              </a:defRPr>
            </a:lvl9pPr>
          </a:lstStyle>
          <a:p xmlns:a="http://schemas.openxmlformats.org/drawingml/2006/main">
            <a:pPr algn="l">
              <a:buNone/>
              <a:defRPr sz="2100" b="0">
                <a:solidFill>
                  <a:srgbClr val="153D33"/>
                </a:solidFill>
                <a:latin typeface="Nimbus Sans"/>
                <a:ea typeface="Nimbus Sans"/>
                <a:cs typeface="Nimbus Sans"/>
              </a:defRPr>
            </a:pPr>
            <a:r>
              <a:rPr sz="2100" b="0">
                <a:solidFill>
                  <a:srgbClr val="153D33"/>
                </a:solidFill>
                <a:latin typeface="Nimbus Sans"/>
                <a:ea typeface="Nimbus Sans"/>
                <a:cs typeface="Nimbus Sans"/>
              </a:rPr>
              <a:t>Useful tags support descriptive lookup. Missing details in a tag can hide a valid match.</a:t>
            </a:r>
          </a:p>
        </p:txBody>
      </p:sp>
      <p:sp>
        <p:nvSpPr>
          <p:cNvPr id="7" name="Three examples cannot establish accuracy. A co">
            <a:extLst xmlns:a="http://schemas.openxmlformats.org/drawingml/2006/main">
              <a:ext uri="{FF2B5EF4-FFF2-40B4-BE49-F238E27FC236}">
                <a16:creationId xmlns:a16="http://schemas.microsoft.com/office/drawing/2014/main" id="{1E64C349-C07B-49ED-9B2D-BB7E66026CB6}"/>
              </a:ext>
            </a:extLst>
          </p:cNvPr>
          <p:cNvSpPr>
            <a:spLocks xmlns:a="http://schemas.openxmlformats.org/drawingml/2006/main" noGrp="1"/>
          </p:cNvSpPr>
          <p:nvPr/>
        </p:nvSpPr>
        <p:spPr>
          <a:xfrm xmlns:a="http://schemas.openxmlformats.org/drawingml/2006/main">
            <a:off x="609600" y="5953125"/>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935B21"/>
                </a:solidFill>
                <a:latin typeface="Nimbus Sans"/>
                <a:ea typeface="Nimbus Sans"/>
                <a:cs typeface="Nimbus Sans"/>
              </a:defRPr>
            </a:defPPr>
            <a:lvl1pPr algn="l">
              <a:buNone/>
              <a:defRPr sz="1800" b="1">
                <a:solidFill>
                  <a:srgbClr val="935B21"/>
                </a:solidFill>
                <a:latin typeface="Nimbus Sans"/>
                <a:ea typeface="Nimbus Sans"/>
                <a:cs typeface="Nimbus Sans"/>
              </a:defRPr>
            </a:lvl1pPr>
            <a:lvl2pPr algn="l">
              <a:buNone/>
              <a:defRPr sz="1800" b="1">
                <a:solidFill>
                  <a:srgbClr val="935B21"/>
                </a:solidFill>
                <a:latin typeface="Nimbus Sans"/>
                <a:ea typeface="Nimbus Sans"/>
                <a:cs typeface="Nimbus Sans"/>
              </a:defRPr>
            </a:lvl2pPr>
            <a:lvl3pPr algn="l">
              <a:buNone/>
              <a:defRPr sz="1800" b="1">
                <a:solidFill>
                  <a:srgbClr val="935B21"/>
                </a:solidFill>
                <a:latin typeface="Nimbus Sans"/>
                <a:ea typeface="Nimbus Sans"/>
                <a:cs typeface="Nimbus Sans"/>
              </a:defRPr>
            </a:lvl3pPr>
            <a:lvl4pPr algn="l">
              <a:buNone/>
              <a:defRPr sz="1800" b="1">
                <a:solidFill>
                  <a:srgbClr val="935B21"/>
                </a:solidFill>
                <a:latin typeface="Nimbus Sans"/>
                <a:ea typeface="Nimbus Sans"/>
                <a:cs typeface="Nimbus Sans"/>
              </a:defRPr>
            </a:lvl4pPr>
            <a:lvl5pPr algn="l">
              <a:buNone/>
              <a:defRPr sz="1800" b="1">
                <a:solidFill>
                  <a:srgbClr val="935B21"/>
                </a:solidFill>
                <a:latin typeface="Nimbus Sans"/>
                <a:ea typeface="Nimbus Sans"/>
                <a:cs typeface="Nimbus Sans"/>
              </a:defRPr>
            </a:lvl5pPr>
            <a:lvl6pPr algn="l">
              <a:buNone/>
              <a:defRPr sz="1800" b="1">
                <a:solidFill>
                  <a:srgbClr val="935B21"/>
                </a:solidFill>
                <a:latin typeface="Nimbus Sans"/>
                <a:ea typeface="Nimbus Sans"/>
                <a:cs typeface="Nimbus Sans"/>
              </a:defRPr>
            </a:lvl6pPr>
            <a:lvl7pPr algn="l">
              <a:buNone/>
              <a:defRPr sz="1800" b="1">
                <a:solidFill>
                  <a:srgbClr val="935B21"/>
                </a:solidFill>
                <a:latin typeface="Nimbus Sans"/>
                <a:ea typeface="Nimbus Sans"/>
                <a:cs typeface="Nimbus Sans"/>
              </a:defRPr>
            </a:lvl7pPr>
            <a:lvl8pPr algn="l">
              <a:buNone/>
              <a:defRPr sz="1800" b="1">
                <a:solidFill>
                  <a:srgbClr val="935B21"/>
                </a:solidFill>
                <a:latin typeface="Nimbus Sans"/>
                <a:ea typeface="Nimbus Sans"/>
                <a:cs typeface="Nimbus Sans"/>
              </a:defRPr>
            </a:lvl8pPr>
            <a:lvl9pPr algn="l">
              <a:buNone/>
              <a:defRPr sz="1800" b="1">
                <a:solidFill>
                  <a:srgbClr val="935B21"/>
                </a:solidFill>
                <a:latin typeface="Nimbus Sans"/>
                <a:ea typeface="Nimbus Sans"/>
                <a:cs typeface="Nimbus Sans"/>
              </a:defRPr>
            </a:lvl9pPr>
          </a:lstStyle>
          <a:p xmlns:a="http://schemas.openxmlformats.org/drawingml/2006/main">
            <a:pPr algn="l">
              <a:buNone/>
              <a:defRPr sz="1800" b="1">
                <a:solidFill>
                  <a:srgbClr val="935B21"/>
                </a:solidFill>
                <a:latin typeface="Nimbus Sans"/>
                <a:ea typeface="Nimbus Sans"/>
                <a:cs typeface="Nimbus Sans"/>
              </a:defRPr>
            </a:pPr>
            <a:r>
              <a:rPr sz="1800" b="1">
                <a:solidFill>
                  <a:srgbClr val="935B21"/>
                </a:solidFill>
                <a:latin typeface="Nimbus Sans"/>
                <a:ea typeface="Nimbus Sans"/>
                <a:cs typeface="Nimbus Sans"/>
              </a:rPr>
              <a:t>Three examples cannot establish accuracy. A continuous one-week dataset is not supplied.</a:t>
            </a:r>
          </a:p>
        </p:txBody>
      </p:sp>
    </p:spTree>
    <p:extLst>
      <p:ext uri="{BB962C8B-B14F-4D97-AF65-F5344CB8AC3E}">
        <p14:creationId xmlns:p14="http://schemas.microsoft.com/office/powerpoint/2010/main" val="1049245397"/>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Limitations and next steps">
            <a:extLst xmlns:a="http://schemas.openxmlformats.org/drawingml/2006/main">
              <a:ext uri="{FF2B5EF4-FFF2-40B4-BE49-F238E27FC236}">
                <a16:creationId xmlns:a16="http://schemas.microsoft.com/office/drawing/2014/main" id="{3C71A325-F839-4BDD-BEDE-F106B8B95903}"/>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Limitations and next steps</a:t>
            </a:r>
          </a:p>
        </p:txBody>
      </p:sp>
      <p:sp>
        <p:nvSpPr>
          <p:cNvPr id="2" name="09">
            <a:extLst xmlns:a="http://schemas.openxmlformats.org/drawingml/2006/main">
              <a:ext uri="{FF2B5EF4-FFF2-40B4-BE49-F238E27FC236}">
                <a16:creationId xmlns:a16="http://schemas.microsoft.com/office/drawing/2014/main" id="{05C36198-2F0F-467A-814B-EF6424E24D23}"/>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09</a:t>
            </a:r>
          </a:p>
        </p:txBody>
      </p:sp>
      <p:graphicFrame>
        <p:nvGraphicFramePr>
          <p:cNvPr id="3" name="">
            <a:extLst xmlns:a="http://schemas.openxmlformats.org/drawingml/2006/main">
              <a:ext uri="{FF2B5EF4-FFF2-40B4-BE49-F238E27FC236}">
                <a16:creationId xmlns:a16="http://schemas.microsoft.com/office/drawing/2014/main" id="{80D66054-7A3B-4031-A80D-0F5572A3962D}"/>
              </a:ext>
            </a:extLst>
          </p:cNvPr>
          <p:cNvGraphicFramePr/>
          <p:nvPr/>
        </p:nvGraphicFramePr>
        <p:xfrm>
          <a:off xmlns:a="http://schemas.openxmlformats.org/drawingml/2006/main" x="609600" y="1857375"/>
          <a:ext xmlns:a="http://schemas.openxmlformats.org/drawingml/2006/main" cx="10972800" cy="3238500"/>
        </p:xfrm>
        <a:graphic xmlns:a="http://schemas.openxmlformats.org/drawingml/2006/main">
          <a:graphicData uri="http://schemas.openxmlformats.org/drawingml/2006/table">
            <a:tbl>
              <a:tblPr/>
              <a:tblGrid>
                <a:gridCol w="5334000"/>
                <a:gridCol w="5638800"/>
              </a:tblGrid>
              <a:tr h="647700">
                <a:tc>
                  <a:txBody>
                    <a:bodyPr lIns="114300" tIns="114300" rIns="114300" bIns="114300"/>
                    <a:lstStyle/>
                    <a:p>
                      <a:r>
                        <a:rPr sz="1875" b="1">
                          <a:solidFill>
                            <a:srgbClr val="FFFFFF"/>
                          </a:solidFill>
                          <a:latin typeface="Nimbus Sans"/>
                          <a:ea typeface="Nimbus Sans"/>
                          <a:cs typeface="Nimbus Sans"/>
                        </a:rPr>
                        <a:t>Current limitation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875" b="1">
                          <a:solidFill>
                            <a:srgbClr val="FFFFFF"/>
                          </a:solidFill>
                          <a:latin typeface="Nimbus Sans"/>
                          <a:ea typeface="Nimbus Sans"/>
                          <a:cs typeface="Nimbus Sans"/>
                        </a:rPr>
                        <a:t>Next step</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47700">
                <a:tc>
                  <a:txBody>
                    <a:bodyPr lIns="114300" tIns="114300" rIns="114300" bIns="114300"/>
                    <a:lstStyle/>
                    <a:p>
                      <a:r>
                        <a:rPr sz="1875" b="0">
                          <a:solidFill>
                            <a:srgbClr val="153D33"/>
                          </a:solidFill>
                          <a:latin typeface="Nimbus Sans"/>
                          <a:ea typeface="Nimbus Sans"/>
                          <a:cs typeface="Nimbus Sans"/>
                        </a:rPr>
                        <a:t>No door or item sensing</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Add door contacts and validate physical completion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7700">
                <a:tc>
                  <a:txBody>
                    <a:bodyPr lIns="114300" tIns="114300" rIns="114300" bIns="114300"/>
                    <a:lstStyle/>
                    <a:p>
                      <a:r>
                        <a:rPr sz="1875" b="0">
                          <a:solidFill>
                            <a:srgbClr val="153D33"/>
                          </a:solidFill>
                          <a:latin typeface="Nimbus Sans"/>
                          <a:ea typeface="Nimbus Sans"/>
                          <a:cs typeface="Nimbus Sans"/>
                        </a:rPr>
                        <a:t>AI matching does not prove ownership</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Add a staff-assisted claim verification step</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47700">
                <a:tc>
                  <a:txBody>
                    <a:bodyPr lIns="114300" tIns="114300" rIns="114300" bIns="114300"/>
                    <a:lstStyle/>
                    <a:p>
                      <a:r>
                        <a:rPr sz="1875" b="0">
                          <a:solidFill>
                            <a:srgbClr val="153D33"/>
                          </a:solidFill>
                          <a:latin typeface="Nimbus Sans"/>
                          <a:ea typeface="Nimbus Sans"/>
                          <a:cs typeface="Nimbus Sans"/>
                        </a:rPr>
                        <a:t>Trusted LAN, no backend user roles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875" b="0">
                          <a:solidFill>
                            <a:srgbClr val="153D33"/>
                          </a:solidFill>
                          <a:latin typeface="Nimbus Sans"/>
                          <a:ea typeface="Nimbus Sans"/>
                          <a:cs typeface="Nimbus Sans"/>
                        </a:rPr>
                        <a:t>Add server authentication and access controls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47700">
                <a:tc>
                  <a:txBody>
                    <a:bodyPr lIns="114300" tIns="114300" rIns="114300" bIns="114300"/>
                    <a:lstStyle/>
                    <a:p>
                      <a:r>
                        <a:rPr sz="1875" b="0">
                          <a:solidFill>
                            <a:srgbClr val="153D33"/>
                          </a:solidFill>
                          <a:latin typeface="Nimbus Sans"/>
                          <a:ea typeface="Nimbus Sans"/>
                          <a:cs typeface="Nimbus Sans"/>
                        </a:rPr>
                        <a:t>No continuous one-week evaluation dataset</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875" b="0">
                          <a:solidFill>
                            <a:srgbClr val="153D33"/>
                          </a:solidFill>
                          <a:latin typeface="Nimbus Sans"/>
                          <a:ea typeface="Nimbus Sans"/>
                          <a:cs typeface="Nimbus Sans"/>
                        </a:rPr>
                        <a:t>Log real sessions and assess search and retrieval</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4" name="Immediate acceptance task">
            <a:extLst xmlns:a="http://schemas.openxmlformats.org/drawingml/2006/main">
              <a:ext uri="{FF2B5EF4-FFF2-40B4-BE49-F238E27FC236}">
                <a16:creationId xmlns:a16="http://schemas.microsoft.com/office/drawing/2014/main" id="{AC62E10A-7662-4B5D-9F4A-2824378E91A4}"/>
              </a:ext>
            </a:extLst>
          </p:cNvPr>
          <p:cNvSpPr>
            <a:spLocks xmlns:a="http://schemas.openxmlformats.org/drawingml/2006/main" noGrp="1"/>
          </p:cNvSpPr>
          <p:nvPr/>
        </p:nvSpPr>
        <p:spPr>
          <a:xfrm xmlns:a="http://schemas.openxmlformats.org/drawingml/2006/main">
            <a:off x="609600" y="54864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buNone/>
              <a:defRPr sz="2175" b="1">
                <a:solidFill>
                  <a:srgbClr val="24745B"/>
                </a:solidFill>
                <a:latin typeface="Nimbus Sans"/>
                <a:ea typeface="Nimbus Sans"/>
                <a:cs typeface="Nimbus Sans"/>
              </a:defRPr>
            </a:lvl1pPr>
            <a:lvl2pPr algn="l">
              <a:buNone/>
              <a:defRPr sz="2175" b="1">
                <a:solidFill>
                  <a:srgbClr val="24745B"/>
                </a:solidFill>
                <a:latin typeface="Nimbus Sans"/>
                <a:ea typeface="Nimbus Sans"/>
                <a:cs typeface="Nimbus Sans"/>
              </a:defRPr>
            </a:lvl2pPr>
            <a:lvl3pPr algn="l">
              <a:buNone/>
              <a:defRPr sz="2175" b="1">
                <a:solidFill>
                  <a:srgbClr val="24745B"/>
                </a:solidFill>
                <a:latin typeface="Nimbus Sans"/>
                <a:ea typeface="Nimbus Sans"/>
                <a:cs typeface="Nimbus Sans"/>
              </a:defRPr>
            </a:lvl3pPr>
            <a:lvl4pPr algn="l">
              <a:buNone/>
              <a:defRPr sz="2175" b="1">
                <a:solidFill>
                  <a:srgbClr val="24745B"/>
                </a:solidFill>
                <a:latin typeface="Nimbus Sans"/>
                <a:ea typeface="Nimbus Sans"/>
                <a:cs typeface="Nimbus Sans"/>
              </a:defRPr>
            </a:lvl4pPr>
            <a:lvl5pPr algn="l">
              <a:buNone/>
              <a:defRPr sz="2175" b="1">
                <a:solidFill>
                  <a:srgbClr val="24745B"/>
                </a:solidFill>
                <a:latin typeface="Nimbus Sans"/>
                <a:ea typeface="Nimbus Sans"/>
                <a:cs typeface="Nimbus Sans"/>
              </a:defRPr>
            </a:lvl5pPr>
            <a:lvl6pPr algn="l">
              <a:buNone/>
              <a:defRPr sz="2175" b="1">
                <a:solidFill>
                  <a:srgbClr val="24745B"/>
                </a:solidFill>
                <a:latin typeface="Nimbus Sans"/>
                <a:ea typeface="Nimbus Sans"/>
                <a:cs typeface="Nimbus Sans"/>
              </a:defRPr>
            </a:lvl6pPr>
            <a:lvl7pPr algn="l">
              <a:buNone/>
              <a:defRPr sz="2175" b="1">
                <a:solidFill>
                  <a:srgbClr val="24745B"/>
                </a:solidFill>
                <a:latin typeface="Nimbus Sans"/>
                <a:ea typeface="Nimbus Sans"/>
                <a:cs typeface="Nimbus Sans"/>
              </a:defRPr>
            </a:lvl7pPr>
            <a:lvl8pPr algn="l">
              <a:buNone/>
              <a:defRPr sz="2175" b="1">
                <a:solidFill>
                  <a:srgbClr val="24745B"/>
                </a:solidFill>
                <a:latin typeface="Nimbus Sans"/>
                <a:ea typeface="Nimbus Sans"/>
                <a:cs typeface="Nimbus Sans"/>
              </a:defRPr>
            </a:lvl8pPr>
            <a:lvl9pPr algn="l">
              <a:buNone/>
              <a:defRPr sz="2175" b="1">
                <a:solidFill>
                  <a:srgbClr val="24745B"/>
                </a:solidFill>
                <a:latin typeface="Nimbus Sans"/>
                <a:ea typeface="Nimbus Sans"/>
                <a:cs typeface="Nimbus Sans"/>
              </a:defRPr>
            </a:lvl9pPr>
          </a:lstStyle>
          <a:p xmlns:a="http://schemas.openxmlformats.org/drawingml/2006/main">
            <a:pPr algn="l">
              <a:buNone/>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Immediate acceptance task</a:t>
            </a:r>
          </a:p>
        </p:txBody>
      </p:sp>
      <p:sp>
        <p:nvSpPr>
          <p:cNvPr id="5" name="Run camera / voice / cloud with all four real ">
            <a:extLst xmlns:a="http://schemas.openxmlformats.org/drawingml/2006/main">
              <a:ext uri="{FF2B5EF4-FFF2-40B4-BE49-F238E27FC236}">
                <a16:creationId xmlns:a16="http://schemas.microsoft.com/office/drawing/2014/main" id="{820AAFCD-36B6-497E-B261-9CD6A0F7CD84}"/>
              </a:ext>
            </a:extLst>
          </p:cNvPr>
          <p:cNvSpPr>
            <a:spLocks xmlns:a="http://schemas.openxmlformats.org/drawingml/2006/main" noGrp="1"/>
          </p:cNvSpPr>
          <p:nvPr/>
        </p:nvSpPr>
        <p:spPr>
          <a:xfrm xmlns:a="http://schemas.openxmlformats.org/drawingml/2006/main">
            <a:off x="609600" y="5962650"/>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53D33"/>
                </a:solidFill>
                <a:latin typeface="Nimbus Sans"/>
                <a:ea typeface="Nimbus Sans"/>
                <a:cs typeface="Nimbus Sans"/>
              </a:defRPr>
            </a:defPPr>
            <a:lvl1pPr algn="l">
              <a:buNone/>
              <a:defRPr sz="1875" b="0">
                <a:solidFill>
                  <a:srgbClr val="153D33"/>
                </a:solidFill>
                <a:latin typeface="Nimbus Sans"/>
                <a:ea typeface="Nimbus Sans"/>
                <a:cs typeface="Nimbus Sans"/>
              </a:defRPr>
            </a:lvl1pPr>
            <a:lvl2pPr algn="l">
              <a:buNone/>
              <a:defRPr sz="1875" b="0">
                <a:solidFill>
                  <a:srgbClr val="153D33"/>
                </a:solidFill>
                <a:latin typeface="Nimbus Sans"/>
                <a:ea typeface="Nimbus Sans"/>
                <a:cs typeface="Nimbus Sans"/>
              </a:defRPr>
            </a:lvl2pPr>
            <a:lvl3pPr algn="l">
              <a:buNone/>
              <a:defRPr sz="1875" b="0">
                <a:solidFill>
                  <a:srgbClr val="153D33"/>
                </a:solidFill>
                <a:latin typeface="Nimbus Sans"/>
                <a:ea typeface="Nimbus Sans"/>
                <a:cs typeface="Nimbus Sans"/>
              </a:defRPr>
            </a:lvl3pPr>
            <a:lvl4pPr algn="l">
              <a:buNone/>
              <a:defRPr sz="1875" b="0">
                <a:solidFill>
                  <a:srgbClr val="153D33"/>
                </a:solidFill>
                <a:latin typeface="Nimbus Sans"/>
                <a:ea typeface="Nimbus Sans"/>
                <a:cs typeface="Nimbus Sans"/>
              </a:defRPr>
            </a:lvl4pPr>
            <a:lvl5pPr algn="l">
              <a:buNone/>
              <a:defRPr sz="1875" b="0">
                <a:solidFill>
                  <a:srgbClr val="153D33"/>
                </a:solidFill>
                <a:latin typeface="Nimbus Sans"/>
                <a:ea typeface="Nimbus Sans"/>
                <a:cs typeface="Nimbus Sans"/>
              </a:defRPr>
            </a:lvl5pPr>
            <a:lvl6pPr algn="l">
              <a:buNone/>
              <a:defRPr sz="1875" b="0">
                <a:solidFill>
                  <a:srgbClr val="153D33"/>
                </a:solidFill>
                <a:latin typeface="Nimbus Sans"/>
                <a:ea typeface="Nimbus Sans"/>
                <a:cs typeface="Nimbus Sans"/>
              </a:defRPr>
            </a:lvl6pPr>
            <a:lvl7pPr algn="l">
              <a:buNone/>
              <a:defRPr sz="1875" b="0">
                <a:solidFill>
                  <a:srgbClr val="153D33"/>
                </a:solidFill>
                <a:latin typeface="Nimbus Sans"/>
                <a:ea typeface="Nimbus Sans"/>
                <a:cs typeface="Nimbus Sans"/>
              </a:defRPr>
            </a:lvl7pPr>
            <a:lvl8pPr algn="l">
              <a:buNone/>
              <a:defRPr sz="1875" b="0">
                <a:solidFill>
                  <a:srgbClr val="153D33"/>
                </a:solidFill>
                <a:latin typeface="Nimbus Sans"/>
                <a:ea typeface="Nimbus Sans"/>
                <a:cs typeface="Nimbus Sans"/>
              </a:defRPr>
            </a:lvl8pPr>
            <a:lvl9pPr algn="l">
              <a:buNone/>
              <a:defRPr sz="1875" b="0">
                <a:solidFill>
                  <a:srgbClr val="153D33"/>
                </a:solidFill>
                <a:latin typeface="Nimbus Sans"/>
                <a:ea typeface="Nimbus Sans"/>
                <a:cs typeface="Nimbus Sans"/>
              </a:defRPr>
            </a:lvl9pPr>
          </a:lstStyle>
          <a:p xmlns:a="http://schemas.openxmlformats.org/drawingml/2006/main">
            <a:pPr algn="l">
              <a:buNone/>
              <a:defRPr sz="1875" b="0">
                <a:solidFill>
                  <a:srgbClr val="153D33"/>
                </a:solidFill>
                <a:latin typeface="Nimbus Sans"/>
                <a:ea typeface="Nimbus Sans"/>
                <a:cs typeface="Nimbus Sans"/>
              </a:defRPr>
            </a:pPr>
            <a:r>
              <a:rPr sz="1875" b="0">
                <a:solidFill>
                  <a:srgbClr val="153D33"/>
                </a:solidFill>
                <a:latin typeface="Nimbus Sans"/>
                <a:ea typeface="Nimbus Sans"/>
                <a:cs typeface="Nimbus Sans"/>
              </a:rPr>
              <a:t>Run camera / voice / cloud with all four real locks, then verify opening and reclosure.</a:t>
            </a:r>
          </a:p>
        </p:txBody>
      </p:sp>
    </p:spTree>
    <p:extLst>
      <p:ext uri="{BB962C8B-B14F-4D97-AF65-F5344CB8AC3E}">
        <p14:creationId xmlns:p14="http://schemas.microsoft.com/office/powerpoint/2010/main" val="1964466622"/>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Live demonstration">
            <a:extLst xmlns:a="http://schemas.openxmlformats.org/drawingml/2006/main">
              <a:ext uri="{FF2B5EF4-FFF2-40B4-BE49-F238E27FC236}">
                <a16:creationId xmlns:a16="http://schemas.microsoft.com/office/drawing/2014/main" id="{BF610269-A519-4ACE-8767-A701C1E65A42}"/>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Live demonstration</a:t>
            </a:r>
          </a:p>
        </p:txBody>
      </p:sp>
      <p:sp>
        <p:nvSpPr>
          <p:cNvPr id="2" name="3 minutes · One complete deposit and retrieval">
            <a:extLst xmlns:a="http://schemas.openxmlformats.org/drawingml/2006/main">
              <a:ext uri="{FF2B5EF4-FFF2-40B4-BE49-F238E27FC236}">
                <a16:creationId xmlns:a16="http://schemas.microsoft.com/office/drawing/2014/main" id="{94C90DDB-362E-46BC-AC29-2C39BB3D3064}"/>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 minutes · One complete deposit and retrieval cycle</a:t>
            </a:r>
          </a:p>
        </p:txBody>
      </p:sp>
      <p:sp>
        <p:nvSpPr>
          <p:cNvPr id="3" name="10">
            <a:extLst xmlns:a="http://schemas.openxmlformats.org/drawingml/2006/main">
              <a:ext uri="{FF2B5EF4-FFF2-40B4-BE49-F238E27FC236}">
                <a16:creationId xmlns:a16="http://schemas.microsoft.com/office/drawing/2014/main" id="{C45D0DA6-6984-4AF3-BD6A-4F5A472C8964}"/>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10</a:t>
            </a:r>
          </a:p>
        </p:txBody>
      </p:sp>
      <p:graphicFrame>
        <p:nvGraphicFramePr>
          <p:cNvPr id="4" name="">
            <a:extLst xmlns:a="http://schemas.openxmlformats.org/drawingml/2006/main">
              <a:ext uri="{FF2B5EF4-FFF2-40B4-BE49-F238E27FC236}">
                <a16:creationId xmlns:a16="http://schemas.microsoft.com/office/drawing/2014/main" id="{57FEA877-A285-444F-89EA-4A1A5C96FC0F}"/>
              </a:ext>
            </a:extLst>
          </p:cNvPr>
          <p:cNvGraphicFramePr/>
          <p:nvPr/>
        </p:nvGraphicFramePr>
        <p:xfrm>
          <a:off xmlns:a="http://schemas.openxmlformats.org/drawingml/2006/main" x="609600" y="1828800"/>
          <a:ext xmlns:a="http://schemas.openxmlformats.org/drawingml/2006/main" cx="10972800" cy="3371850"/>
        </p:xfrm>
        <a:graphic xmlns:a="http://schemas.openxmlformats.org/drawingml/2006/main">
          <a:graphicData uri="http://schemas.openxmlformats.org/drawingml/2006/table">
            <a:tbl>
              <a:tblPr/>
              <a:tblGrid>
                <a:gridCol w="1809750"/>
                <a:gridCol w="2762250"/>
                <a:gridCol w="6400800"/>
              </a:tblGrid>
              <a:tr h="561975">
                <a:tc>
                  <a:txBody>
                    <a:bodyPr lIns="114300" tIns="114300" rIns="114300" bIns="114300"/>
                    <a:lstStyle/>
                    <a:p>
                      <a:r>
                        <a:rPr sz="1650" b="1">
                          <a:solidFill>
                            <a:srgbClr val="FFFFFF"/>
                          </a:solidFill>
                          <a:latin typeface="Nimbus Sans"/>
                          <a:ea typeface="Nimbus Sans"/>
                          <a:cs typeface="Nimbus Sans"/>
                        </a:rPr>
                        <a:t>Time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Stage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Visible evidence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61975">
                <a:tc>
                  <a:txBody>
                    <a:bodyPr lIns="114300" tIns="114300" rIns="114300" bIns="114300"/>
                    <a:lstStyle/>
                    <a:p>
                      <a:r>
                        <a:rPr sz="1650" b="0">
                          <a:solidFill>
                            <a:srgbClr val="153D33"/>
                          </a:solidFill>
                          <a:latin typeface="Nimbus Sans"/>
                          <a:ea typeface="Nimbus Sans"/>
                          <a:cs typeface="Nimbus Sans"/>
                        </a:rPr>
                        <a:t>0:00–0:20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Station ready</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Show four free compartments and the connection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61975">
                <a:tc>
                  <a:txBody>
                    <a:bodyPr lIns="114300" tIns="114300" rIns="114300" bIns="114300"/>
                    <a:lstStyle/>
                    <a:p>
                      <a:r>
                        <a:rPr sz="1650" b="0">
                          <a:solidFill>
                            <a:srgbClr val="153D33"/>
                          </a:solidFill>
                          <a:latin typeface="Nimbus Sans"/>
                          <a:ea typeface="Nimbus Sans"/>
                          <a:cs typeface="Nimbus Sans"/>
                        </a:rPr>
                        <a:t>0:20–1:10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Register and deposit</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Photograph, inspect tags, unlock, place and confirm</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61975">
                <a:tc>
                  <a:txBody>
                    <a:bodyPr lIns="114300" tIns="114300" rIns="114300" bIns="114300"/>
                    <a:lstStyle/>
                    <a:p>
                      <a:r>
                        <a:rPr sz="1650" b="0">
                          <a:solidFill>
                            <a:srgbClr val="153D33"/>
                          </a:solidFill>
                          <a:latin typeface="Nimbus Sans"/>
                          <a:ea typeface="Nimbus Sans"/>
                          <a:cs typeface="Nimbus Sans"/>
                        </a:rPr>
                        <a:t>1:10–2:10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Find and retrieve</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Describe, compare, confirm, unlock and collect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61975">
                <a:tc>
                  <a:txBody>
                    <a:bodyPr lIns="114300" tIns="114300" rIns="114300" bIns="114300"/>
                    <a:lstStyle/>
                    <a:p>
                      <a:r>
                        <a:rPr sz="1650" b="0">
                          <a:solidFill>
                            <a:srgbClr val="153D33"/>
                          </a:solidFill>
                          <a:latin typeface="Nimbus Sans"/>
                          <a:ea typeface="Nimbus Sans"/>
                          <a:cs typeface="Nimbus Sans"/>
                        </a:rPr>
                        <a:t>2:10–2:40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Check consistency</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Show collected item and compartment free again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61975">
                <a:tc>
                  <a:txBody>
                    <a:bodyPr lIns="114300" tIns="114300" rIns="114300" bIns="114300"/>
                    <a:lstStyle/>
                    <a:p>
                      <a:r>
                        <a:rPr sz="1650" b="0">
                          <a:solidFill>
                            <a:srgbClr val="153D33"/>
                          </a:solidFill>
                          <a:latin typeface="Nimbus Sans"/>
                          <a:ea typeface="Nimbus Sans"/>
                          <a:cs typeface="Nimbus Sans"/>
                        </a:rPr>
                        <a:t>2:40–3:00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Close</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Explain one failure or recovery safeguard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Compulsory backup: record this same full cycle">
            <a:extLst xmlns:a="http://schemas.openxmlformats.org/drawingml/2006/main">
              <a:ext uri="{FF2B5EF4-FFF2-40B4-BE49-F238E27FC236}">
                <a16:creationId xmlns:a16="http://schemas.microsoft.com/office/drawing/2014/main" id="{42759255-AD9B-45AA-BC49-8FC9208CCB3E}"/>
              </a:ext>
            </a:extLst>
          </p:cNvPr>
          <p:cNvSpPr>
            <a:spLocks xmlns:a="http://schemas.openxmlformats.org/drawingml/2006/main" noGrp="1"/>
          </p:cNvSpPr>
          <p:nvPr/>
        </p:nvSpPr>
        <p:spPr>
          <a:xfrm xmlns:a="http://schemas.openxmlformats.org/drawingml/2006/main">
            <a:off x="609600" y="5581650"/>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935B21"/>
                </a:solidFill>
                <a:latin typeface="Nimbus Sans"/>
                <a:ea typeface="Nimbus Sans"/>
                <a:cs typeface="Nimbus Sans"/>
              </a:defRPr>
            </a:defPPr>
            <a:lvl1pPr algn="l">
              <a:buNone/>
              <a:defRPr sz="2100" b="1">
                <a:solidFill>
                  <a:srgbClr val="935B21"/>
                </a:solidFill>
                <a:latin typeface="Nimbus Sans"/>
                <a:ea typeface="Nimbus Sans"/>
                <a:cs typeface="Nimbus Sans"/>
              </a:defRPr>
            </a:lvl1pPr>
            <a:lvl2pPr algn="l">
              <a:buNone/>
              <a:defRPr sz="2100" b="1">
                <a:solidFill>
                  <a:srgbClr val="935B21"/>
                </a:solidFill>
                <a:latin typeface="Nimbus Sans"/>
                <a:ea typeface="Nimbus Sans"/>
                <a:cs typeface="Nimbus Sans"/>
              </a:defRPr>
            </a:lvl2pPr>
            <a:lvl3pPr algn="l">
              <a:buNone/>
              <a:defRPr sz="2100" b="1">
                <a:solidFill>
                  <a:srgbClr val="935B21"/>
                </a:solidFill>
                <a:latin typeface="Nimbus Sans"/>
                <a:ea typeface="Nimbus Sans"/>
                <a:cs typeface="Nimbus Sans"/>
              </a:defRPr>
            </a:lvl3pPr>
            <a:lvl4pPr algn="l">
              <a:buNone/>
              <a:defRPr sz="2100" b="1">
                <a:solidFill>
                  <a:srgbClr val="935B21"/>
                </a:solidFill>
                <a:latin typeface="Nimbus Sans"/>
                <a:ea typeface="Nimbus Sans"/>
                <a:cs typeface="Nimbus Sans"/>
              </a:defRPr>
            </a:lvl4pPr>
            <a:lvl5pPr algn="l">
              <a:buNone/>
              <a:defRPr sz="2100" b="1">
                <a:solidFill>
                  <a:srgbClr val="935B21"/>
                </a:solidFill>
                <a:latin typeface="Nimbus Sans"/>
                <a:ea typeface="Nimbus Sans"/>
                <a:cs typeface="Nimbus Sans"/>
              </a:defRPr>
            </a:lvl5pPr>
            <a:lvl6pPr algn="l">
              <a:buNone/>
              <a:defRPr sz="2100" b="1">
                <a:solidFill>
                  <a:srgbClr val="935B21"/>
                </a:solidFill>
                <a:latin typeface="Nimbus Sans"/>
                <a:ea typeface="Nimbus Sans"/>
                <a:cs typeface="Nimbus Sans"/>
              </a:defRPr>
            </a:lvl6pPr>
            <a:lvl7pPr algn="l">
              <a:buNone/>
              <a:defRPr sz="2100" b="1">
                <a:solidFill>
                  <a:srgbClr val="935B21"/>
                </a:solidFill>
                <a:latin typeface="Nimbus Sans"/>
                <a:ea typeface="Nimbus Sans"/>
                <a:cs typeface="Nimbus Sans"/>
              </a:defRPr>
            </a:lvl7pPr>
            <a:lvl8pPr algn="l">
              <a:buNone/>
              <a:defRPr sz="2100" b="1">
                <a:solidFill>
                  <a:srgbClr val="935B21"/>
                </a:solidFill>
                <a:latin typeface="Nimbus Sans"/>
                <a:ea typeface="Nimbus Sans"/>
                <a:cs typeface="Nimbus Sans"/>
              </a:defRPr>
            </a:lvl8pPr>
            <a:lvl9pPr algn="l">
              <a:buNone/>
              <a:defRPr sz="2100" b="1">
                <a:solidFill>
                  <a:srgbClr val="935B21"/>
                </a:solidFill>
                <a:latin typeface="Nimbus Sans"/>
                <a:ea typeface="Nimbus Sans"/>
                <a:cs typeface="Nimbus Sans"/>
              </a:defRPr>
            </a:lvl9pPr>
          </a:lstStyle>
          <a:p xmlns:a="http://schemas.openxmlformats.org/drawingml/2006/main">
            <a:pPr algn="l">
              <a:buNone/>
              <a:defRPr sz="2100" b="1">
                <a:solidFill>
                  <a:srgbClr val="935B21"/>
                </a:solidFill>
                <a:latin typeface="Nimbus Sans"/>
                <a:ea typeface="Nimbus Sans"/>
                <a:cs typeface="Nimbus Sans"/>
              </a:defRPr>
            </a:pPr>
            <a:r>
              <a:rPr sz="2100" b="1">
                <a:solidFill>
                  <a:srgbClr val="935B21"/>
                </a:solidFill>
                <a:latin typeface="Nimbus Sans"/>
                <a:ea typeface="Nimbus Sans"/>
                <a:cs typeface="Nimbus Sans"/>
              </a:rPr>
              <a:t>Compulsory backup: record this same full cycle and keep the video ready offline.</a:t>
            </a:r>
          </a:p>
        </p:txBody>
      </p:sp>
    </p:spTree>
    <p:extLst>
      <p:ext uri="{BB962C8B-B14F-4D97-AF65-F5344CB8AC3E}">
        <p14:creationId xmlns:p14="http://schemas.microsoft.com/office/powerpoint/2010/main" val="1647746642"/>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Questions and discussion">
            <a:extLst xmlns:a="http://schemas.openxmlformats.org/drawingml/2006/main">
              <a:ext uri="{FF2B5EF4-FFF2-40B4-BE49-F238E27FC236}">
                <a16:creationId xmlns:a16="http://schemas.microsoft.com/office/drawing/2014/main" id="{E72914E8-FFD9-4B67-B5EF-81077C47B44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Questions and discussion</a:t>
            </a:r>
          </a:p>
        </p:txBody>
      </p:sp>
      <p:sp>
        <p:nvSpPr>
          <p:cNvPr id="2" name="3 minutes">
            <a:extLst xmlns:a="http://schemas.openxmlformats.org/drawingml/2006/main">
              <a:ext uri="{FF2B5EF4-FFF2-40B4-BE49-F238E27FC236}">
                <a16:creationId xmlns:a16="http://schemas.microsoft.com/office/drawing/2014/main" id="{887C4AC6-8C75-4AF2-BE45-BF0F42FD0CF7}"/>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 minutes</a:t>
            </a:r>
          </a:p>
        </p:txBody>
      </p:sp>
      <p:sp>
        <p:nvSpPr>
          <p:cNvPr id="3" name="11">
            <a:extLst xmlns:a="http://schemas.openxmlformats.org/drawingml/2006/main">
              <a:ext uri="{FF2B5EF4-FFF2-40B4-BE49-F238E27FC236}">
                <a16:creationId xmlns:a16="http://schemas.microsoft.com/office/drawing/2014/main" id="{105F24DE-A555-4F44-8938-4420531C4BC5}"/>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11</a:t>
            </a:r>
          </a:p>
        </p:txBody>
      </p:sp>
      <p:sp>
        <p:nvSpPr>
          <p:cNvPr id="4" name="How do we know&#10;the handover is complete?">
            <a:extLst xmlns:a="http://schemas.openxmlformats.org/drawingml/2006/main">
              <a:ext uri="{FF2B5EF4-FFF2-40B4-BE49-F238E27FC236}">
                <a16:creationId xmlns:a16="http://schemas.microsoft.com/office/drawing/2014/main" id="{D7BD0E71-F604-4A28-877C-1E61E1875552}"/>
              </a:ext>
            </a:extLst>
          </p:cNvPr>
          <p:cNvSpPr>
            <a:spLocks xmlns:a="http://schemas.openxmlformats.org/drawingml/2006/main" noGrp="1"/>
          </p:cNvSpPr>
          <p:nvPr/>
        </p:nvSpPr>
        <p:spPr>
          <a:xfrm xmlns:a="http://schemas.openxmlformats.org/drawingml/2006/main">
            <a:off x="609600" y="2276475"/>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500" b="1">
                <a:solidFill>
                  <a:srgbClr val="153D33"/>
                </a:solidFill>
                <a:latin typeface="Nimbus Sans"/>
                <a:ea typeface="Nimbus Sans"/>
                <a:cs typeface="Nimbus Sans"/>
              </a:defRPr>
            </a:defPPr>
            <a:lvl1pPr algn="l">
              <a:buNone/>
              <a:defRPr sz="4500" b="1">
                <a:solidFill>
                  <a:srgbClr val="153D33"/>
                </a:solidFill>
                <a:latin typeface="Nimbus Sans"/>
                <a:ea typeface="Nimbus Sans"/>
                <a:cs typeface="Nimbus Sans"/>
              </a:defRPr>
            </a:lvl1pPr>
            <a:lvl2pPr algn="l">
              <a:buNone/>
              <a:defRPr sz="4500" b="1">
                <a:solidFill>
                  <a:srgbClr val="153D33"/>
                </a:solidFill>
                <a:latin typeface="Nimbus Sans"/>
                <a:ea typeface="Nimbus Sans"/>
                <a:cs typeface="Nimbus Sans"/>
              </a:defRPr>
            </a:lvl2pPr>
            <a:lvl3pPr algn="l">
              <a:buNone/>
              <a:defRPr sz="4500" b="1">
                <a:solidFill>
                  <a:srgbClr val="153D33"/>
                </a:solidFill>
                <a:latin typeface="Nimbus Sans"/>
                <a:ea typeface="Nimbus Sans"/>
                <a:cs typeface="Nimbus Sans"/>
              </a:defRPr>
            </a:lvl3pPr>
            <a:lvl4pPr algn="l">
              <a:buNone/>
              <a:defRPr sz="4500" b="1">
                <a:solidFill>
                  <a:srgbClr val="153D33"/>
                </a:solidFill>
                <a:latin typeface="Nimbus Sans"/>
                <a:ea typeface="Nimbus Sans"/>
                <a:cs typeface="Nimbus Sans"/>
              </a:defRPr>
            </a:lvl4pPr>
            <a:lvl5pPr algn="l">
              <a:buNone/>
              <a:defRPr sz="4500" b="1">
                <a:solidFill>
                  <a:srgbClr val="153D33"/>
                </a:solidFill>
                <a:latin typeface="Nimbus Sans"/>
                <a:ea typeface="Nimbus Sans"/>
                <a:cs typeface="Nimbus Sans"/>
              </a:defRPr>
            </a:lvl5pPr>
            <a:lvl6pPr algn="l">
              <a:buNone/>
              <a:defRPr sz="4500" b="1">
                <a:solidFill>
                  <a:srgbClr val="153D33"/>
                </a:solidFill>
                <a:latin typeface="Nimbus Sans"/>
                <a:ea typeface="Nimbus Sans"/>
                <a:cs typeface="Nimbus Sans"/>
              </a:defRPr>
            </a:lvl6pPr>
            <a:lvl7pPr algn="l">
              <a:buNone/>
              <a:defRPr sz="4500" b="1">
                <a:solidFill>
                  <a:srgbClr val="153D33"/>
                </a:solidFill>
                <a:latin typeface="Nimbus Sans"/>
                <a:ea typeface="Nimbus Sans"/>
                <a:cs typeface="Nimbus Sans"/>
              </a:defRPr>
            </a:lvl7pPr>
            <a:lvl8pPr algn="l">
              <a:buNone/>
              <a:defRPr sz="4500" b="1">
                <a:solidFill>
                  <a:srgbClr val="153D33"/>
                </a:solidFill>
                <a:latin typeface="Nimbus Sans"/>
                <a:ea typeface="Nimbus Sans"/>
                <a:cs typeface="Nimbus Sans"/>
              </a:defRPr>
            </a:lvl8pPr>
            <a:lvl9pPr algn="l">
              <a:buNone/>
              <a:defRPr sz="4500" b="1">
                <a:solidFill>
                  <a:srgbClr val="153D33"/>
                </a:solidFill>
                <a:latin typeface="Nimbus Sans"/>
                <a:ea typeface="Nimbus Sans"/>
                <a:cs typeface="Nimbus Sans"/>
              </a:defRPr>
            </a:lvl9pPr>
          </a:lstStyle>
          <a:p xmlns:a="http://schemas.openxmlformats.org/drawingml/2006/main">
            <a:pPr algn="l">
              <a:buNone/>
              <a:defRPr sz="4500" b="1">
                <a:solidFill>
                  <a:srgbClr val="153D33"/>
                </a:solidFill>
                <a:latin typeface="Nimbus Sans"/>
                <a:ea typeface="Nimbus Sans"/>
                <a:cs typeface="Nimbus Sans"/>
              </a:defRPr>
            </a:pPr>
            <a:r>
              <a:rPr sz="4500" b="1">
                <a:solidFill>
                  <a:srgbClr val="153D33"/>
                </a:solidFill>
                <a:latin typeface="Nimbus Sans"/>
                <a:ea typeface="Nimbus Sans"/>
                <a:cs typeface="Nimbus Sans"/>
              </a:rPr>
              <a:t>How do we know</a:t>
            </a:r>
          </a:p>
          <a:p xmlns:a="http://schemas.openxmlformats.org/drawingml/2006/main">
            <a:pPr algn="l">
              <a:buNone/>
              <a:defRPr sz="4500" b="1">
                <a:solidFill>
                  <a:srgbClr val="153D33"/>
                </a:solidFill>
                <a:latin typeface="Nimbus Sans"/>
                <a:ea typeface="Nimbus Sans"/>
                <a:cs typeface="Nimbus Sans"/>
              </a:defRPr>
            </a:pPr>
            <a:r>
              <a:rPr sz="4500" b="1">
                <a:solidFill>
                  <a:srgbClr val="153D33"/>
                </a:solidFill>
                <a:latin typeface="Nimbus Sans"/>
                <a:ea typeface="Nimbus Sans"/>
                <a:cs typeface="Nimbus Sans"/>
              </a:rPr>
              <a:t>the handover is complete?</a:t>
            </a:r>
          </a:p>
        </p:txBody>
      </p:sp>
      <p:sp>
        <p:nvSpPr>
          <p:cNvPr id="5" name="Current answer: a persistent operation record ">
            <a:extLst xmlns:a="http://schemas.openxmlformats.org/drawingml/2006/main">
              <a:ext uri="{FF2B5EF4-FFF2-40B4-BE49-F238E27FC236}">
                <a16:creationId xmlns:a16="http://schemas.microsoft.com/office/drawing/2014/main" id="{8C0D0F3A-B52D-4383-86FE-0E5FEA831B8D}"/>
              </a:ext>
            </a:extLst>
          </p:cNvPr>
          <p:cNvSpPr>
            <a:spLocks xmlns:a="http://schemas.openxmlformats.org/drawingml/2006/main" noGrp="1"/>
          </p:cNvSpPr>
          <p:nvPr/>
        </p:nvSpPr>
        <p:spPr>
          <a:xfrm xmlns:a="http://schemas.openxmlformats.org/drawingml/2006/main">
            <a:off x="647700" y="411480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0">
                <a:solidFill>
                  <a:srgbClr val="24745B"/>
                </a:solidFill>
                <a:latin typeface="Nimbus Sans"/>
                <a:ea typeface="Nimbus Sans"/>
                <a:cs typeface="Nimbus Sans"/>
              </a:defRPr>
            </a:defPPr>
            <a:lvl1pPr algn="l">
              <a:buNone/>
              <a:defRPr sz="2325" b="0">
                <a:solidFill>
                  <a:srgbClr val="24745B"/>
                </a:solidFill>
                <a:latin typeface="Nimbus Sans"/>
                <a:ea typeface="Nimbus Sans"/>
                <a:cs typeface="Nimbus Sans"/>
              </a:defRPr>
            </a:lvl1pPr>
            <a:lvl2pPr algn="l">
              <a:buNone/>
              <a:defRPr sz="2325" b="0">
                <a:solidFill>
                  <a:srgbClr val="24745B"/>
                </a:solidFill>
                <a:latin typeface="Nimbus Sans"/>
                <a:ea typeface="Nimbus Sans"/>
                <a:cs typeface="Nimbus Sans"/>
              </a:defRPr>
            </a:lvl2pPr>
            <a:lvl3pPr algn="l">
              <a:buNone/>
              <a:defRPr sz="2325" b="0">
                <a:solidFill>
                  <a:srgbClr val="24745B"/>
                </a:solidFill>
                <a:latin typeface="Nimbus Sans"/>
                <a:ea typeface="Nimbus Sans"/>
                <a:cs typeface="Nimbus Sans"/>
              </a:defRPr>
            </a:lvl3pPr>
            <a:lvl4pPr algn="l">
              <a:buNone/>
              <a:defRPr sz="2325" b="0">
                <a:solidFill>
                  <a:srgbClr val="24745B"/>
                </a:solidFill>
                <a:latin typeface="Nimbus Sans"/>
                <a:ea typeface="Nimbus Sans"/>
                <a:cs typeface="Nimbus Sans"/>
              </a:defRPr>
            </a:lvl4pPr>
            <a:lvl5pPr algn="l">
              <a:buNone/>
              <a:defRPr sz="2325" b="0">
                <a:solidFill>
                  <a:srgbClr val="24745B"/>
                </a:solidFill>
                <a:latin typeface="Nimbus Sans"/>
                <a:ea typeface="Nimbus Sans"/>
                <a:cs typeface="Nimbus Sans"/>
              </a:defRPr>
            </a:lvl5pPr>
            <a:lvl6pPr algn="l">
              <a:buNone/>
              <a:defRPr sz="2325" b="0">
                <a:solidFill>
                  <a:srgbClr val="24745B"/>
                </a:solidFill>
                <a:latin typeface="Nimbus Sans"/>
                <a:ea typeface="Nimbus Sans"/>
                <a:cs typeface="Nimbus Sans"/>
              </a:defRPr>
            </a:lvl6pPr>
            <a:lvl7pPr algn="l">
              <a:buNone/>
              <a:defRPr sz="2325" b="0">
                <a:solidFill>
                  <a:srgbClr val="24745B"/>
                </a:solidFill>
                <a:latin typeface="Nimbus Sans"/>
                <a:ea typeface="Nimbus Sans"/>
                <a:cs typeface="Nimbus Sans"/>
              </a:defRPr>
            </a:lvl7pPr>
            <a:lvl8pPr algn="l">
              <a:buNone/>
              <a:defRPr sz="2325" b="0">
                <a:solidFill>
                  <a:srgbClr val="24745B"/>
                </a:solidFill>
                <a:latin typeface="Nimbus Sans"/>
                <a:ea typeface="Nimbus Sans"/>
                <a:cs typeface="Nimbus Sans"/>
              </a:defRPr>
            </a:lvl8pPr>
            <a:lvl9pPr algn="l">
              <a:buNone/>
              <a:defRPr sz="2325" b="0">
                <a:solidFill>
                  <a:srgbClr val="24745B"/>
                </a:solidFill>
                <a:latin typeface="Nimbus Sans"/>
                <a:ea typeface="Nimbus Sans"/>
                <a:cs typeface="Nimbus Sans"/>
              </a:defRPr>
            </a:lvl9pPr>
          </a:lstStyle>
          <a:p xmlns:a="http://schemas.openxmlformats.org/drawingml/2006/main">
            <a:pPr algn="l">
              <a:buNone/>
              <a:defRPr sz="2325" b="0">
                <a:solidFill>
                  <a:srgbClr val="24745B"/>
                </a:solidFill>
                <a:latin typeface="Nimbus Sans"/>
                <a:ea typeface="Nimbus Sans"/>
                <a:cs typeface="Nimbus Sans"/>
              </a:defRPr>
            </a:pPr>
            <a:r>
              <a:rPr sz="2325" b="0">
                <a:solidFill>
                  <a:srgbClr val="24745B"/>
                </a:solidFill>
                <a:latin typeface="Nimbus Sans"/>
                <a:ea typeface="Nimbus Sans"/>
                <a:cs typeface="Nimbus Sans"/>
              </a:rPr>
              <a:t>Current answer: a persistent operation record and explicit visitor confirmation</a:t>
            </a:r>
          </a:p>
        </p:txBody>
      </p:sp>
      <p:sp>
        <p:nvSpPr>
          <p:cNvPr id="6" name="Next improvement: independent door sensing and">
            <a:extLst xmlns:a="http://schemas.openxmlformats.org/drawingml/2006/main">
              <a:ext uri="{FF2B5EF4-FFF2-40B4-BE49-F238E27FC236}">
                <a16:creationId xmlns:a16="http://schemas.microsoft.com/office/drawing/2014/main" id="{47916A93-4E00-4829-8EEA-809DC8B37A41}"/>
              </a:ext>
            </a:extLst>
          </p:cNvPr>
          <p:cNvSpPr>
            <a:spLocks xmlns:a="http://schemas.openxmlformats.org/drawingml/2006/main" noGrp="1"/>
          </p:cNvSpPr>
          <p:nvPr/>
        </p:nvSpPr>
        <p:spPr>
          <a:xfrm xmlns:a="http://schemas.openxmlformats.org/drawingml/2006/main">
            <a:off x="647700" y="5410200"/>
            <a:ext cx="1028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5E7168"/>
                </a:solidFill>
                <a:latin typeface="Nimbus Sans"/>
                <a:ea typeface="Nimbus Sans"/>
                <a:cs typeface="Nimbus Sans"/>
              </a:defRPr>
            </a:defPPr>
            <a:lvl1pPr algn="l">
              <a:buNone/>
              <a:defRPr sz="1950" b="0">
                <a:solidFill>
                  <a:srgbClr val="5E7168"/>
                </a:solidFill>
                <a:latin typeface="Nimbus Sans"/>
                <a:ea typeface="Nimbus Sans"/>
                <a:cs typeface="Nimbus Sans"/>
              </a:defRPr>
            </a:lvl1pPr>
            <a:lvl2pPr algn="l">
              <a:buNone/>
              <a:defRPr sz="1950" b="0">
                <a:solidFill>
                  <a:srgbClr val="5E7168"/>
                </a:solidFill>
                <a:latin typeface="Nimbus Sans"/>
                <a:ea typeface="Nimbus Sans"/>
                <a:cs typeface="Nimbus Sans"/>
              </a:defRPr>
            </a:lvl2pPr>
            <a:lvl3pPr algn="l">
              <a:buNone/>
              <a:defRPr sz="1950" b="0">
                <a:solidFill>
                  <a:srgbClr val="5E7168"/>
                </a:solidFill>
                <a:latin typeface="Nimbus Sans"/>
                <a:ea typeface="Nimbus Sans"/>
                <a:cs typeface="Nimbus Sans"/>
              </a:defRPr>
            </a:lvl3pPr>
            <a:lvl4pPr algn="l">
              <a:buNone/>
              <a:defRPr sz="1950" b="0">
                <a:solidFill>
                  <a:srgbClr val="5E7168"/>
                </a:solidFill>
                <a:latin typeface="Nimbus Sans"/>
                <a:ea typeface="Nimbus Sans"/>
                <a:cs typeface="Nimbus Sans"/>
              </a:defRPr>
            </a:lvl4pPr>
            <a:lvl5pPr algn="l">
              <a:buNone/>
              <a:defRPr sz="1950" b="0">
                <a:solidFill>
                  <a:srgbClr val="5E7168"/>
                </a:solidFill>
                <a:latin typeface="Nimbus Sans"/>
                <a:ea typeface="Nimbus Sans"/>
                <a:cs typeface="Nimbus Sans"/>
              </a:defRPr>
            </a:lvl5pPr>
            <a:lvl6pPr algn="l">
              <a:buNone/>
              <a:defRPr sz="1950" b="0">
                <a:solidFill>
                  <a:srgbClr val="5E7168"/>
                </a:solidFill>
                <a:latin typeface="Nimbus Sans"/>
                <a:ea typeface="Nimbus Sans"/>
                <a:cs typeface="Nimbus Sans"/>
              </a:defRPr>
            </a:lvl6pPr>
            <a:lvl7pPr algn="l">
              <a:buNone/>
              <a:defRPr sz="1950" b="0">
                <a:solidFill>
                  <a:srgbClr val="5E7168"/>
                </a:solidFill>
                <a:latin typeface="Nimbus Sans"/>
                <a:ea typeface="Nimbus Sans"/>
                <a:cs typeface="Nimbus Sans"/>
              </a:defRPr>
            </a:lvl7pPr>
            <a:lvl8pPr algn="l">
              <a:buNone/>
              <a:defRPr sz="1950" b="0">
                <a:solidFill>
                  <a:srgbClr val="5E7168"/>
                </a:solidFill>
                <a:latin typeface="Nimbus Sans"/>
                <a:ea typeface="Nimbus Sans"/>
                <a:cs typeface="Nimbus Sans"/>
              </a:defRPr>
            </a:lvl8pPr>
            <a:lvl9pPr algn="l">
              <a:buNone/>
              <a:defRPr sz="1950" b="0">
                <a:solidFill>
                  <a:srgbClr val="5E7168"/>
                </a:solidFill>
                <a:latin typeface="Nimbus Sans"/>
                <a:ea typeface="Nimbus Sans"/>
                <a:cs typeface="Nimbus Sans"/>
              </a:defRPr>
            </a:lvl9pPr>
          </a:lstStyle>
          <a:p xmlns:a="http://schemas.openxmlformats.org/drawingml/2006/main">
            <a:pPr algn="l">
              <a:buNone/>
              <a:defRPr sz="1950" b="0">
                <a:solidFill>
                  <a:srgbClr val="5E7168"/>
                </a:solidFill>
                <a:latin typeface="Nimbus Sans"/>
                <a:ea typeface="Nimbus Sans"/>
                <a:cs typeface="Nimbus Sans"/>
              </a:defRPr>
            </a:pPr>
            <a:r>
              <a:rPr sz="1950" b="0">
                <a:solidFill>
                  <a:srgbClr val="5E7168"/>
                </a:solidFill>
                <a:latin typeface="Nimbus Sans"/>
                <a:ea typeface="Nimbus Sans"/>
                <a:cs typeface="Nimbus Sans"/>
              </a:rPr>
              <a:t>Next improvement: independent door sensing and stronger claim verification</a:t>
            </a:r>
          </a:p>
        </p:txBody>
      </p:sp>
    </p:spTree>
    <p:extLst>
      <p:ext uri="{BB962C8B-B14F-4D97-AF65-F5344CB8AC3E}">
        <p14:creationId xmlns:p14="http://schemas.microsoft.com/office/powerpoint/2010/main" val="1568224147"/>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rotocol choices">
            <a:extLst xmlns:a="http://schemas.openxmlformats.org/drawingml/2006/main">
              <a:ext uri="{FF2B5EF4-FFF2-40B4-BE49-F238E27FC236}">
                <a16:creationId xmlns:a16="http://schemas.microsoft.com/office/drawing/2014/main" id="{B33A37E2-4F56-4E33-A6A5-9BFD73436097}"/>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Protocol choices</a:t>
            </a:r>
          </a:p>
        </p:txBody>
      </p:sp>
      <p:sp>
        <p:nvSpPr>
          <p:cNvPr id="2" name="Appendix · Current implementation">
            <a:extLst xmlns:a="http://schemas.openxmlformats.org/drawingml/2006/main">
              <a:ext uri="{FF2B5EF4-FFF2-40B4-BE49-F238E27FC236}">
                <a16:creationId xmlns:a16="http://schemas.microsoft.com/office/drawing/2014/main" id="{4BD85841-C1B5-4C3E-8BE5-901D766612C1}"/>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Current implementation</a:t>
            </a:r>
          </a:p>
        </p:txBody>
      </p:sp>
      <p:sp>
        <p:nvSpPr>
          <p:cNvPr id="3" name="12">
            <a:extLst xmlns:a="http://schemas.openxmlformats.org/drawingml/2006/main">
              <a:ext uri="{FF2B5EF4-FFF2-40B4-BE49-F238E27FC236}">
                <a16:creationId xmlns:a16="http://schemas.microsoft.com/office/drawing/2014/main" id="{86865C3B-D0BF-4E7B-93AD-1472C8444776}"/>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12</a:t>
            </a:r>
          </a:p>
        </p:txBody>
      </p:sp>
      <p:graphicFrame>
        <p:nvGraphicFramePr>
          <p:cNvPr id="4" name="">
            <a:extLst xmlns:a="http://schemas.openxmlformats.org/drawingml/2006/main">
              <a:ext uri="{FF2B5EF4-FFF2-40B4-BE49-F238E27FC236}">
                <a16:creationId xmlns:a16="http://schemas.microsoft.com/office/drawing/2014/main" id="{62E2EBC9-BB80-4EA5-84E8-D86354B8265D}"/>
              </a:ext>
            </a:extLst>
          </p:cNvPr>
          <p:cNvGraphicFramePr/>
          <p:nvPr/>
        </p:nvGraphicFramePr>
        <p:xfrm>
          <a:off xmlns:a="http://schemas.openxmlformats.org/drawingml/2006/main" x="609600" y="1809750"/>
          <a:ext xmlns:a="http://schemas.openxmlformats.org/drawingml/2006/main" cx="10972800" cy="3810000"/>
        </p:xfrm>
        <a:graphic xmlns:a="http://schemas.openxmlformats.org/drawingml/2006/main">
          <a:graphicData uri="http://schemas.openxmlformats.org/drawingml/2006/table">
            <a:tbl>
              <a:tblPr/>
              <a:tblGrid>
                <a:gridCol w="3000375"/>
                <a:gridCol w="3733800"/>
                <a:gridCol w="4238625"/>
              </a:tblGrid>
              <a:tr h="635000">
                <a:tc>
                  <a:txBody>
                    <a:bodyPr lIns="114300" tIns="114300" rIns="114300" bIns="114300"/>
                    <a:lstStyle/>
                    <a:p>
                      <a:r>
                        <a:rPr sz="1650" b="1">
                          <a:solidFill>
                            <a:srgbClr val="FFFFFF"/>
                          </a:solidFill>
                          <a:latin typeface="Nimbus Sans"/>
                          <a:ea typeface="Nimbus Sans"/>
                          <a:cs typeface="Nimbus Sans"/>
                        </a:rPr>
                        <a:t>Link</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Protocol / format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650" b="1">
                          <a:solidFill>
                            <a:srgbClr val="FFFFFF"/>
                          </a:solidFill>
                          <a:latin typeface="Nimbus Sans"/>
                          <a:ea typeface="Nimbus Sans"/>
                          <a:cs typeface="Nimbus Sans"/>
                        </a:rPr>
                        <a:t>Reason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35000">
                <a:tc>
                  <a:txBody>
                    <a:bodyPr lIns="114300" tIns="114300" rIns="114300" bIns="114300"/>
                    <a:lstStyle/>
                    <a:p>
                      <a:r>
                        <a:rPr sz="1650" b="0">
                          <a:solidFill>
                            <a:srgbClr val="153D33"/>
                          </a:solidFill>
                          <a:latin typeface="Nimbus Sans"/>
                          <a:ea typeface="Nimbus Sans"/>
                          <a:cs typeface="Nimbus Sans"/>
                        </a:rPr>
                        <a:t>iPad to Raspberry Pi</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Wi-Fi, HTTPS, JSON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Request / response flow and verified TLS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5000">
                <a:tc>
                  <a:txBody>
                    <a:bodyPr lIns="114300" tIns="114300" rIns="114300" bIns="114300"/>
                    <a:lstStyle/>
                    <a:p>
                      <a:r>
                        <a:rPr sz="1650" b="0">
                          <a:solidFill>
                            <a:srgbClr val="153D33"/>
                          </a:solidFill>
                          <a:latin typeface="Nimbus Sans"/>
                          <a:ea typeface="Nimbus Sans"/>
                          <a:cs typeface="Nimbus Sans"/>
                        </a:rPr>
                        <a:t>Pi to cloud vision / search</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HTTPS, JSON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Server-side model calls and credentials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5000">
                <a:tc>
                  <a:txBody>
                    <a:bodyPr lIns="114300" tIns="114300" rIns="114300" bIns="114300"/>
                    <a:lstStyle/>
                    <a:p>
                      <a:r>
                        <a:rPr sz="1650" b="0">
                          <a:solidFill>
                            <a:srgbClr val="153D33"/>
                          </a:solidFill>
                          <a:latin typeface="Nimbus Sans"/>
                          <a:ea typeface="Nimbus Sans"/>
                          <a:cs typeface="Nimbus Sans"/>
                        </a:rPr>
                        <a:t>iPad voice capture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16 kHz mono PCM WAV</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Short recordings for server-side ASR</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35000">
                <a:tc>
                  <a:txBody>
                    <a:bodyPr lIns="114300" tIns="114300" rIns="114300" bIns="114300"/>
                    <a:lstStyle/>
                    <a:p>
                      <a:r>
                        <a:rPr sz="1650" b="0">
                          <a:solidFill>
                            <a:srgbClr val="153D33"/>
                          </a:solidFill>
                          <a:latin typeface="Nimbus Sans"/>
                          <a:ea typeface="Nimbus Sans"/>
                          <a:cs typeface="Nimbus Sans"/>
                        </a:rPr>
                        <a:t>Pi to relay drivers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BCM GPIO, 0.5 s HIGH</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650" b="0">
                          <a:solidFill>
                            <a:srgbClr val="153D33"/>
                          </a:solidFill>
                          <a:latin typeface="Nimbus Sans"/>
                          <a:ea typeface="Nimbus Sans"/>
                          <a:cs typeface="Nimbus Sans"/>
                        </a:rPr>
                        <a:t>Direct local actuation through S8050</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35000">
                <a:tc>
                  <a:txBody>
                    <a:bodyPr lIns="114300" tIns="114300" rIns="114300" bIns="114300"/>
                    <a:lstStyle/>
                    <a:p>
                      <a:r>
                        <a:rPr sz="1650" b="0">
                          <a:solidFill>
                            <a:srgbClr val="153D33"/>
                          </a:solidFill>
                          <a:latin typeface="Nimbus Sans"/>
                          <a:ea typeface="Nimbus Sans"/>
                          <a:cs typeface="Nimbus Sans"/>
                        </a:rPr>
                        <a:t>Local persistence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SQLite transactions</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650" b="0">
                          <a:solidFill>
                            <a:srgbClr val="153D33"/>
                          </a:solidFill>
                          <a:latin typeface="Nimbus Sans"/>
                          <a:ea typeface="Nimbus Sans"/>
                          <a:cs typeface="Nimbus Sans"/>
                        </a:rPr>
                        <a:t>Keep inventory and operation state consistent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MQTT, BLE and door-state telemetry are not par">
            <a:extLst xmlns:a="http://schemas.openxmlformats.org/drawingml/2006/main">
              <a:ext uri="{FF2B5EF4-FFF2-40B4-BE49-F238E27FC236}">
                <a16:creationId xmlns:a16="http://schemas.microsoft.com/office/drawing/2014/main" id="{89900A96-8944-4FE0-AE9D-E001C8EEB977}"/>
              </a:ext>
            </a:extLst>
          </p:cNvPr>
          <p:cNvSpPr>
            <a:spLocks xmlns:a="http://schemas.openxmlformats.org/drawingml/2006/main" noGrp="1"/>
          </p:cNvSpPr>
          <p:nvPr/>
        </p:nvSpPr>
        <p:spPr>
          <a:xfrm xmlns:a="http://schemas.openxmlformats.org/drawingml/2006/main">
            <a:off x="609600" y="59055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buNone/>
              <a:defRPr sz="1800" b="0">
                <a:solidFill>
                  <a:srgbClr val="5E7168"/>
                </a:solidFill>
                <a:latin typeface="Nimbus Sans"/>
                <a:ea typeface="Nimbus Sans"/>
                <a:cs typeface="Nimbus Sans"/>
              </a:defRPr>
            </a:lvl1pPr>
            <a:lvl2pPr algn="l">
              <a:buNone/>
              <a:defRPr sz="1800" b="0">
                <a:solidFill>
                  <a:srgbClr val="5E7168"/>
                </a:solidFill>
                <a:latin typeface="Nimbus Sans"/>
                <a:ea typeface="Nimbus Sans"/>
                <a:cs typeface="Nimbus Sans"/>
              </a:defRPr>
            </a:lvl2pPr>
            <a:lvl3pPr algn="l">
              <a:buNone/>
              <a:defRPr sz="1800" b="0">
                <a:solidFill>
                  <a:srgbClr val="5E7168"/>
                </a:solidFill>
                <a:latin typeface="Nimbus Sans"/>
                <a:ea typeface="Nimbus Sans"/>
                <a:cs typeface="Nimbus Sans"/>
              </a:defRPr>
            </a:lvl3pPr>
            <a:lvl4pPr algn="l">
              <a:buNone/>
              <a:defRPr sz="1800" b="0">
                <a:solidFill>
                  <a:srgbClr val="5E7168"/>
                </a:solidFill>
                <a:latin typeface="Nimbus Sans"/>
                <a:ea typeface="Nimbus Sans"/>
                <a:cs typeface="Nimbus Sans"/>
              </a:defRPr>
            </a:lvl4pPr>
            <a:lvl5pPr algn="l">
              <a:buNone/>
              <a:defRPr sz="1800" b="0">
                <a:solidFill>
                  <a:srgbClr val="5E7168"/>
                </a:solidFill>
                <a:latin typeface="Nimbus Sans"/>
                <a:ea typeface="Nimbus Sans"/>
                <a:cs typeface="Nimbus Sans"/>
              </a:defRPr>
            </a:lvl5pPr>
            <a:lvl6pPr algn="l">
              <a:buNone/>
              <a:defRPr sz="1800" b="0">
                <a:solidFill>
                  <a:srgbClr val="5E7168"/>
                </a:solidFill>
                <a:latin typeface="Nimbus Sans"/>
                <a:ea typeface="Nimbus Sans"/>
                <a:cs typeface="Nimbus Sans"/>
              </a:defRPr>
            </a:lvl6pPr>
            <a:lvl7pPr algn="l">
              <a:buNone/>
              <a:defRPr sz="1800" b="0">
                <a:solidFill>
                  <a:srgbClr val="5E7168"/>
                </a:solidFill>
                <a:latin typeface="Nimbus Sans"/>
                <a:ea typeface="Nimbus Sans"/>
                <a:cs typeface="Nimbus Sans"/>
              </a:defRPr>
            </a:lvl7pPr>
            <a:lvl8pPr algn="l">
              <a:buNone/>
              <a:defRPr sz="1800" b="0">
                <a:solidFill>
                  <a:srgbClr val="5E7168"/>
                </a:solidFill>
                <a:latin typeface="Nimbus Sans"/>
                <a:ea typeface="Nimbus Sans"/>
                <a:cs typeface="Nimbus Sans"/>
              </a:defRPr>
            </a:lvl8pPr>
            <a:lvl9pPr algn="l">
              <a:buNone/>
              <a:defRPr sz="1800" b="0">
                <a:solidFill>
                  <a:srgbClr val="5E7168"/>
                </a:solidFill>
                <a:latin typeface="Nimbus Sans"/>
                <a:ea typeface="Nimbus Sans"/>
                <a:cs typeface="Nimbus Sans"/>
              </a:defRPr>
            </a:lvl9pPr>
          </a:lstStyle>
          <a:p xmlns:a="http://schemas.openxmlformats.org/drawingml/2006/main">
            <a:pPr algn="l">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MQTT, BLE and door-state telemetry are not part of the current prototype.</a:t>
            </a:r>
          </a:p>
        </p:txBody>
      </p:sp>
    </p:spTree>
    <p:extLst>
      <p:ext uri="{BB962C8B-B14F-4D97-AF65-F5344CB8AC3E}">
        <p14:creationId xmlns:p14="http://schemas.microsoft.com/office/powerpoint/2010/main" val="1563157188"/>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One-week evaluation record">
            <a:extLst xmlns:a="http://schemas.openxmlformats.org/drawingml/2006/main">
              <a:ext uri="{FF2B5EF4-FFF2-40B4-BE49-F238E27FC236}">
                <a16:creationId xmlns:a16="http://schemas.microsoft.com/office/drawing/2014/main" id="{3D67F11B-867C-4ABB-AC85-DD250A1FF9F7}"/>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One-week evaluation record</a:t>
            </a:r>
          </a:p>
        </p:txBody>
      </p:sp>
      <p:sp>
        <p:nvSpPr>
          <p:cNvPr id="2" name="Appendix · Measurement plan, not collected res">
            <a:extLst xmlns:a="http://schemas.openxmlformats.org/drawingml/2006/main">
              <a:ext uri="{FF2B5EF4-FFF2-40B4-BE49-F238E27FC236}">
                <a16:creationId xmlns:a16="http://schemas.microsoft.com/office/drawing/2014/main" id="{0E719A79-0620-4EA5-97B5-5740913C21DF}"/>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Measurement plan, not collected results</a:t>
            </a:r>
          </a:p>
        </p:txBody>
      </p:sp>
      <p:sp>
        <p:nvSpPr>
          <p:cNvPr id="3" name="13">
            <a:extLst xmlns:a="http://schemas.openxmlformats.org/drawingml/2006/main">
              <a:ext uri="{FF2B5EF4-FFF2-40B4-BE49-F238E27FC236}">
                <a16:creationId xmlns:a16="http://schemas.microsoft.com/office/drawing/2014/main" id="{C6EBAB91-2C63-4702-9552-5D3C2A4A6964}"/>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13</a:t>
            </a:r>
          </a:p>
        </p:txBody>
      </p:sp>
      <p:graphicFrame>
        <p:nvGraphicFramePr>
          <p:cNvPr id="4" name="">
            <a:extLst xmlns:a="http://schemas.openxmlformats.org/drawingml/2006/main">
              <a:ext uri="{FF2B5EF4-FFF2-40B4-BE49-F238E27FC236}">
                <a16:creationId xmlns:a16="http://schemas.microsoft.com/office/drawing/2014/main" id="{5D490B2E-702A-4F40-889F-4395ABFC518B}"/>
              </a:ext>
            </a:extLst>
          </p:cNvPr>
          <p:cNvGraphicFramePr/>
          <p:nvPr/>
        </p:nvGraphicFramePr>
        <p:xfrm>
          <a:off xmlns:a="http://schemas.openxmlformats.org/drawingml/2006/main" x="609600" y="1857375"/>
          <a:ext xmlns:a="http://schemas.openxmlformats.org/drawingml/2006/main" cx="10972800" cy="3333750"/>
        </p:xfrm>
        <a:graphic xmlns:a="http://schemas.openxmlformats.org/drawingml/2006/main">
          <a:graphicData uri="http://schemas.openxmlformats.org/drawingml/2006/table">
            <a:tbl>
              <a:tblPr/>
              <a:tblGrid>
                <a:gridCol w="2762250"/>
                <a:gridCol w="4286250"/>
                <a:gridCol w="3924300"/>
              </a:tblGrid>
              <a:tr h="666750">
                <a:tc>
                  <a:txBody>
                    <a:bodyPr lIns="114300" tIns="114300" rIns="114300" bIns="114300"/>
                    <a:lstStyle/>
                    <a:p>
                      <a:r>
                        <a:rPr sz="1725" b="1">
                          <a:solidFill>
                            <a:srgbClr val="FFFFFF"/>
                          </a:solidFill>
                          <a:latin typeface="Nimbus Sans"/>
                          <a:ea typeface="Nimbus Sans"/>
                          <a:cs typeface="Nimbus Sans"/>
                        </a:rPr>
                        <a:t>Measure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Record per session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Analysis after 7 continuous days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66750">
                <a:tc>
                  <a:txBody>
                    <a:bodyPr lIns="114300" tIns="114300" rIns="114300" bIns="114300"/>
                    <a:lstStyle/>
                    <a:p>
                      <a:r>
                        <a:rPr sz="1725" b="0">
                          <a:solidFill>
                            <a:srgbClr val="153D33"/>
                          </a:solidFill>
                          <a:latin typeface="Nimbus Sans"/>
                          <a:ea typeface="Nimbus Sans"/>
                          <a:cs typeface="Nimbus Sans"/>
                        </a:rPr>
                        <a:t>Search quality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Query, target ID and ranked candidates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Top-1 / top-5 recall on labelled queries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114300" tIns="114300" rIns="114300" bIns="114300"/>
                    <a:lstStyle/>
                    <a:p>
                      <a:r>
                        <a:rPr sz="1725" b="0">
                          <a:solidFill>
                            <a:srgbClr val="153D33"/>
                          </a:solidFill>
                          <a:latin typeface="Nimbus Sans"/>
                          <a:ea typeface="Nimbus Sans"/>
                          <a:cs typeface="Nimbus Sans"/>
                        </a:rPr>
                        <a:t>Task completion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Start, finish, outcome and intervention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Completion rate and median duration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666750">
                <a:tc>
                  <a:txBody>
                    <a:bodyPr lIns="114300" tIns="114300" rIns="114300" bIns="114300"/>
                    <a:lstStyle/>
                    <a:p>
                      <a:r>
                        <a:rPr sz="1725" b="0">
                          <a:solidFill>
                            <a:srgbClr val="153D33"/>
                          </a:solidFill>
                          <a:latin typeface="Nimbus Sans"/>
                          <a:ea typeface="Nimbus Sans"/>
                          <a:cs typeface="Nimbus Sans"/>
                        </a:rPr>
                        <a:t>Service reliability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Latency, error stage and retry count</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Median / p95 latency and failure rate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114300" tIns="114300" rIns="114300" bIns="114300"/>
                    <a:lstStyle/>
                    <a:p>
                      <a:r>
                        <a:rPr sz="1725" b="0">
                          <a:solidFill>
                            <a:srgbClr val="153D33"/>
                          </a:solidFill>
                          <a:latin typeface="Nimbus Sans"/>
                          <a:ea typeface="Nimbus Sans"/>
                          <a:cs typeface="Nimbus Sans"/>
                        </a:rPr>
                        <a:t>Physical consistency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Assigned slot and observed movement</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Mismatch rate against staff inspection</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Use real timestamps and ground truth. Separate">
            <a:extLst xmlns:a="http://schemas.openxmlformats.org/drawingml/2006/main">
              <a:ext uri="{FF2B5EF4-FFF2-40B4-BE49-F238E27FC236}">
                <a16:creationId xmlns:a16="http://schemas.microsoft.com/office/drawing/2014/main" id="{A210F09D-3206-4BE7-AC04-9A24045BCE80}"/>
              </a:ext>
            </a:extLst>
          </p:cNvPr>
          <p:cNvSpPr>
            <a:spLocks xmlns:a="http://schemas.openxmlformats.org/drawingml/2006/main" noGrp="1"/>
          </p:cNvSpPr>
          <p:nvPr/>
        </p:nvSpPr>
        <p:spPr>
          <a:xfrm xmlns:a="http://schemas.openxmlformats.org/drawingml/2006/main">
            <a:off x="609600" y="5581650"/>
            <a:ext cx="10839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24745B"/>
                </a:solidFill>
                <a:latin typeface="Nimbus Sans"/>
                <a:ea typeface="Nimbus Sans"/>
                <a:cs typeface="Nimbus Sans"/>
              </a:defRPr>
            </a:defPPr>
            <a:lvl1pPr algn="l">
              <a:buNone/>
              <a:defRPr sz="2025" b="1">
                <a:solidFill>
                  <a:srgbClr val="24745B"/>
                </a:solidFill>
                <a:latin typeface="Nimbus Sans"/>
                <a:ea typeface="Nimbus Sans"/>
                <a:cs typeface="Nimbus Sans"/>
              </a:defRPr>
            </a:lvl1pPr>
            <a:lvl2pPr algn="l">
              <a:buNone/>
              <a:defRPr sz="2025" b="1">
                <a:solidFill>
                  <a:srgbClr val="24745B"/>
                </a:solidFill>
                <a:latin typeface="Nimbus Sans"/>
                <a:ea typeface="Nimbus Sans"/>
                <a:cs typeface="Nimbus Sans"/>
              </a:defRPr>
            </a:lvl2pPr>
            <a:lvl3pPr algn="l">
              <a:buNone/>
              <a:defRPr sz="2025" b="1">
                <a:solidFill>
                  <a:srgbClr val="24745B"/>
                </a:solidFill>
                <a:latin typeface="Nimbus Sans"/>
                <a:ea typeface="Nimbus Sans"/>
                <a:cs typeface="Nimbus Sans"/>
              </a:defRPr>
            </a:lvl3pPr>
            <a:lvl4pPr algn="l">
              <a:buNone/>
              <a:defRPr sz="2025" b="1">
                <a:solidFill>
                  <a:srgbClr val="24745B"/>
                </a:solidFill>
                <a:latin typeface="Nimbus Sans"/>
                <a:ea typeface="Nimbus Sans"/>
                <a:cs typeface="Nimbus Sans"/>
              </a:defRPr>
            </a:lvl4pPr>
            <a:lvl5pPr algn="l">
              <a:buNone/>
              <a:defRPr sz="2025" b="1">
                <a:solidFill>
                  <a:srgbClr val="24745B"/>
                </a:solidFill>
                <a:latin typeface="Nimbus Sans"/>
                <a:ea typeface="Nimbus Sans"/>
                <a:cs typeface="Nimbus Sans"/>
              </a:defRPr>
            </a:lvl5pPr>
            <a:lvl6pPr algn="l">
              <a:buNone/>
              <a:defRPr sz="2025" b="1">
                <a:solidFill>
                  <a:srgbClr val="24745B"/>
                </a:solidFill>
                <a:latin typeface="Nimbus Sans"/>
                <a:ea typeface="Nimbus Sans"/>
                <a:cs typeface="Nimbus Sans"/>
              </a:defRPr>
            </a:lvl6pPr>
            <a:lvl7pPr algn="l">
              <a:buNone/>
              <a:defRPr sz="2025" b="1">
                <a:solidFill>
                  <a:srgbClr val="24745B"/>
                </a:solidFill>
                <a:latin typeface="Nimbus Sans"/>
                <a:ea typeface="Nimbus Sans"/>
                <a:cs typeface="Nimbus Sans"/>
              </a:defRPr>
            </a:lvl7pPr>
            <a:lvl8pPr algn="l">
              <a:buNone/>
              <a:defRPr sz="2025" b="1">
                <a:solidFill>
                  <a:srgbClr val="24745B"/>
                </a:solidFill>
                <a:latin typeface="Nimbus Sans"/>
                <a:ea typeface="Nimbus Sans"/>
                <a:cs typeface="Nimbus Sans"/>
              </a:defRPr>
            </a:lvl8pPr>
            <a:lvl9pPr algn="l">
              <a:buNone/>
              <a:defRPr sz="2025" b="1">
                <a:solidFill>
                  <a:srgbClr val="24745B"/>
                </a:solidFill>
                <a:latin typeface="Nimbus Sans"/>
                <a:ea typeface="Nimbus Sans"/>
                <a:cs typeface="Nimbus Sans"/>
              </a:defRPr>
            </a:lvl9pPr>
          </a:lstStyle>
          <a:p xmlns:a="http://schemas.openxmlformats.org/drawingml/2006/main">
            <a:pPr algn="l">
              <a:buNone/>
              <a:defRPr sz="2025" b="1">
                <a:solidFill>
                  <a:srgbClr val="24745B"/>
                </a:solidFill>
                <a:latin typeface="Nimbus Sans"/>
                <a:ea typeface="Nimbus Sans"/>
                <a:cs typeface="Nimbus Sans"/>
              </a:defRPr>
            </a:pPr>
            <a:r>
              <a:rPr sz="2025" b="1">
                <a:solidFill>
                  <a:srgbClr val="24745B"/>
                </a:solidFill>
                <a:latin typeface="Nimbus Sans"/>
                <a:ea typeface="Nimbus Sans"/>
                <a:cs typeface="Nimbus Sans"/>
              </a:rPr>
              <a:t>Use real timestamps and ground truth. Separate empty-inventory queries from retrieval tests.</a:t>
            </a:r>
          </a:p>
        </p:txBody>
      </p:sp>
    </p:spTree>
    <p:extLst>
      <p:ext uri="{BB962C8B-B14F-4D97-AF65-F5344CB8AC3E}">
        <p14:creationId xmlns:p14="http://schemas.microsoft.com/office/powerpoint/2010/main" val="1904599522"/>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A8CAE74-0501-4F71-9E07-06A6C175E7BC}"/>
              </a:ext>
            </a:extLst>
          </p:cNvPr>
          <p:cNvCxnSpPr>
            <a:stCxn xmlns:a="http://schemas.openxmlformats.org/drawingml/2006/main" id="5" idx="2"/>
            <a:endCxn xmlns:a="http://schemas.openxmlformats.org/drawingml/2006/main" id="9" idx="0"/>
          </p:cNvCxnSpPr>
          <p:nvPr/>
        </p:nvCxnSpPr>
        <p:spPr>
          <a:xfrm xmlns:a="http://schemas.openxmlformats.org/drawingml/2006/main">
            <a:off x="6067425" y="3143250"/>
            <a:ext cx="0" cy="1266825"/>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AA6AD97C-EC37-42AE-9B4D-C156C01E5089}"/>
              </a:ext>
            </a:extLst>
          </p:cNvPr>
          <p:cNvCxnSpPr>
            <a:stCxn xmlns:a="http://schemas.openxmlformats.org/drawingml/2006/main" id="5" idx="3"/>
            <a:endCxn xmlns:a="http://schemas.openxmlformats.org/drawingml/2006/main" id="6" idx="1"/>
          </p:cNvCxnSpPr>
          <p:nvPr/>
        </p:nvCxnSpPr>
        <p:spPr>
          <a:xfrm xmlns:a="http://schemas.openxmlformats.org/drawingml/2006/main">
            <a:off x="7410450" y="2667000"/>
            <a:ext cx="1428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64A6F78B-38EE-419F-840F-6BDC3F43EFD0}"/>
              </a:ext>
            </a:extLst>
          </p:cNvPr>
          <p:cNvCxnSpPr>
            <a:stCxn xmlns:a="http://schemas.openxmlformats.org/drawingml/2006/main" id="4" idx="3"/>
            <a:endCxn xmlns:a="http://schemas.openxmlformats.org/drawingml/2006/main" id="5" idx="1"/>
          </p:cNvCxnSpPr>
          <p:nvPr/>
        </p:nvCxnSpPr>
        <p:spPr>
          <a:xfrm xmlns:a="http://schemas.openxmlformats.org/drawingml/2006/main">
            <a:off x="3295650" y="2667000"/>
            <a:ext cx="1428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3" name="Interrupted-operation recovery">
            <a:extLst xmlns:a="http://schemas.openxmlformats.org/drawingml/2006/main">
              <a:ext uri="{FF2B5EF4-FFF2-40B4-BE49-F238E27FC236}">
                <a16:creationId xmlns:a16="http://schemas.microsoft.com/office/drawing/2014/main" id="{80296BD6-3609-4E91-89AF-FB7120D5245E}"/>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Interrupted-operation recovery</a:t>
            </a:r>
          </a:p>
        </p:txBody>
      </p:sp>
      <p:sp>
        <p:nvSpPr>
          <p:cNvPr id="2" name="Appendix · Software state never substitutes fo">
            <a:extLst xmlns:a="http://schemas.openxmlformats.org/drawingml/2006/main">
              <a:ext uri="{FF2B5EF4-FFF2-40B4-BE49-F238E27FC236}">
                <a16:creationId xmlns:a16="http://schemas.microsoft.com/office/drawing/2014/main" id="{9114603A-A130-4EFA-9104-ECF8242E6669}"/>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Software state never substitutes for physical inspection</a:t>
            </a:r>
          </a:p>
        </p:txBody>
      </p:sp>
      <p:sp>
        <p:nvSpPr>
          <p:cNvPr id="3" name="14">
            <a:extLst xmlns:a="http://schemas.openxmlformats.org/drawingml/2006/main">
              <a:ext uri="{FF2B5EF4-FFF2-40B4-BE49-F238E27FC236}">
                <a16:creationId xmlns:a16="http://schemas.microsoft.com/office/drawing/2014/main" id="{22E52A7A-05B0-4866-B4E6-63E7B29E17B8}"/>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14</a:t>
            </a:r>
          </a:p>
        </p:txBody>
      </p:sp>
      <p:sp>
        <p:nvSpPr>
          <p:cNvPr id="4" name="">
            <a:extLst xmlns:a="http://schemas.openxmlformats.org/drawingml/2006/main">
              <a:ext uri="{FF2B5EF4-FFF2-40B4-BE49-F238E27FC236}">
                <a16:creationId xmlns:a16="http://schemas.microsoft.com/office/drawing/2014/main" id="{CD90DF9A-A9FA-46CC-B319-502C09EFC647}"/>
              </a:ext>
            </a:extLst>
          </p:cNvPr>
          <p:cNvSpPr>
            <a:spLocks xmlns:a="http://schemas.openxmlformats.org/drawingml/2006/main" noGrp="1"/>
          </p:cNvSpPr>
          <p:nvPr/>
        </p:nvSpPr>
        <p:spPr>
          <a:xfrm xmlns:a="http://schemas.openxmlformats.org/drawingml/2006/main">
            <a:off x="6096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Reserve slot</a:t>
            </a:r>
          </a:p>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and save request</a:t>
            </a:r>
          </a:p>
        </p:txBody>
      </p:sp>
      <p:sp>
        <p:nvSpPr>
          <p:cNvPr id="5" name="">
            <a:extLst xmlns:a="http://schemas.openxmlformats.org/drawingml/2006/main">
              <a:ext uri="{FF2B5EF4-FFF2-40B4-BE49-F238E27FC236}">
                <a16:creationId xmlns:a16="http://schemas.microsoft.com/office/drawing/2014/main" id="{11C96694-DD3D-429F-8436-E3E152850EB5}"/>
              </a:ext>
            </a:extLst>
          </p:cNvPr>
          <p:cNvSpPr>
            <a:spLocks xmlns:a="http://schemas.openxmlformats.org/drawingml/2006/main" noGrp="1"/>
          </p:cNvSpPr>
          <p:nvPr/>
        </p:nvSpPr>
        <p:spPr>
          <a:xfrm xmlns:a="http://schemas.openxmlformats.org/drawingml/2006/main">
            <a:off x="47244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Send one pulse</a:t>
            </a:r>
          </a:p>
        </p:txBody>
      </p:sp>
      <p:sp>
        <p:nvSpPr>
          <p:cNvPr id="6" name="">
            <a:extLst xmlns:a="http://schemas.openxmlformats.org/drawingml/2006/main">
              <a:ext uri="{FF2B5EF4-FFF2-40B4-BE49-F238E27FC236}">
                <a16:creationId xmlns:a16="http://schemas.microsoft.com/office/drawing/2014/main" id="{202AA277-918E-46CA-86F7-BC906EA9C226}"/>
              </a:ext>
            </a:extLst>
          </p:cNvPr>
          <p:cNvSpPr>
            <a:spLocks xmlns:a="http://schemas.openxmlformats.org/drawingml/2006/main" noGrp="1"/>
          </p:cNvSpPr>
          <p:nvPr/>
        </p:nvSpPr>
        <p:spPr>
          <a:xfrm xmlns:a="http://schemas.openxmlformats.org/drawingml/2006/main">
            <a:off x="8839200" y="2190750"/>
            <a:ext cx="2686050" cy="9525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buNone/>
              <a:defRPr sz="1950" b="1">
                <a:solidFill>
                  <a:srgbClr val="153D33"/>
                </a:solidFill>
                <a:latin typeface="Nimbus Sans"/>
                <a:ea typeface="Nimbus Sans"/>
                <a:cs typeface="Nimbus Sans"/>
              </a:defRPr>
            </a:lvl1pPr>
            <a:lvl2pPr algn="ctr">
              <a:buNone/>
              <a:defRPr sz="1950" b="1">
                <a:solidFill>
                  <a:srgbClr val="153D33"/>
                </a:solidFill>
                <a:latin typeface="Nimbus Sans"/>
                <a:ea typeface="Nimbus Sans"/>
                <a:cs typeface="Nimbus Sans"/>
              </a:defRPr>
            </a:lvl2pPr>
            <a:lvl3pPr algn="ctr">
              <a:buNone/>
              <a:defRPr sz="1950" b="1">
                <a:solidFill>
                  <a:srgbClr val="153D33"/>
                </a:solidFill>
                <a:latin typeface="Nimbus Sans"/>
                <a:ea typeface="Nimbus Sans"/>
                <a:cs typeface="Nimbus Sans"/>
              </a:defRPr>
            </a:lvl3pPr>
            <a:lvl4pPr algn="ctr">
              <a:buNone/>
              <a:defRPr sz="1950" b="1">
                <a:solidFill>
                  <a:srgbClr val="153D33"/>
                </a:solidFill>
                <a:latin typeface="Nimbus Sans"/>
                <a:ea typeface="Nimbus Sans"/>
                <a:cs typeface="Nimbus Sans"/>
              </a:defRPr>
            </a:lvl4pPr>
            <a:lvl5pPr algn="ctr">
              <a:buNone/>
              <a:defRPr sz="1950" b="1">
                <a:solidFill>
                  <a:srgbClr val="153D33"/>
                </a:solidFill>
                <a:latin typeface="Nimbus Sans"/>
                <a:ea typeface="Nimbus Sans"/>
                <a:cs typeface="Nimbus Sans"/>
              </a:defRPr>
            </a:lvl5pPr>
            <a:lvl6pPr algn="ctr">
              <a:buNone/>
              <a:defRPr sz="1950" b="1">
                <a:solidFill>
                  <a:srgbClr val="153D33"/>
                </a:solidFill>
                <a:latin typeface="Nimbus Sans"/>
                <a:ea typeface="Nimbus Sans"/>
                <a:cs typeface="Nimbus Sans"/>
              </a:defRPr>
            </a:lvl6pPr>
            <a:lvl7pPr algn="ctr">
              <a:buNone/>
              <a:defRPr sz="1950" b="1">
                <a:solidFill>
                  <a:srgbClr val="153D33"/>
                </a:solidFill>
                <a:latin typeface="Nimbus Sans"/>
                <a:ea typeface="Nimbus Sans"/>
                <a:cs typeface="Nimbus Sans"/>
              </a:defRPr>
            </a:lvl7pPr>
            <a:lvl8pPr algn="ctr">
              <a:buNone/>
              <a:defRPr sz="1950" b="1">
                <a:solidFill>
                  <a:srgbClr val="153D33"/>
                </a:solidFill>
                <a:latin typeface="Nimbus Sans"/>
                <a:ea typeface="Nimbus Sans"/>
                <a:cs typeface="Nimbus Sans"/>
              </a:defRPr>
            </a:lvl8pPr>
            <a:lvl9pPr algn="ctr">
              <a:buNone/>
              <a:defRPr sz="1950" b="1">
                <a:solidFill>
                  <a:srgbClr val="153D33"/>
                </a:solidFill>
                <a:latin typeface="Nimbus Sans"/>
                <a:ea typeface="Nimbus Sans"/>
                <a:cs typeface="Nimbus Sans"/>
              </a:defRPr>
            </a:lvl9pPr>
          </a:lstStyle>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Await visitor</a:t>
            </a:r>
          </a:p>
          <a:p xmlns:a="http://schemas.openxmlformats.org/drawingml/2006/main">
            <a:pPr algn="ctr">
              <a:buNone/>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confirmation</a:t>
            </a:r>
          </a:p>
        </p:txBody>
      </p:sp>
      <p:sp>
        <p:nvSpPr>
          <p:cNvPr id="9" name="">
            <a:extLst xmlns:a="http://schemas.openxmlformats.org/drawingml/2006/main">
              <a:ext uri="{FF2B5EF4-FFF2-40B4-BE49-F238E27FC236}">
                <a16:creationId xmlns:a16="http://schemas.microsoft.com/office/drawing/2014/main" id="{9DBECF27-5492-423F-A44B-7AEB8A2BA742}"/>
              </a:ext>
            </a:extLst>
          </p:cNvPr>
          <p:cNvSpPr>
            <a:spLocks xmlns:a="http://schemas.openxmlformats.org/drawingml/2006/main" noGrp="1"/>
          </p:cNvSpPr>
          <p:nvPr/>
        </p:nvSpPr>
        <p:spPr>
          <a:xfrm xmlns:a="http://schemas.openxmlformats.org/drawingml/2006/main">
            <a:off x="4724400" y="4410075"/>
            <a:ext cx="26860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buNone/>
              <a:defRPr sz="1875" b="1">
                <a:solidFill>
                  <a:srgbClr val="153D33"/>
                </a:solidFill>
                <a:latin typeface="Nimbus Sans"/>
                <a:ea typeface="Nimbus Sans"/>
                <a:cs typeface="Nimbus Sans"/>
              </a:defRPr>
            </a:lvl1pPr>
            <a:lvl2pPr algn="ctr">
              <a:buNone/>
              <a:defRPr sz="1875" b="1">
                <a:solidFill>
                  <a:srgbClr val="153D33"/>
                </a:solidFill>
                <a:latin typeface="Nimbus Sans"/>
                <a:ea typeface="Nimbus Sans"/>
                <a:cs typeface="Nimbus Sans"/>
              </a:defRPr>
            </a:lvl2pPr>
            <a:lvl3pPr algn="ctr">
              <a:buNone/>
              <a:defRPr sz="1875" b="1">
                <a:solidFill>
                  <a:srgbClr val="153D33"/>
                </a:solidFill>
                <a:latin typeface="Nimbus Sans"/>
                <a:ea typeface="Nimbus Sans"/>
                <a:cs typeface="Nimbus Sans"/>
              </a:defRPr>
            </a:lvl3pPr>
            <a:lvl4pPr algn="ctr">
              <a:buNone/>
              <a:defRPr sz="1875" b="1">
                <a:solidFill>
                  <a:srgbClr val="153D33"/>
                </a:solidFill>
                <a:latin typeface="Nimbus Sans"/>
                <a:ea typeface="Nimbus Sans"/>
                <a:cs typeface="Nimbus Sans"/>
              </a:defRPr>
            </a:lvl4pPr>
            <a:lvl5pPr algn="ctr">
              <a:buNone/>
              <a:defRPr sz="1875" b="1">
                <a:solidFill>
                  <a:srgbClr val="153D33"/>
                </a:solidFill>
                <a:latin typeface="Nimbus Sans"/>
                <a:ea typeface="Nimbus Sans"/>
                <a:cs typeface="Nimbus Sans"/>
              </a:defRPr>
            </a:lvl5pPr>
            <a:lvl6pPr algn="ctr">
              <a:buNone/>
              <a:defRPr sz="1875" b="1">
                <a:solidFill>
                  <a:srgbClr val="153D33"/>
                </a:solidFill>
                <a:latin typeface="Nimbus Sans"/>
                <a:ea typeface="Nimbus Sans"/>
                <a:cs typeface="Nimbus Sans"/>
              </a:defRPr>
            </a:lvl6pPr>
            <a:lvl7pPr algn="ctr">
              <a:buNone/>
              <a:defRPr sz="1875" b="1">
                <a:solidFill>
                  <a:srgbClr val="153D33"/>
                </a:solidFill>
                <a:latin typeface="Nimbus Sans"/>
                <a:ea typeface="Nimbus Sans"/>
                <a:cs typeface="Nimbus Sans"/>
              </a:defRPr>
            </a:lvl7pPr>
            <a:lvl8pPr algn="ctr">
              <a:buNone/>
              <a:defRPr sz="1875" b="1">
                <a:solidFill>
                  <a:srgbClr val="153D33"/>
                </a:solidFill>
                <a:latin typeface="Nimbus Sans"/>
                <a:ea typeface="Nimbus Sans"/>
                <a:cs typeface="Nimbus Sans"/>
              </a:defRPr>
            </a:lvl8pPr>
            <a:lvl9pPr algn="ctr">
              <a:buNone/>
              <a:defRPr sz="1875" b="1">
                <a:solidFill>
                  <a:srgbClr val="153D33"/>
                </a:solidFill>
                <a:latin typeface="Nimbus Sans"/>
                <a:ea typeface="Nimbus Sans"/>
                <a:cs typeface="Nimbus Sans"/>
              </a:defRPr>
            </a:lvl9pPr>
          </a:lstStyle>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Uncertain operation</a:t>
            </a:r>
          </a:p>
          <a:p xmlns:a="http://schemas.openxmlformats.org/drawingml/2006/main">
            <a:pPr algn="ctr">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Keep compartment reserved</a:t>
            </a:r>
          </a:p>
        </p:txBody>
      </p:sp>
      <p:sp>
        <p:nvSpPr>
          <p:cNvPr id="11" name="Failure or restart">
            <a:extLst xmlns:a="http://schemas.openxmlformats.org/drawingml/2006/main">
              <a:ext uri="{FF2B5EF4-FFF2-40B4-BE49-F238E27FC236}">
                <a16:creationId xmlns:a16="http://schemas.microsoft.com/office/drawing/2014/main" id="{0CC037EA-324E-4736-A3F1-DFBD72A0EBC4}"/>
              </a:ext>
            </a:extLst>
          </p:cNvPr>
          <p:cNvSpPr>
            <a:spLocks xmlns:a="http://schemas.openxmlformats.org/drawingml/2006/main" noGrp="1"/>
          </p:cNvSpPr>
          <p:nvPr/>
        </p:nvSpPr>
        <p:spPr>
          <a:xfrm xmlns:a="http://schemas.openxmlformats.org/drawingml/2006/main">
            <a:off x="7600950" y="3838575"/>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935B21"/>
                </a:solidFill>
                <a:latin typeface="Nimbus Sans"/>
                <a:ea typeface="Nimbus Sans"/>
                <a:cs typeface="Nimbus Sans"/>
              </a:defRPr>
            </a:defPPr>
            <a:lvl1pPr algn="l">
              <a:buNone/>
              <a:defRPr sz="1725" b="1">
                <a:solidFill>
                  <a:srgbClr val="935B21"/>
                </a:solidFill>
                <a:latin typeface="Nimbus Sans"/>
                <a:ea typeface="Nimbus Sans"/>
                <a:cs typeface="Nimbus Sans"/>
              </a:defRPr>
            </a:lvl1pPr>
            <a:lvl2pPr algn="l">
              <a:buNone/>
              <a:defRPr sz="1725" b="1">
                <a:solidFill>
                  <a:srgbClr val="935B21"/>
                </a:solidFill>
                <a:latin typeface="Nimbus Sans"/>
                <a:ea typeface="Nimbus Sans"/>
                <a:cs typeface="Nimbus Sans"/>
              </a:defRPr>
            </a:lvl2pPr>
            <a:lvl3pPr algn="l">
              <a:buNone/>
              <a:defRPr sz="1725" b="1">
                <a:solidFill>
                  <a:srgbClr val="935B21"/>
                </a:solidFill>
                <a:latin typeface="Nimbus Sans"/>
                <a:ea typeface="Nimbus Sans"/>
                <a:cs typeface="Nimbus Sans"/>
              </a:defRPr>
            </a:lvl3pPr>
            <a:lvl4pPr algn="l">
              <a:buNone/>
              <a:defRPr sz="1725" b="1">
                <a:solidFill>
                  <a:srgbClr val="935B21"/>
                </a:solidFill>
                <a:latin typeface="Nimbus Sans"/>
                <a:ea typeface="Nimbus Sans"/>
                <a:cs typeface="Nimbus Sans"/>
              </a:defRPr>
            </a:lvl4pPr>
            <a:lvl5pPr algn="l">
              <a:buNone/>
              <a:defRPr sz="1725" b="1">
                <a:solidFill>
                  <a:srgbClr val="935B21"/>
                </a:solidFill>
                <a:latin typeface="Nimbus Sans"/>
                <a:ea typeface="Nimbus Sans"/>
                <a:cs typeface="Nimbus Sans"/>
              </a:defRPr>
            </a:lvl5pPr>
            <a:lvl6pPr algn="l">
              <a:buNone/>
              <a:defRPr sz="1725" b="1">
                <a:solidFill>
                  <a:srgbClr val="935B21"/>
                </a:solidFill>
                <a:latin typeface="Nimbus Sans"/>
                <a:ea typeface="Nimbus Sans"/>
                <a:cs typeface="Nimbus Sans"/>
              </a:defRPr>
            </a:lvl6pPr>
            <a:lvl7pPr algn="l">
              <a:buNone/>
              <a:defRPr sz="1725" b="1">
                <a:solidFill>
                  <a:srgbClr val="935B21"/>
                </a:solidFill>
                <a:latin typeface="Nimbus Sans"/>
                <a:ea typeface="Nimbus Sans"/>
                <a:cs typeface="Nimbus Sans"/>
              </a:defRPr>
            </a:lvl7pPr>
            <a:lvl8pPr algn="l">
              <a:buNone/>
              <a:defRPr sz="1725" b="1">
                <a:solidFill>
                  <a:srgbClr val="935B21"/>
                </a:solidFill>
                <a:latin typeface="Nimbus Sans"/>
                <a:ea typeface="Nimbus Sans"/>
                <a:cs typeface="Nimbus Sans"/>
              </a:defRPr>
            </a:lvl8pPr>
            <a:lvl9pPr algn="l">
              <a:buNone/>
              <a:defRPr sz="1725" b="1">
                <a:solidFill>
                  <a:srgbClr val="935B21"/>
                </a:solidFill>
                <a:latin typeface="Nimbus Sans"/>
                <a:ea typeface="Nimbus Sans"/>
                <a:cs typeface="Nimbus Sans"/>
              </a:defRPr>
            </a:lvl9pPr>
          </a:lstStyle>
          <a:p xmlns:a="http://schemas.openxmlformats.org/drawingml/2006/main">
            <a:pPr algn="l">
              <a:buNone/>
              <a:defRPr sz="1725" b="1">
                <a:solidFill>
                  <a:srgbClr val="935B21"/>
                </a:solidFill>
                <a:latin typeface="Nimbus Sans"/>
                <a:ea typeface="Nimbus Sans"/>
                <a:cs typeface="Nimbus Sans"/>
              </a:defRPr>
            </a:pPr>
            <a:r>
              <a:rPr sz="1725" b="1">
                <a:solidFill>
                  <a:srgbClr val="935B21"/>
                </a:solidFill>
                <a:latin typeface="Nimbus Sans"/>
                <a:ea typeface="Nimbus Sans"/>
                <a:cs typeface="Nimbus Sans"/>
              </a:rPr>
              <a:t>Failure or restart</a:t>
            </a:r>
          </a:p>
        </p:txBody>
      </p:sp>
      <p:sp>
        <p:nvSpPr>
          <p:cNvPr id="12" name="Staff checks the real compartment, then resolv">
            <a:extLst xmlns:a="http://schemas.openxmlformats.org/drawingml/2006/main">
              <a:ext uri="{FF2B5EF4-FFF2-40B4-BE49-F238E27FC236}">
                <a16:creationId xmlns:a16="http://schemas.microsoft.com/office/drawing/2014/main" id="{AEBD2B0D-12E4-485F-97A9-C48CED91F2F2}"/>
              </a:ext>
            </a:extLst>
          </p:cNvPr>
          <p:cNvSpPr>
            <a:spLocks xmlns:a="http://schemas.openxmlformats.org/drawingml/2006/main" noGrp="1"/>
          </p:cNvSpPr>
          <p:nvPr/>
        </p:nvSpPr>
        <p:spPr>
          <a:xfrm xmlns:a="http://schemas.openxmlformats.org/drawingml/2006/main">
            <a:off x="609600" y="5905500"/>
            <a:ext cx="10839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3D33"/>
                </a:solidFill>
                <a:latin typeface="Nimbus Sans"/>
                <a:ea typeface="Nimbus Sans"/>
                <a:cs typeface="Nimbus Sans"/>
              </a:defRPr>
            </a:defPPr>
            <a:lvl1pPr algn="l">
              <a:buNone/>
              <a:defRPr sz="1875" b="1">
                <a:solidFill>
                  <a:srgbClr val="153D33"/>
                </a:solidFill>
                <a:latin typeface="Nimbus Sans"/>
                <a:ea typeface="Nimbus Sans"/>
                <a:cs typeface="Nimbus Sans"/>
              </a:defRPr>
            </a:lvl1pPr>
            <a:lvl2pPr algn="l">
              <a:buNone/>
              <a:defRPr sz="1875" b="1">
                <a:solidFill>
                  <a:srgbClr val="153D33"/>
                </a:solidFill>
                <a:latin typeface="Nimbus Sans"/>
                <a:ea typeface="Nimbus Sans"/>
                <a:cs typeface="Nimbus Sans"/>
              </a:defRPr>
            </a:lvl2pPr>
            <a:lvl3pPr algn="l">
              <a:buNone/>
              <a:defRPr sz="1875" b="1">
                <a:solidFill>
                  <a:srgbClr val="153D33"/>
                </a:solidFill>
                <a:latin typeface="Nimbus Sans"/>
                <a:ea typeface="Nimbus Sans"/>
                <a:cs typeface="Nimbus Sans"/>
              </a:defRPr>
            </a:lvl3pPr>
            <a:lvl4pPr algn="l">
              <a:buNone/>
              <a:defRPr sz="1875" b="1">
                <a:solidFill>
                  <a:srgbClr val="153D33"/>
                </a:solidFill>
                <a:latin typeface="Nimbus Sans"/>
                <a:ea typeface="Nimbus Sans"/>
                <a:cs typeface="Nimbus Sans"/>
              </a:defRPr>
            </a:lvl4pPr>
            <a:lvl5pPr algn="l">
              <a:buNone/>
              <a:defRPr sz="1875" b="1">
                <a:solidFill>
                  <a:srgbClr val="153D33"/>
                </a:solidFill>
                <a:latin typeface="Nimbus Sans"/>
                <a:ea typeface="Nimbus Sans"/>
                <a:cs typeface="Nimbus Sans"/>
              </a:defRPr>
            </a:lvl5pPr>
            <a:lvl6pPr algn="l">
              <a:buNone/>
              <a:defRPr sz="1875" b="1">
                <a:solidFill>
                  <a:srgbClr val="153D33"/>
                </a:solidFill>
                <a:latin typeface="Nimbus Sans"/>
                <a:ea typeface="Nimbus Sans"/>
                <a:cs typeface="Nimbus Sans"/>
              </a:defRPr>
            </a:lvl6pPr>
            <a:lvl7pPr algn="l">
              <a:buNone/>
              <a:defRPr sz="1875" b="1">
                <a:solidFill>
                  <a:srgbClr val="153D33"/>
                </a:solidFill>
                <a:latin typeface="Nimbus Sans"/>
                <a:ea typeface="Nimbus Sans"/>
                <a:cs typeface="Nimbus Sans"/>
              </a:defRPr>
            </a:lvl7pPr>
            <a:lvl8pPr algn="l">
              <a:buNone/>
              <a:defRPr sz="1875" b="1">
                <a:solidFill>
                  <a:srgbClr val="153D33"/>
                </a:solidFill>
                <a:latin typeface="Nimbus Sans"/>
                <a:ea typeface="Nimbus Sans"/>
                <a:cs typeface="Nimbus Sans"/>
              </a:defRPr>
            </a:lvl8pPr>
            <a:lvl9pPr algn="l">
              <a:buNone/>
              <a:defRPr sz="1875" b="1">
                <a:solidFill>
                  <a:srgbClr val="153D33"/>
                </a:solidFill>
                <a:latin typeface="Nimbus Sans"/>
                <a:ea typeface="Nimbus Sans"/>
                <a:cs typeface="Nimbus Sans"/>
              </a:defRPr>
            </a:lvl9pPr>
          </a:lstStyle>
          <a:p xmlns:a="http://schemas.openxmlformats.org/drawingml/2006/main">
            <a:pPr algn="l">
              <a:buNone/>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Staff checks the real compartment, then resolves the record without another pulse.</a:t>
            </a:r>
          </a:p>
        </p:txBody>
      </p:sp>
    </p:spTree>
    <p:extLst>
      <p:ext uri="{BB962C8B-B14F-4D97-AF65-F5344CB8AC3E}">
        <p14:creationId xmlns:p14="http://schemas.microsoft.com/office/powerpoint/2010/main" val="438170221"/>
      </p:ext>
    </p:extLst>
  </p:cSld>
</p:sld>
</file>

<file path=ppt/slides/slide1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Assessment structure and sources">
            <a:extLst xmlns:a="http://schemas.openxmlformats.org/drawingml/2006/main">
              <a:ext uri="{FF2B5EF4-FFF2-40B4-BE49-F238E27FC236}">
                <a16:creationId xmlns:a16="http://schemas.microsoft.com/office/drawing/2014/main" id="{7D482A25-47F4-4D6C-8B05-EA3086669D64}"/>
              </a:ext>
            </a:extLst>
          </p:cNvPr>
          <p:cNvSpPr>
            <a:spLocks xmlns:a="http://schemas.openxmlformats.org/drawingml/2006/main" noGrp="1"/>
          </p:cNvSpPr>
          <p:nvPr/>
        </p:nvSpPr>
        <p:spPr>
          <a:xfrm xmlns:a="http://schemas.openxmlformats.org/drawingml/2006/main">
            <a:off x="609600" y="495300"/>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Assessment structure and sources</a:t>
            </a:r>
          </a:p>
        </p:txBody>
      </p:sp>
      <p:sp>
        <p:nvSpPr>
          <p:cNvPr id="2" name="Appendix · 9 minutes of talks, 3 minutes of de">
            <a:extLst xmlns:a="http://schemas.openxmlformats.org/drawingml/2006/main">
              <a:ext uri="{FF2B5EF4-FFF2-40B4-BE49-F238E27FC236}">
                <a16:creationId xmlns:a16="http://schemas.microsoft.com/office/drawing/2014/main" id="{03CB9524-1CE3-43F9-9BF9-AF8C3DF802AB}"/>
              </a:ext>
            </a:extLst>
          </p:cNvPr>
          <p:cNvSpPr>
            <a:spLocks xmlns:a="http://schemas.openxmlformats.org/drawingml/2006/main" noGrp="1"/>
          </p:cNvSpPr>
          <p:nvPr/>
        </p:nvSpPr>
        <p:spPr>
          <a:xfrm xmlns:a="http://schemas.openxmlformats.org/drawingml/2006/main">
            <a:off x="609600" y="123825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Appendix · 9 minutes of talks, 3 minutes of demo, 3 minutes of Q&amp;A</a:t>
            </a:r>
          </a:p>
        </p:txBody>
      </p:sp>
      <p:sp>
        <p:nvSpPr>
          <p:cNvPr id="3" name="15">
            <a:extLst xmlns:a="http://schemas.openxmlformats.org/drawingml/2006/main">
              <a:ext uri="{FF2B5EF4-FFF2-40B4-BE49-F238E27FC236}">
                <a16:creationId xmlns:a16="http://schemas.microsoft.com/office/drawing/2014/main" id="{3423CA52-8778-4F91-BA08-1D00F5C97B96}"/>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15</a:t>
            </a:r>
          </a:p>
        </p:txBody>
      </p:sp>
      <p:graphicFrame>
        <p:nvGraphicFramePr>
          <p:cNvPr id="4" name="">
            <a:extLst xmlns:a="http://schemas.openxmlformats.org/drawingml/2006/main">
              <a:ext uri="{FF2B5EF4-FFF2-40B4-BE49-F238E27FC236}">
                <a16:creationId xmlns:a16="http://schemas.microsoft.com/office/drawing/2014/main" id="{A7D6F6A0-BA8A-47F2-BEA8-56F64B21C23A}"/>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a:tblGrid>
                <a:gridCol w="7143750"/>
                <a:gridCol w="1619250"/>
                <a:gridCol w="2209800"/>
              </a:tblGrid>
              <a:tr h="542925">
                <a:tc>
                  <a:txBody>
                    <a:bodyPr lIns="114300" tIns="114300" rIns="114300" bIns="114300"/>
                    <a:lstStyle/>
                    <a:p>
                      <a:r>
                        <a:rPr sz="1725" b="1">
                          <a:solidFill>
                            <a:srgbClr val="FFFFFF"/>
                          </a:solidFill>
                          <a:latin typeface="Nimbus Sans"/>
                          <a:ea typeface="Nimbus Sans"/>
                          <a:cs typeface="Nimbus Sans"/>
                        </a:rPr>
                        <a:t>Segment</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Slides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114300" tIns="114300" rIns="114300" bIns="114300"/>
                    <a:lstStyle/>
                    <a:p>
                      <a:r>
                        <a:rPr sz="1725" b="1">
                          <a:solidFill>
                            <a:srgbClr val="FFFFFF"/>
                          </a:solidFill>
                          <a:latin typeface="Nimbus Sans"/>
                          <a:ea typeface="Nimbus Sans"/>
                          <a:cs typeface="Nimbus Sans"/>
                        </a:rPr>
                        <a:t>Allocation</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42925">
                <a:tc>
                  <a:txBody>
                    <a:bodyPr lIns="114300" tIns="114300" rIns="114300" bIns="114300"/>
                    <a:lstStyle/>
                    <a:p>
                      <a:r>
                        <a:rPr sz="1725" b="0">
                          <a:solidFill>
                            <a:srgbClr val="153D33"/>
                          </a:solidFill>
                          <a:latin typeface="Nimbus Sans"/>
                          <a:ea typeface="Nimbus Sans"/>
                          <a:cs typeface="Nimbus Sans"/>
                        </a:rPr>
                        <a:t>Presenter 1: motivation and journey</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1–3</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2925">
                <a:tc>
                  <a:txBody>
                    <a:bodyPr lIns="114300" tIns="114300" rIns="114300" bIns="114300"/>
                    <a:lstStyle/>
                    <a:p>
                      <a:r>
                        <a:rPr sz="1725" b="0">
                          <a:solidFill>
                            <a:srgbClr val="153D33"/>
                          </a:solidFill>
                          <a:latin typeface="Nimbus Sans"/>
                          <a:ea typeface="Nimbus Sans"/>
                          <a:cs typeface="Nimbus Sans"/>
                        </a:rPr>
                        <a:t>Presenter 2: hardware and platform</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4–6</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r h="542925">
                <a:tc>
                  <a:txBody>
                    <a:bodyPr lIns="114300" tIns="114300" rIns="114300" bIns="114300"/>
                    <a:lstStyle/>
                    <a:p>
                      <a:r>
                        <a:rPr sz="1725" b="0">
                          <a:solidFill>
                            <a:srgbClr val="153D33"/>
                          </a:solidFill>
                          <a:latin typeface="Nimbus Sans"/>
                          <a:ea typeface="Nimbus Sans"/>
                          <a:cs typeface="Nimbus Sans"/>
                        </a:rPr>
                        <a:t>Presenter 3: data insights and future work</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7–9</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114300" tIns="114300" rIns="114300" bIns="114300"/>
                    <a:lstStyle/>
                    <a:p>
                      <a:r>
                        <a:rPr sz="1725" b="0">
                          <a:solidFill>
                            <a:srgbClr val="153D33"/>
                          </a:solidFill>
                          <a:latin typeface="Nimbus Sans"/>
                          <a:ea typeface="Nimbus Sans"/>
                          <a:cs typeface="Nimbus Sans"/>
                        </a:rPr>
                        <a:t>3 minutes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2925">
                <a:tc>
                  <a:txBody>
                    <a:bodyPr lIns="114300" tIns="114300" rIns="114300" bIns="114300"/>
                    <a:lstStyle/>
                    <a:p>
                      <a:r>
                        <a:rPr sz="1725" b="0">
                          <a:solidFill>
                            <a:srgbClr val="153D33"/>
                          </a:solidFill>
                          <a:latin typeface="Nimbus Sans"/>
                          <a:ea typeface="Nimbus Sans"/>
                          <a:cs typeface="Nimbus Sans"/>
                        </a:rPr>
                        <a:t>Live demo, then questions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10–11</a:t>
                      </a:r>
                    </a:p>
                  </a:txBody>
                  <a:tcPr marL="91440" marR="91440" marT="45720" marB="45720" anchor="ctr">
                    <a:lnR w="9525">
                      <a:solidFill>
                        <a:srgbClr val="CDD8CE"/>
                      </a:solidFill>
                      <a:prstDash val="solid"/>
                    </a:lnR>
                    <a:lnB w="9525">
                      <a:solidFill>
                        <a:srgbClr val="CDD8CE"/>
                      </a:solidFill>
                      <a:prstDash val="solid"/>
                    </a:lnB>
                    <a:solidFill>
                      <a:srgbClr val="F7F7F0"/>
                    </a:solidFill>
                  </a:tcPr>
                </a:tc>
                <a:tc>
                  <a:txBody>
                    <a:bodyPr lIns="114300" tIns="114300" rIns="114300" bIns="114300"/>
                    <a:lstStyle/>
                    <a:p>
                      <a:r>
                        <a:rPr sz="1725" b="0">
                          <a:solidFill>
                            <a:srgbClr val="153D33"/>
                          </a:solidFill>
                          <a:latin typeface="Nimbus Sans"/>
                          <a:ea typeface="Nimbus Sans"/>
                          <a:cs typeface="Nimbus Sans"/>
                        </a:rPr>
                        <a:t>3 + 3 minutes</a:t>
                      </a:r>
                    </a:p>
                  </a:txBody>
                  <a:tcPr marL="91440" marR="91440" marT="45720" marB="45720" anchor="ctr">
                    <a:lnR w="9525">
                      <a:solidFill>
                        <a:srgbClr val="CDD8CE"/>
                      </a:solidFill>
                      <a:prstDash val="solid"/>
                    </a:lnR>
                    <a:lnB w="9525">
                      <a:solidFill>
                        <a:srgbClr val="CDD8CE"/>
                      </a:solidFill>
                      <a:prstDash val="solid"/>
                    </a:lnB>
                    <a:solidFill>
                      <a:srgbClr val="F7F7F0"/>
                    </a:solidFill>
                  </a:tcPr>
                </a:tc>
              </a:tr>
            </a:tbl>
          </a:graphicData>
        </a:graphic>
      </p:graphicFrame>
      <p:sp>
        <p:nvSpPr>
          <p:cNvPr id="5" name="Source material">
            <a:extLst xmlns:a="http://schemas.openxmlformats.org/drawingml/2006/main">
              <a:ext uri="{FF2B5EF4-FFF2-40B4-BE49-F238E27FC236}">
                <a16:creationId xmlns:a16="http://schemas.microsoft.com/office/drawing/2014/main" id="{DDBFD9F7-E1E0-4D10-A68A-A42ADDD1FA6F}"/>
              </a:ext>
            </a:extLst>
          </p:cNvPr>
          <p:cNvSpPr>
            <a:spLocks xmlns:a="http://schemas.openxmlformats.org/drawingml/2006/main" noGrp="1"/>
          </p:cNvSpPr>
          <p:nvPr/>
        </p:nvSpPr>
        <p:spPr>
          <a:xfrm xmlns:a="http://schemas.openxmlformats.org/drawingml/2006/main">
            <a:off x="609600" y="4867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buNone/>
              <a:defRPr sz="2175" b="1">
                <a:solidFill>
                  <a:srgbClr val="24745B"/>
                </a:solidFill>
                <a:latin typeface="Nimbus Sans"/>
                <a:ea typeface="Nimbus Sans"/>
                <a:cs typeface="Nimbus Sans"/>
              </a:defRPr>
            </a:lvl1pPr>
            <a:lvl2pPr algn="l">
              <a:buNone/>
              <a:defRPr sz="2175" b="1">
                <a:solidFill>
                  <a:srgbClr val="24745B"/>
                </a:solidFill>
                <a:latin typeface="Nimbus Sans"/>
                <a:ea typeface="Nimbus Sans"/>
                <a:cs typeface="Nimbus Sans"/>
              </a:defRPr>
            </a:lvl2pPr>
            <a:lvl3pPr algn="l">
              <a:buNone/>
              <a:defRPr sz="2175" b="1">
                <a:solidFill>
                  <a:srgbClr val="24745B"/>
                </a:solidFill>
                <a:latin typeface="Nimbus Sans"/>
                <a:ea typeface="Nimbus Sans"/>
                <a:cs typeface="Nimbus Sans"/>
              </a:defRPr>
            </a:lvl3pPr>
            <a:lvl4pPr algn="l">
              <a:buNone/>
              <a:defRPr sz="2175" b="1">
                <a:solidFill>
                  <a:srgbClr val="24745B"/>
                </a:solidFill>
                <a:latin typeface="Nimbus Sans"/>
                <a:ea typeface="Nimbus Sans"/>
                <a:cs typeface="Nimbus Sans"/>
              </a:defRPr>
            </a:lvl4pPr>
            <a:lvl5pPr algn="l">
              <a:buNone/>
              <a:defRPr sz="2175" b="1">
                <a:solidFill>
                  <a:srgbClr val="24745B"/>
                </a:solidFill>
                <a:latin typeface="Nimbus Sans"/>
                <a:ea typeface="Nimbus Sans"/>
                <a:cs typeface="Nimbus Sans"/>
              </a:defRPr>
            </a:lvl5pPr>
            <a:lvl6pPr algn="l">
              <a:buNone/>
              <a:defRPr sz="2175" b="1">
                <a:solidFill>
                  <a:srgbClr val="24745B"/>
                </a:solidFill>
                <a:latin typeface="Nimbus Sans"/>
                <a:ea typeface="Nimbus Sans"/>
                <a:cs typeface="Nimbus Sans"/>
              </a:defRPr>
            </a:lvl6pPr>
            <a:lvl7pPr algn="l">
              <a:buNone/>
              <a:defRPr sz="2175" b="1">
                <a:solidFill>
                  <a:srgbClr val="24745B"/>
                </a:solidFill>
                <a:latin typeface="Nimbus Sans"/>
                <a:ea typeface="Nimbus Sans"/>
                <a:cs typeface="Nimbus Sans"/>
              </a:defRPr>
            </a:lvl7pPr>
            <a:lvl8pPr algn="l">
              <a:buNone/>
              <a:defRPr sz="2175" b="1">
                <a:solidFill>
                  <a:srgbClr val="24745B"/>
                </a:solidFill>
                <a:latin typeface="Nimbus Sans"/>
                <a:ea typeface="Nimbus Sans"/>
                <a:cs typeface="Nimbus Sans"/>
              </a:defRPr>
            </a:lvl8pPr>
            <a:lvl9pPr algn="l">
              <a:buNone/>
              <a:defRPr sz="2175" b="1">
                <a:solidFill>
                  <a:srgbClr val="24745B"/>
                </a:solidFill>
                <a:latin typeface="Nimbus Sans"/>
                <a:ea typeface="Nimbus Sans"/>
                <a:cs typeface="Nimbus Sans"/>
              </a:defRPr>
            </a:lvl9pPr>
          </a:lstStyle>
          <a:p xmlns:a="http://schemas.openxmlformats.org/drawingml/2006/main">
            <a:pPr algn="l">
              <a:buNone/>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Source material</a:t>
            </a:r>
          </a:p>
        </p:txBody>
      </p:sp>
      <p:sp>
        <p:nvSpPr>
          <p:cNvPr id="6" name="Ass2 brief: Presentation and Final Project Rep">
            <a:extLst xmlns:a="http://schemas.openxmlformats.org/drawingml/2006/main">
              <a:ext uri="{FF2B5EF4-FFF2-40B4-BE49-F238E27FC236}">
                <a16:creationId xmlns:a16="http://schemas.microsoft.com/office/drawing/2014/main" id="{432A7C88-5189-43E9-B120-9F02A6861AFD}"/>
              </a:ext>
            </a:extLst>
          </p:cNvPr>
          <p:cNvSpPr>
            <a:spLocks xmlns:a="http://schemas.openxmlformats.org/drawingml/2006/main" noGrp="1"/>
          </p:cNvSpPr>
          <p:nvPr/>
        </p:nvSpPr>
        <p:spPr>
          <a:xfrm xmlns:a="http://schemas.openxmlformats.org/drawingml/2006/main">
            <a:off x="609600" y="5334000"/>
            <a:ext cx="10906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buNone/>
              <a:defRPr sz="1725" b="0">
                <a:solidFill>
                  <a:srgbClr val="5E7168"/>
                </a:solidFill>
                <a:latin typeface="Nimbus Sans"/>
                <a:ea typeface="Nimbus Sans"/>
                <a:cs typeface="Nimbus Sans"/>
              </a:defRPr>
            </a:lvl1pPr>
            <a:lvl2pPr algn="l">
              <a:buNone/>
              <a:defRPr sz="1725" b="0">
                <a:solidFill>
                  <a:srgbClr val="5E7168"/>
                </a:solidFill>
                <a:latin typeface="Nimbus Sans"/>
                <a:ea typeface="Nimbus Sans"/>
                <a:cs typeface="Nimbus Sans"/>
              </a:defRPr>
            </a:lvl2pPr>
            <a:lvl3pPr algn="l">
              <a:buNone/>
              <a:defRPr sz="1725" b="0">
                <a:solidFill>
                  <a:srgbClr val="5E7168"/>
                </a:solidFill>
                <a:latin typeface="Nimbus Sans"/>
                <a:ea typeface="Nimbus Sans"/>
                <a:cs typeface="Nimbus Sans"/>
              </a:defRPr>
            </a:lvl3pPr>
            <a:lvl4pPr algn="l">
              <a:buNone/>
              <a:defRPr sz="1725" b="0">
                <a:solidFill>
                  <a:srgbClr val="5E7168"/>
                </a:solidFill>
                <a:latin typeface="Nimbus Sans"/>
                <a:ea typeface="Nimbus Sans"/>
                <a:cs typeface="Nimbus Sans"/>
              </a:defRPr>
            </a:lvl4pPr>
            <a:lvl5pPr algn="l">
              <a:buNone/>
              <a:defRPr sz="1725" b="0">
                <a:solidFill>
                  <a:srgbClr val="5E7168"/>
                </a:solidFill>
                <a:latin typeface="Nimbus Sans"/>
                <a:ea typeface="Nimbus Sans"/>
                <a:cs typeface="Nimbus Sans"/>
              </a:defRPr>
            </a:lvl5pPr>
            <a:lvl6pPr algn="l">
              <a:buNone/>
              <a:defRPr sz="1725" b="0">
                <a:solidFill>
                  <a:srgbClr val="5E7168"/>
                </a:solidFill>
                <a:latin typeface="Nimbus Sans"/>
                <a:ea typeface="Nimbus Sans"/>
                <a:cs typeface="Nimbus Sans"/>
              </a:defRPr>
            </a:lvl6pPr>
            <a:lvl7pPr algn="l">
              <a:buNone/>
              <a:defRPr sz="1725" b="0">
                <a:solidFill>
                  <a:srgbClr val="5E7168"/>
                </a:solidFill>
                <a:latin typeface="Nimbus Sans"/>
                <a:ea typeface="Nimbus Sans"/>
                <a:cs typeface="Nimbus Sans"/>
              </a:defRPr>
            </a:lvl7pPr>
            <a:lvl8pPr algn="l">
              <a:buNone/>
              <a:defRPr sz="1725" b="0">
                <a:solidFill>
                  <a:srgbClr val="5E7168"/>
                </a:solidFill>
                <a:latin typeface="Nimbus Sans"/>
                <a:ea typeface="Nimbus Sans"/>
                <a:cs typeface="Nimbus Sans"/>
              </a:defRPr>
            </a:lvl8pPr>
            <a:lvl9pPr algn="l">
              <a:buNone/>
              <a:defRPr sz="1725" b="0">
                <a:solidFill>
                  <a:srgbClr val="5E7168"/>
                </a:solidFill>
                <a:latin typeface="Nimbus Sans"/>
                <a:ea typeface="Nimbus Sans"/>
                <a:cs typeface="Nimbus Sans"/>
              </a:defRPr>
            </a:lvl9pPr>
          </a:lstStyle>
          <a:p xmlns:a="http://schemas.openxmlformats.org/drawingml/2006/main">
            <a:pPr algn="l">
              <a:buNone/>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Ass2 brief: Presentation and Final Project Report sections</a:t>
            </a:r>
          </a:p>
          <a:p xmlns:a="http://schemas.openxmlformats.org/drawingml/2006/main">
            <a:pPr algn="l">
              <a:buNone/>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Found repository: README, backend README, locker flow and verification records</a:t>
            </a:r>
          </a:p>
          <a:p xmlns:a="http://schemas.openxmlformats.org/drawingml/2006/main">
            <a:pPr algn="l">
              <a:buNone/>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Past project booklets: course context only. Proposal template: structure only.</a:t>
            </a:r>
          </a:p>
        </p:txBody>
      </p:sp>
    </p:spTree>
    <p:extLst>
      <p:ext uri="{BB962C8B-B14F-4D97-AF65-F5344CB8AC3E}">
        <p14:creationId xmlns:p14="http://schemas.microsoft.com/office/powerpoint/2010/main" val="579960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2026-10-22T07:38:17.0510000Z</dcterms:created>
  <dcterms:modified xsi:type="dcterms:W3CDTF">2026-10-22T07:38:17.0510000Z</dcterms:modified>
</coreProperties>
</file>